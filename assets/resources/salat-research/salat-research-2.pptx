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7.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8.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1.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0" r:id="rId1"/>
  </p:sldMasterIdLst>
  <p:notesMasterIdLst>
    <p:notesMasterId r:id="rId29"/>
  </p:notesMasterIdLst>
  <p:sldIdLst>
    <p:sldId id="256" r:id="rId2"/>
    <p:sldId id="258" r:id="rId3"/>
    <p:sldId id="259" r:id="rId4"/>
    <p:sldId id="310" r:id="rId5"/>
    <p:sldId id="311" r:id="rId6"/>
    <p:sldId id="313" r:id="rId7"/>
    <p:sldId id="312" r:id="rId8"/>
    <p:sldId id="314" r:id="rId9"/>
    <p:sldId id="316" r:id="rId10"/>
    <p:sldId id="320" r:id="rId11"/>
    <p:sldId id="321" r:id="rId12"/>
    <p:sldId id="322" r:id="rId13"/>
    <p:sldId id="318" r:id="rId14"/>
    <p:sldId id="324" r:id="rId15"/>
    <p:sldId id="325" r:id="rId16"/>
    <p:sldId id="326" r:id="rId17"/>
    <p:sldId id="327" r:id="rId18"/>
    <p:sldId id="328" r:id="rId19"/>
    <p:sldId id="329" r:id="rId20"/>
    <p:sldId id="330" r:id="rId21"/>
    <p:sldId id="332" r:id="rId22"/>
    <p:sldId id="333" r:id="rId23"/>
    <p:sldId id="319" r:id="rId24"/>
    <p:sldId id="334" r:id="rId25"/>
    <p:sldId id="335" r:id="rId26"/>
    <p:sldId id="336" r:id="rId27"/>
    <p:sldId id="337" r:id="rId2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CA85549-C985-4066-839F-AF8710642582}">
  <a:tblStyle styleId="{CCA85549-C985-4066-839F-AF871064258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706" y="22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oleObject" Target="file:///C:\Users\karee\Desktop\ARA%20FINAL%20PROJECT\Data%20analysis%20by%20freq.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karee\Desktop\ARA%20FINAL%20PROJECT\Data%20analysis%20by%20freq.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karee\Desktop\ARA%20FINAL%20PROJECT\Data%20analysis%20by%20freq.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karee\Desktop\ARA%20FINAL%20PROJECT\Data%20analysis%20by%20freq.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karee\Desktop\ARA%20FINAL%20PROJECT\Data%20analysis%20by%20freq.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995" b="1" i="0" u="none" strike="noStrike" kern="1200" cap="all" spc="100" normalizeH="0" baseline="0">
                <a:solidFill>
                  <a:schemeClr val="lt1"/>
                </a:solidFill>
                <a:latin typeface="+mn-lt"/>
                <a:ea typeface="+mn-ea"/>
                <a:cs typeface="+mn-cs"/>
              </a:defRPr>
            </a:pPr>
            <a:r>
              <a:rPr lang="en-US" dirty="0"/>
              <a:t>Madaniah to </a:t>
            </a:r>
            <a:r>
              <a:rPr lang="en-US" dirty="0" err="1"/>
              <a:t>Makiah</a:t>
            </a:r>
            <a:r>
              <a:rPr lang="en-US" dirty="0"/>
              <a:t> ratio</a:t>
            </a:r>
          </a:p>
        </c:rich>
      </c:tx>
      <c:overlay val="0"/>
      <c:spPr>
        <a:noFill/>
        <a:ln>
          <a:noFill/>
        </a:ln>
        <a:effectLst/>
      </c:spPr>
      <c:txPr>
        <a:bodyPr rot="0" spcFirstLastPara="1" vertOverflow="ellipsis" vert="horz" wrap="square" anchor="ctr" anchorCtr="1"/>
        <a:lstStyle/>
        <a:p>
          <a:pPr>
            <a:defRPr sz="1995" b="1" i="0" u="none" strike="noStrike" kern="1200" cap="all" spc="100" normalizeH="0" baseline="0">
              <a:solidFill>
                <a:schemeClr val="lt1"/>
              </a:solidFill>
              <a:latin typeface="+mn-lt"/>
              <a:ea typeface="+mn-ea"/>
              <a:cs typeface="+mn-cs"/>
            </a:defRPr>
          </a:pPr>
          <a:endParaRPr lang="en-US"/>
        </a:p>
      </c:txPr>
    </c:title>
    <c:autoTitleDeleted val="0"/>
    <c:plotArea>
      <c:layout/>
      <c:pieChart>
        <c:varyColors val="1"/>
        <c:ser>
          <c:idx val="0"/>
          <c:order val="0"/>
          <c:spPr>
            <a:solidFill>
              <a:schemeClr val="lt1"/>
            </a:solidFill>
            <a:ln w="19050">
              <a:solidFill>
                <a:schemeClr val="accent1"/>
              </a:solidFill>
            </a:ln>
            <a:effectLst/>
          </c:spPr>
          <c:dPt>
            <c:idx val="0"/>
            <c:bubble3D val="0"/>
            <c:spPr>
              <a:solidFill>
                <a:schemeClr val="lt1"/>
              </a:solidFill>
              <a:ln w="19050">
                <a:solidFill>
                  <a:schemeClr val="accent1"/>
                </a:solidFill>
              </a:ln>
              <a:effectLst/>
            </c:spPr>
            <c:extLst>
              <c:ext xmlns:c16="http://schemas.microsoft.com/office/drawing/2014/chart" uri="{C3380CC4-5D6E-409C-BE32-E72D297353CC}">
                <c16:uniqueId val="{00000001-619F-46CA-AB4B-E713F6E7817B}"/>
              </c:ext>
            </c:extLst>
          </c:dPt>
          <c:dPt>
            <c:idx val="1"/>
            <c:bubble3D val="0"/>
            <c:spPr>
              <a:solidFill>
                <a:schemeClr val="lt1"/>
              </a:solidFill>
              <a:ln w="19050">
                <a:solidFill>
                  <a:schemeClr val="accent1"/>
                </a:solidFill>
              </a:ln>
              <a:effectLst/>
            </c:spPr>
            <c:extLst>
              <c:ext xmlns:c16="http://schemas.microsoft.com/office/drawing/2014/chart" uri="{C3380CC4-5D6E-409C-BE32-E72D297353CC}">
                <c16:uniqueId val="{00000003-619F-46CA-AB4B-E713F6E7817B}"/>
              </c:ext>
            </c:extLst>
          </c:dPt>
          <c:dLbls>
            <c:spPr>
              <a:noFill/>
              <a:ln>
                <a:noFill/>
              </a:ln>
              <a:effectLst/>
            </c:spPr>
            <c:txPr>
              <a:bodyPr rot="0" spcFirstLastPara="1" vertOverflow="ellipsis" vert="horz" wrap="square" lIns="38100" tIns="19050" rIns="38100" bIns="19050" anchor="ctr" anchorCtr="1">
                <a:spAutoFit/>
              </a:bodyPr>
              <a:lstStyle/>
              <a:p>
                <a:pPr>
                  <a:defRPr sz="2800" b="1" i="0" u="none" strike="noStrike" kern="1200" baseline="0">
                    <a:solidFill>
                      <a:schemeClr val="accent1"/>
                    </a:solidFill>
                    <a:latin typeface="+mn-lt"/>
                    <a:ea typeface="+mn-ea"/>
                    <a:cs typeface="+mn-cs"/>
                  </a:defRPr>
                </a:pPr>
                <a:endParaRPr lang="en-US"/>
              </a:p>
            </c:txPr>
            <c:dLblPos val="inEnd"/>
            <c:showLegendKey val="0"/>
            <c:showVal val="0"/>
            <c:showCatName val="1"/>
            <c:showSerName val="0"/>
            <c:showPercent val="1"/>
            <c:showBubbleSize val="0"/>
            <c:showLeaderLines val="1"/>
            <c:leaderLines>
              <c:spPr>
                <a:ln w="9525">
                  <a:solidFill>
                    <a:schemeClr val="accent1">
                      <a:lumMod val="60000"/>
                      <a:lumOff val="40000"/>
                    </a:schemeClr>
                  </a:solidFill>
                </a:ln>
                <a:effectLst/>
              </c:spPr>
            </c:leaderLines>
            <c:extLst>
              <c:ext xmlns:c15="http://schemas.microsoft.com/office/drawing/2012/chart" uri="{CE6537A1-D6FC-4f65-9D91-7224C49458BB}"/>
            </c:extLst>
          </c:dLbls>
          <c:cat>
            <c:strRef>
              <c:f>Sheet1!$V$11:$W$11</c:f>
              <c:strCache>
                <c:ptCount val="2"/>
                <c:pt idx="0">
                  <c:v>Madaniah</c:v>
                </c:pt>
                <c:pt idx="1">
                  <c:v>Makiah</c:v>
                </c:pt>
              </c:strCache>
            </c:strRef>
          </c:cat>
          <c:val>
            <c:numRef>
              <c:f>Sheet1!$V$12:$W$12</c:f>
              <c:numCache>
                <c:formatCode>General</c:formatCode>
                <c:ptCount val="2"/>
                <c:pt idx="0">
                  <c:v>56</c:v>
                </c:pt>
                <c:pt idx="1">
                  <c:v>40</c:v>
                </c:pt>
              </c:numCache>
            </c:numRef>
          </c:val>
          <c:extLst>
            <c:ext xmlns:c16="http://schemas.microsoft.com/office/drawing/2014/chart" uri="{C3380CC4-5D6E-409C-BE32-E72D297353CC}">
              <c16:uniqueId val="{00000004-619F-46CA-AB4B-E713F6E7817B}"/>
            </c:ext>
          </c:extLst>
        </c:ser>
        <c:dLbls>
          <c:dLblPos val="inEnd"/>
          <c:showLegendKey val="0"/>
          <c:showVal val="0"/>
          <c:showCatName val="0"/>
          <c:showSerName val="0"/>
          <c:showPercent val="1"/>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1"/>
    </a:solidFill>
    <a:ln w="9525" cap="flat" cmpd="sng" algn="ctr">
      <a:solidFill>
        <a:schemeClr val="accent1"/>
      </a:soli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Word Forms for Hadith</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Sheet1!$M$7</c:f>
              <c:strCache>
                <c:ptCount val="1"/>
                <c:pt idx="0">
                  <c:v>Hadith</c:v>
                </c:pt>
              </c:strCache>
            </c:strRef>
          </c:tx>
          <c:spPr>
            <a:solidFill>
              <a:schemeClr val="accent1"/>
            </a:solidFill>
            <a:ln>
              <a:noFill/>
            </a:ln>
            <a:effectLst/>
          </c:spPr>
          <c:invertIfNegative val="0"/>
          <c:cat>
            <c:strRef>
              <c:f>Sheet1!$L$8:$L$13</c:f>
              <c:strCache>
                <c:ptCount val="6"/>
                <c:pt idx="0">
                  <c:v>*صلاة</c:v>
                </c:pt>
                <c:pt idx="1">
                  <c:v>*صلى</c:v>
                </c:pt>
                <c:pt idx="2">
                  <c:v>*صلات*</c:v>
                </c:pt>
                <c:pt idx="3">
                  <c:v>*صلو*</c:v>
                </c:pt>
                <c:pt idx="4">
                  <c:v>*مصلين</c:v>
                </c:pt>
                <c:pt idx="5">
                  <c:v>*صل</c:v>
                </c:pt>
              </c:strCache>
            </c:strRef>
          </c:cat>
          <c:val>
            <c:numRef>
              <c:f>Sheet1!$M$8:$M$13</c:f>
              <c:numCache>
                <c:formatCode>General</c:formatCode>
                <c:ptCount val="6"/>
                <c:pt idx="0">
                  <c:v>225</c:v>
                </c:pt>
                <c:pt idx="1">
                  <c:v>62</c:v>
                </c:pt>
                <c:pt idx="2">
                  <c:v>45</c:v>
                </c:pt>
                <c:pt idx="3">
                  <c:v>64</c:v>
                </c:pt>
                <c:pt idx="4">
                  <c:v>0</c:v>
                </c:pt>
                <c:pt idx="5">
                  <c:v>20</c:v>
                </c:pt>
              </c:numCache>
            </c:numRef>
          </c:val>
          <c:extLst>
            <c:ext xmlns:c16="http://schemas.microsoft.com/office/drawing/2014/chart" uri="{C3380CC4-5D6E-409C-BE32-E72D297353CC}">
              <c16:uniqueId val="{00000000-3DD8-4EDA-9465-15D659AE5115}"/>
            </c:ext>
          </c:extLst>
        </c:ser>
        <c:dLbls>
          <c:showLegendKey val="0"/>
          <c:showVal val="0"/>
          <c:showCatName val="0"/>
          <c:showSerName val="0"/>
          <c:showPercent val="0"/>
          <c:showBubbleSize val="0"/>
        </c:dLbls>
        <c:gapWidth val="219"/>
        <c:overlap val="-27"/>
        <c:axId val="371996880"/>
        <c:axId val="371993520"/>
      </c:barChart>
      <c:catAx>
        <c:axId val="3719968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71993520"/>
        <c:crosses val="autoZero"/>
        <c:auto val="1"/>
        <c:lblAlgn val="ctr"/>
        <c:lblOffset val="100"/>
        <c:noMultiLvlLbl val="0"/>
      </c:catAx>
      <c:valAx>
        <c:axId val="3719935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7199688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Sheet1!$M$7</c:f>
              <c:strCache>
                <c:ptCount val="1"/>
                <c:pt idx="0">
                  <c:v>Hadith</c:v>
                </c:pt>
              </c:strCache>
            </c:strRef>
          </c:tx>
          <c:spPr>
            <a:solidFill>
              <a:schemeClr val="dk1">
                <a:tint val="88500"/>
              </a:schemeClr>
            </a:solidFill>
            <a:ln>
              <a:noFill/>
            </a:ln>
            <a:effectLst/>
            <a:sp3d/>
          </c:spPr>
          <c:invertIfNegative val="0"/>
          <c:cat>
            <c:strRef>
              <c:f>Sheet1!$L$8:$L$13</c:f>
              <c:strCache>
                <c:ptCount val="6"/>
                <c:pt idx="0">
                  <c:v>*صلاة</c:v>
                </c:pt>
                <c:pt idx="1">
                  <c:v>*صلى</c:v>
                </c:pt>
                <c:pt idx="2">
                  <c:v>*صلات*</c:v>
                </c:pt>
                <c:pt idx="3">
                  <c:v>*صلو*</c:v>
                </c:pt>
                <c:pt idx="4">
                  <c:v>*مصلين</c:v>
                </c:pt>
                <c:pt idx="5">
                  <c:v>*صل</c:v>
                </c:pt>
              </c:strCache>
            </c:strRef>
          </c:cat>
          <c:val>
            <c:numRef>
              <c:f>Sheet1!$M$8:$M$13</c:f>
              <c:numCache>
                <c:formatCode>General</c:formatCode>
                <c:ptCount val="6"/>
                <c:pt idx="0">
                  <c:v>225</c:v>
                </c:pt>
                <c:pt idx="1">
                  <c:v>62</c:v>
                </c:pt>
                <c:pt idx="2">
                  <c:v>45</c:v>
                </c:pt>
                <c:pt idx="3">
                  <c:v>64</c:v>
                </c:pt>
                <c:pt idx="4">
                  <c:v>0</c:v>
                </c:pt>
                <c:pt idx="5">
                  <c:v>20</c:v>
                </c:pt>
              </c:numCache>
            </c:numRef>
          </c:val>
          <c:extLst>
            <c:ext xmlns:c16="http://schemas.microsoft.com/office/drawing/2014/chart" uri="{C3380CC4-5D6E-409C-BE32-E72D297353CC}">
              <c16:uniqueId val="{00000000-52D2-4114-91F2-3779E7FF963B}"/>
            </c:ext>
          </c:extLst>
        </c:ser>
        <c:ser>
          <c:idx val="1"/>
          <c:order val="1"/>
          <c:tx>
            <c:strRef>
              <c:f>Sheet1!$N$7</c:f>
              <c:strCache>
                <c:ptCount val="1"/>
                <c:pt idx="0">
                  <c:v>Quran</c:v>
                </c:pt>
              </c:strCache>
            </c:strRef>
          </c:tx>
          <c:spPr>
            <a:solidFill>
              <a:schemeClr val="dk1">
                <a:tint val="55000"/>
              </a:schemeClr>
            </a:solidFill>
            <a:ln>
              <a:noFill/>
            </a:ln>
            <a:effectLst/>
            <a:sp3d/>
          </c:spPr>
          <c:invertIfNegative val="0"/>
          <c:cat>
            <c:strRef>
              <c:f>Sheet1!$L$8:$L$13</c:f>
              <c:strCache>
                <c:ptCount val="6"/>
                <c:pt idx="0">
                  <c:v>*صلاة</c:v>
                </c:pt>
                <c:pt idx="1">
                  <c:v>*صلى</c:v>
                </c:pt>
                <c:pt idx="2">
                  <c:v>*صلات*</c:v>
                </c:pt>
                <c:pt idx="3">
                  <c:v>*صلو*</c:v>
                </c:pt>
                <c:pt idx="4">
                  <c:v>*مصلين</c:v>
                </c:pt>
                <c:pt idx="5">
                  <c:v>*صل</c:v>
                </c:pt>
              </c:strCache>
            </c:strRef>
          </c:cat>
          <c:val>
            <c:numRef>
              <c:f>Sheet1!$N$8:$N$13</c:f>
              <c:numCache>
                <c:formatCode>General</c:formatCode>
                <c:ptCount val="6"/>
                <c:pt idx="0">
                  <c:v>66</c:v>
                </c:pt>
                <c:pt idx="1">
                  <c:v>4</c:v>
                </c:pt>
                <c:pt idx="2">
                  <c:v>11</c:v>
                </c:pt>
                <c:pt idx="3">
                  <c:v>9</c:v>
                </c:pt>
                <c:pt idx="4">
                  <c:v>3</c:v>
                </c:pt>
                <c:pt idx="5">
                  <c:v>3</c:v>
                </c:pt>
              </c:numCache>
            </c:numRef>
          </c:val>
          <c:extLst>
            <c:ext xmlns:c16="http://schemas.microsoft.com/office/drawing/2014/chart" uri="{C3380CC4-5D6E-409C-BE32-E72D297353CC}">
              <c16:uniqueId val="{00000001-52D2-4114-91F2-3779E7FF963B}"/>
            </c:ext>
          </c:extLst>
        </c:ser>
        <c:dLbls>
          <c:showLegendKey val="0"/>
          <c:showVal val="0"/>
          <c:showCatName val="0"/>
          <c:showSerName val="0"/>
          <c:showPercent val="0"/>
          <c:showBubbleSize val="0"/>
        </c:dLbls>
        <c:gapWidth val="150"/>
        <c:shape val="box"/>
        <c:axId val="371004016"/>
        <c:axId val="371005456"/>
        <c:axId val="0"/>
      </c:bar3DChart>
      <c:catAx>
        <c:axId val="371004016"/>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71005456"/>
        <c:crosses val="autoZero"/>
        <c:auto val="1"/>
        <c:lblAlgn val="ctr"/>
        <c:lblOffset val="100"/>
        <c:noMultiLvlLbl val="0"/>
      </c:catAx>
      <c:valAx>
        <c:axId val="3710054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7100401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Sheet1!$AT$25</c:f>
              <c:strCache>
                <c:ptCount val="1"/>
                <c:pt idx="0">
                  <c:v>FreqLR</c:v>
                </c:pt>
              </c:strCache>
            </c:strRef>
          </c:tx>
          <c:spPr>
            <a:solidFill>
              <a:schemeClr val="accent1"/>
            </a:solidFill>
            <a:ln>
              <a:noFill/>
            </a:ln>
            <a:effectLst/>
            <a:sp3d/>
          </c:spPr>
          <c:invertIfNegative val="0"/>
          <c:cat>
            <c:strRef>
              <c:f>Sheet1!$AS$26:$AS$32</c:f>
              <c:strCache>
                <c:ptCount val="7"/>
                <c:pt idx="0">
                  <c:v>وآتوا</c:v>
                </c:pt>
                <c:pt idx="1">
                  <c:v>وأقيموا</c:v>
                </c:pt>
                <c:pt idx="2">
                  <c:v>وأقاموا</c:v>
                </c:pt>
                <c:pt idx="3">
                  <c:v>يقيمون</c:v>
                </c:pt>
                <c:pt idx="4">
                  <c:v>ويؤتون</c:v>
                </c:pt>
                <c:pt idx="5">
                  <c:v>فأقيموا</c:v>
                </c:pt>
                <c:pt idx="6">
                  <c:v>وأقم</c:v>
                </c:pt>
              </c:strCache>
            </c:strRef>
          </c:cat>
          <c:val>
            <c:numRef>
              <c:f>Sheet1!$AT$26:$AT$32</c:f>
              <c:numCache>
                <c:formatCode>General</c:formatCode>
                <c:ptCount val="7"/>
                <c:pt idx="0">
                  <c:v>12</c:v>
                </c:pt>
                <c:pt idx="1">
                  <c:v>8</c:v>
                </c:pt>
                <c:pt idx="2">
                  <c:v>8</c:v>
                </c:pt>
                <c:pt idx="3">
                  <c:v>4</c:v>
                </c:pt>
                <c:pt idx="4">
                  <c:v>4</c:v>
                </c:pt>
                <c:pt idx="5">
                  <c:v>3</c:v>
                </c:pt>
                <c:pt idx="6">
                  <c:v>3</c:v>
                </c:pt>
              </c:numCache>
            </c:numRef>
          </c:val>
          <c:extLst>
            <c:ext xmlns:c16="http://schemas.microsoft.com/office/drawing/2014/chart" uri="{C3380CC4-5D6E-409C-BE32-E72D297353CC}">
              <c16:uniqueId val="{00000000-BDD6-42D2-ACB3-E3C6FA2B5622}"/>
            </c:ext>
          </c:extLst>
        </c:ser>
        <c:dLbls>
          <c:showLegendKey val="0"/>
          <c:showVal val="0"/>
          <c:showCatName val="0"/>
          <c:showSerName val="0"/>
          <c:showPercent val="0"/>
          <c:showBubbleSize val="0"/>
        </c:dLbls>
        <c:gapWidth val="150"/>
        <c:shape val="box"/>
        <c:axId val="367944096"/>
        <c:axId val="367949376"/>
        <c:axId val="0"/>
      </c:bar3DChart>
      <c:catAx>
        <c:axId val="367944096"/>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367949376"/>
        <c:crosses val="autoZero"/>
        <c:auto val="1"/>
        <c:lblAlgn val="ctr"/>
        <c:lblOffset val="100"/>
        <c:noMultiLvlLbl val="0"/>
      </c:catAx>
      <c:valAx>
        <c:axId val="3679493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794409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a:noFill/>
        </a:ln>
        <a:effectLst/>
        <a:sp3d/>
      </c:spPr>
    </c:floor>
    <c:sideWall>
      <c:thickness val="0"/>
      <c:spPr>
        <a:noFill/>
        <a:ln w="25400">
          <a:noFill/>
        </a:ln>
        <a:effectLst/>
        <a:sp3d/>
      </c:spPr>
    </c:sideWall>
    <c:backWall>
      <c:thickness val="0"/>
      <c:spPr>
        <a:noFill/>
        <a:ln w="25400">
          <a:noFill/>
        </a:ln>
        <a:effectLst/>
        <a:sp3d/>
      </c:spPr>
    </c:backWall>
    <c:plotArea>
      <c:layout/>
      <c:bar3DChart>
        <c:barDir val="col"/>
        <c:grouping val="clustered"/>
        <c:varyColors val="0"/>
        <c:ser>
          <c:idx val="0"/>
          <c:order val="0"/>
          <c:tx>
            <c:strRef>
              <c:f>Sheet1!$AW$15</c:f>
              <c:strCache>
                <c:ptCount val="1"/>
                <c:pt idx="0">
                  <c:v>FreqLR</c:v>
                </c:pt>
              </c:strCache>
            </c:strRef>
          </c:tx>
          <c:spPr>
            <a:solidFill>
              <a:schemeClr val="accent1"/>
            </a:solidFill>
            <a:ln>
              <a:noFill/>
            </a:ln>
            <a:effectLst/>
            <a:sp3d/>
          </c:spPr>
          <c:invertIfNegative val="0"/>
          <c:cat>
            <c:strRef>
              <c:f>Sheet1!$AV$16:$AV$22</c:f>
              <c:strCache>
                <c:ptCount val="7"/>
                <c:pt idx="0">
                  <c:v>في</c:v>
                </c:pt>
                <c:pt idx="1">
                  <c:v>إلى</c:v>
                </c:pt>
                <c:pt idx="2">
                  <c:v>وإيتاء</c:v>
                </c:pt>
                <c:pt idx="3">
                  <c:v>وإقام</c:v>
                </c:pt>
                <c:pt idx="4">
                  <c:v>ويؤخرون</c:v>
                </c:pt>
                <c:pt idx="5">
                  <c:v>وأقام</c:v>
                </c:pt>
                <c:pt idx="6">
                  <c:v>أقيمت</c:v>
                </c:pt>
              </c:strCache>
            </c:strRef>
          </c:cat>
          <c:val>
            <c:numRef>
              <c:f>Sheet1!$AW$16:$AW$22</c:f>
              <c:numCache>
                <c:formatCode>General</c:formatCode>
                <c:ptCount val="7"/>
                <c:pt idx="0">
                  <c:v>24</c:v>
                </c:pt>
                <c:pt idx="1">
                  <c:v>9</c:v>
                </c:pt>
                <c:pt idx="2">
                  <c:v>3</c:v>
                </c:pt>
                <c:pt idx="3">
                  <c:v>2</c:v>
                </c:pt>
                <c:pt idx="4">
                  <c:v>2</c:v>
                </c:pt>
                <c:pt idx="5">
                  <c:v>2</c:v>
                </c:pt>
                <c:pt idx="6">
                  <c:v>2</c:v>
                </c:pt>
              </c:numCache>
            </c:numRef>
          </c:val>
          <c:extLst>
            <c:ext xmlns:c16="http://schemas.microsoft.com/office/drawing/2014/chart" uri="{C3380CC4-5D6E-409C-BE32-E72D297353CC}">
              <c16:uniqueId val="{00000000-8D1A-4511-9492-B7BB67A157D2}"/>
            </c:ext>
          </c:extLst>
        </c:ser>
        <c:dLbls>
          <c:showLegendKey val="0"/>
          <c:showVal val="0"/>
          <c:showCatName val="0"/>
          <c:showSerName val="0"/>
          <c:showPercent val="0"/>
          <c:showBubbleSize val="0"/>
        </c:dLbls>
        <c:gapWidth val="150"/>
        <c:shape val="box"/>
        <c:axId val="1341474128"/>
        <c:axId val="1341474608"/>
        <c:axId val="0"/>
      </c:bar3DChart>
      <c:catAx>
        <c:axId val="1341474128"/>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1341474608"/>
        <c:crosses val="autoZero"/>
        <c:auto val="1"/>
        <c:lblAlgn val="ctr"/>
        <c:lblOffset val="100"/>
        <c:noMultiLvlLbl val="0"/>
      </c:catAx>
      <c:valAx>
        <c:axId val="13414746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4147412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0">
  <cs:axisTitle>
    <cs:lnRef idx="0"/>
    <cs:fillRef idx="0"/>
    <cs:effectRef idx="0"/>
    <cs:fontRef idx="minor">
      <a:schemeClr val="lt1"/>
    </cs:fontRef>
    <cs:defRPr sz="1197" b="1" kern="1200"/>
  </cs:axisTitle>
  <cs:categoryAxis>
    <cs:lnRef idx="0">
      <cs:styleClr val="0"/>
    </cs:lnRef>
    <cs:fillRef idx="0"/>
    <cs:effectRef idx="0"/>
    <cs:fontRef idx="minor">
      <a:schemeClr val="lt1"/>
    </cs:fontRef>
    <cs:spPr>
      <a:ln w="3175" cap="flat" cmpd="sng" algn="ctr">
        <a:solidFill>
          <a:schemeClr val="phClr">
            <a:lumMod val="60000"/>
            <a:lumOff val="40000"/>
          </a:schemeClr>
        </a:solidFill>
        <a:round/>
      </a:ln>
    </cs:spPr>
    <cs:defRPr sz="1064" kern="1200" cap="all" spc="150" normalizeH="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330" kern="1200"/>
  </cs:chartArea>
  <cs:dataLabel>
    <cs:lnRef idx="0">
      <cs:styleClr val="0"/>
    </cs:lnRef>
    <cs:fillRef idx="0"/>
    <cs:effectRef idx="0"/>
    <cs:fontRef idx="minor">
      <cs:styleClr val="0"/>
    </cs:fontRef>
    <cs:defRPr sz="1197" b="1" kern="1200"/>
  </cs:dataLabel>
  <cs:dataLabelCallout>
    <cs:lnRef idx="0">
      <cs:styleClr val="0"/>
    </cs:lnRef>
    <cs:fillRef idx="0"/>
    <cs:effectRef idx="0"/>
    <cs:fontRef idx="minor">
      <cs:styleClr val="0"/>
    </cs:fontRef>
    <cs:spPr>
      <a:solidFill>
        <a:schemeClr val="lt1"/>
      </a:solidFill>
      <a:ln>
        <a:solidFill>
          <a:schemeClr val="phClr"/>
        </a:solidFill>
      </a:ln>
    </cs:spPr>
    <cs:defRPr sz="1197" b="1" kern="1200"/>
    <cs:bodyPr rot="0" spcFirstLastPara="1" vertOverflow="clip" horzOverflow="clip" vert="horz" wrap="square" lIns="36576" tIns="18288" rIns="36576" bIns="18288" anchor="ctr" anchorCtr="1">
      <a:spAutoFit/>
    </cs:bodyPr>
  </cs:dataLabelCallout>
  <cs:dataPoint>
    <cs:lnRef idx="0">
      <cs:styleClr val="0"/>
    </cs:lnRef>
    <cs:fillRef idx="0"/>
    <cs:effectRef idx="0"/>
    <cs:fontRef idx="minor">
      <a:schemeClr val="dk1"/>
    </cs:fontRef>
    <cs:spPr>
      <a:solidFill>
        <a:schemeClr val="lt1"/>
      </a:solidFill>
      <a:ln w="19050">
        <a:solidFill>
          <a:schemeClr val="phClr"/>
        </a:solidFill>
      </a:ln>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1197"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styleClr val="0"/>
    </cs:lnRef>
    <cs:fillRef idx="0"/>
    <cs:effectRef idx="0"/>
    <cs:fontRef idx="minor">
      <a:schemeClr val="dk1"/>
    </cs:fontRef>
    <cs:spPr>
      <a:ln w="9525">
        <a:solidFill>
          <a:schemeClr val="phClr">
            <a:lumMod val="60000"/>
            <a:lumOff val="40000"/>
          </a:schemeClr>
        </a:solidFill>
        <a:prstDash val="dash"/>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1197"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995"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1197"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5" name="Google Shape;555;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5" name="Google Shape;595;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g2161ca7da69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9" name="Google Shape;629;g2161ca7da69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5" name="Google Shape;665;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542934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g2161ca7da69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9" name="Google Shape;629;g2161ca7da69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10193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5"/>
        <p:cNvGrpSpPr/>
        <p:nvPr/>
      </p:nvGrpSpPr>
      <p:grpSpPr>
        <a:xfrm>
          <a:off x="0" y="0"/>
          <a:ext cx="0" cy="0"/>
          <a:chOff x="0" y="0"/>
          <a:chExt cx="0" cy="0"/>
        </a:xfrm>
      </p:grpSpPr>
      <p:sp>
        <p:nvSpPr>
          <p:cNvPr id="1256" name="Google Shape;1256;gd5260bdd85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7" name="Google Shape;1257;gd5260bdd85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630929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g1dd46dd1d67_2_5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1" name="Google Shape;951;g1dd46dd1d67_2_5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423218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g2161ca7da69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9" name="Google Shape;629;g2161ca7da69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3753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3"/>
        <p:cNvGrpSpPr/>
        <p:nvPr/>
      </p:nvGrpSpPr>
      <p:grpSpPr>
        <a:xfrm>
          <a:off x="0" y="0"/>
          <a:ext cx="0" cy="0"/>
          <a:chOff x="0" y="0"/>
          <a:chExt cx="0" cy="0"/>
        </a:xfrm>
      </p:grpSpPr>
      <p:sp>
        <p:nvSpPr>
          <p:cNvPr id="1694" name="Google Shape;1694;gd44c0c1fca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5" name="Google Shape;1695;gd44c0c1fca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586149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3"/>
        <p:cNvGrpSpPr/>
        <p:nvPr/>
      </p:nvGrpSpPr>
      <p:grpSpPr>
        <a:xfrm>
          <a:off x="0" y="0"/>
          <a:ext cx="0" cy="0"/>
          <a:chOff x="0" y="0"/>
          <a:chExt cx="0" cy="0"/>
        </a:xfrm>
      </p:grpSpPr>
      <p:sp>
        <p:nvSpPr>
          <p:cNvPr id="1694" name="Google Shape;1694;gd44c0c1fca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5" name="Google Shape;1695;gd44c0c1fca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01811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3"/>
        <p:cNvGrpSpPr/>
        <p:nvPr/>
      </p:nvGrpSpPr>
      <p:grpSpPr>
        <a:xfrm>
          <a:off x="0" y="0"/>
          <a:ext cx="0" cy="0"/>
          <a:chOff x="0" y="0"/>
          <a:chExt cx="0" cy="0"/>
        </a:xfrm>
      </p:grpSpPr>
      <p:sp>
        <p:nvSpPr>
          <p:cNvPr id="1694" name="Google Shape;1694;gd44c0c1fca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5" name="Google Shape;1695;gd44c0c1fca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186492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g2161ca7da69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9" name="Google Shape;629;g2161ca7da69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127433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3"/>
        <p:cNvGrpSpPr/>
        <p:nvPr/>
      </p:nvGrpSpPr>
      <p:grpSpPr>
        <a:xfrm>
          <a:off x="0" y="0"/>
          <a:ext cx="0" cy="0"/>
          <a:chOff x="0" y="0"/>
          <a:chExt cx="0" cy="0"/>
        </a:xfrm>
      </p:grpSpPr>
      <p:sp>
        <p:nvSpPr>
          <p:cNvPr id="1694" name="Google Shape;1694;gd44c0c1fca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5" name="Google Shape;1695;gd44c0c1fca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27673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3"/>
        <p:cNvGrpSpPr/>
        <p:nvPr/>
      </p:nvGrpSpPr>
      <p:grpSpPr>
        <a:xfrm>
          <a:off x="0" y="0"/>
          <a:ext cx="0" cy="0"/>
          <a:chOff x="0" y="0"/>
          <a:chExt cx="0" cy="0"/>
        </a:xfrm>
      </p:grpSpPr>
      <p:sp>
        <p:nvSpPr>
          <p:cNvPr id="1694" name="Google Shape;1694;gd44c0c1fca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5" name="Google Shape;1695;gd44c0c1fca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41045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3"/>
        <p:cNvGrpSpPr/>
        <p:nvPr/>
      </p:nvGrpSpPr>
      <p:grpSpPr>
        <a:xfrm>
          <a:off x="0" y="0"/>
          <a:ext cx="0" cy="0"/>
          <a:chOff x="0" y="0"/>
          <a:chExt cx="0" cy="0"/>
        </a:xfrm>
      </p:grpSpPr>
      <p:sp>
        <p:nvSpPr>
          <p:cNvPr id="1694" name="Google Shape;1694;gd44c0c1fca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5" name="Google Shape;1695;gd44c0c1fca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058548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3"/>
        <p:cNvGrpSpPr/>
        <p:nvPr/>
      </p:nvGrpSpPr>
      <p:grpSpPr>
        <a:xfrm>
          <a:off x="0" y="0"/>
          <a:ext cx="0" cy="0"/>
          <a:chOff x="0" y="0"/>
          <a:chExt cx="0" cy="0"/>
        </a:xfrm>
      </p:grpSpPr>
      <p:sp>
        <p:nvSpPr>
          <p:cNvPr id="1694" name="Google Shape;1694;gd44c0c1fca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5" name="Google Shape;1695;gd44c0c1fca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10788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3"/>
        <p:cNvGrpSpPr/>
        <p:nvPr/>
      </p:nvGrpSpPr>
      <p:grpSpPr>
        <a:xfrm>
          <a:off x="0" y="0"/>
          <a:ext cx="0" cy="0"/>
          <a:chOff x="0" y="0"/>
          <a:chExt cx="0" cy="0"/>
        </a:xfrm>
      </p:grpSpPr>
      <p:sp>
        <p:nvSpPr>
          <p:cNvPr id="1694" name="Google Shape;1694;gd44c0c1fca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5" name="Google Shape;1695;gd44c0c1fca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864265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3"/>
        <p:cNvGrpSpPr/>
        <p:nvPr/>
      </p:nvGrpSpPr>
      <p:grpSpPr>
        <a:xfrm>
          <a:off x="0" y="0"/>
          <a:ext cx="0" cy="0"/>
          <a:chOff x="0" y="0"/>
          <a:chExt cx="0" cy="0"/>
        </a:xfrm>
      </p:grpSpPr>
      <p:sp>
        <p:nvSpPr>
          <p:cNvPr id="1694" name="Google Shape;1694;gd44c0c1fca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5" name="Google Shape;1695;gd44c0c1fca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147071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3"/>
        <p:cNvGrpSpPr/>
        <p:nvPr/>
      </p:nvGrpSpPr>
      <p:grpSpPr>
        <a:xfrm>
          <a:off x="0" y="0"/>
          <a:ext cx="0" cy="0"/>
          <a:chOff x="0" y="0"/>
          <a:chExt cx="0" cy="0"/>
        </a:xfrm>
      </p:grpSpPr>
      <p:sp>
        <p:nvSpPr>
          <p:cNvPr id="1694" name="Google Shape;1694;gd44c0c1fca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5" name="Google Shape;1695;gd44c0c1fca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74350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3"/>
        <p:cNvGrpSpPr/>
        <p:nvPr/>
      </p:nvGrpSpPr>
      <p:grpSpPr>
        <a:xfrm>
          <a:off x="0" y="0"/>
          <a:ext cx="0" cy="0"/>
          <a:chOff x="0" y="0"/>
          <a:chExt cx="0" cy="0"/>
        </a:xfrm>
      </p:grpSpPr>
      <p:sp>
        <p:nvSpPr>
          <p:cNvPr id="1694" name="Google Shape;1694;gd44c0c1fca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5" name="Google Shape;1695;gd44c0c1fca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463523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3"/>
        <p:cNvGrpSpPr/>
        <p:nvPr/>
      </p:nvGrpSpPr>
      <p:grpSpPr>
        <a:xfrm>
          <a:off x="0" y="0"/>
          <a:ext cx="0" cy="0"/>
          <a:chOff x="0" y="0"/>
          <a:chExt cx="0" cy="0"/>
        </a:xfrm>
      </p:grpSpPr>
      <p:sp>
        <p:nvSpPr>
          <p:cNvPr id="1694" name="Google Shape;1694;gd44c0c1fca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5" name="Google Shape;1695;gd44c0c1fca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301118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g2161ca7da69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9" name="Google Shape;629;g2161ca7da69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887591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3"/>
        <p:cNvGrpSpPr/>
        <p:nvPr/>
      </p:nvGrpSpPr>
      <p:grpSpPr>
        <a:xfrm>
          <a:off x="0" y="0"/>
          <a:ext cx="0" cy="0"/>
          <a:chOff x="0" y="0"/>
          <a:chExt cx="0" cy="0"/>
        </a:xfrm>
      </p:grpSpPr>
      <p:sp>
        <p:nvSpPr>
          <p:cNvPr id="1694" name="Google Shape;1694;gd44c0c1fca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5" name="Google Shape;1695;gd44c0c1fca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82829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g2161ca7da69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9" name="Google Shape;629;g2161ca7da69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7244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3"/>
        <p:cNvGrpSpPr/>
        <p:nvPr/>
      </p:nvGrpSpPr>
      <p:grpSpPr>
        <a:xfrm>
          <a:off x="0" y="0"/>
          <a:ext cx="0" cy="0"/>
          <a:chOff x="0" y="0"/>
          <a:chExt cx="0" cy="0"/>
        </a:xfrm>
      </p:grpSpPr>
      <p:sp>
        <p:nvSpPr>
          <p:cNvPr id="1694" name="Google Shape;1694;gd44c0c1fca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5" name="Google Shape;1695;gd44c0c1fca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28909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5" name="Google Shape;665;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639235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4"/>
        <p:cNvGrpSpPr/>
        <p:nvPr/>
      </p:nvGrpSpPr>
      <p:grpSpPr>
        <a:xfrm>
          <a:off x="0" y="0"/>
          <a:ext cx="0" cy="0"/>
          <a:chOff x="0" y="0"/>
          <a:chExt cx="0" cy="0"/>
        </a:xfrm>
      </p:grpSpPr>
      <p:sp>
        <p:nvSpPr>
          <p:cNvPr id="1345" name="Google Shape;1345;g1340135a080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6" name="Google Shape;1346;g1340135a080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74025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89425" y="1280975"/>
            <a:ext cx="4676100" cy="208350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SzPts val="5200"/>
              <a:buNone/>
              <a:defRPr sz="5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89425" y="3364300"/>
            <a:ext cx="4296900" cy="475800"/>
          </a:xfrm>
          <a:prstGeom prst="rect">
            <a:avLst/>
          </a:prstGeom>
        </p:spPr>
        <p:txBody>
          <a:bodyPr spcFirstLastPara="1" wrap="square" lIns="91425" tIns="91425" rIns="91425" bIns="91425" anchor="t" anchorCtr="0">
            <a:noAutofit/>
          </a:bodyPr>
          <a:lstStyle>
            <a:lvl1pPr lvl="0">
              <a:spcBef>
                <a:spcPts val="0"/>
              </a:spcBef>
              <a:spcAft>
                <a:spcPts val="0"/>
              </a:spcAft>
              <a:buClr>
                <a:schemeClr val="dk1"/>
              </a:buClr>
              <a:buSzPts val="1400"/>
              <a:buNone/>
              <a:defRPr sz="1600">
                <a:solidFill>
                  <a:schemeClr val="dk1"/>
                </a:solidFill>
              </a:defRPr>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a:endParaRPr/>
          </a:p>
        </p:txBody>
      </p:sp>
      <p:grpSp>
        <p:nvGrpSpPr>
          <p:cNvPr id="11" name="Google Shape;11;p2"/>
          <p:cNvGrpSpPr/>
          <p:nvPr/>
        </p:nvGrpSpPr>
        <p:grpSpPr>
          <a:xfrm flipH="1">
            <a:off x="7011451" y="-126579"/>
            <a:ext cx="2838640" cy="956025"/>
            <a:chOff x="-3849654" y="-595962"/>
            <a:chExt cx="6776415" cy="2282228"/>
          </a:xfrm>
        </p:grpSpPr>
        <p:sp>
          <p:nvSpPr>
            <p:cNvPr id="12" name="Google Shape;12;p2"/>
            <p:cNvSpPr/>
            <p:nvPr/>
          </p:nvSpPr>
          <p:spPr>
            <a:xfrm>
              <a:off x="-3835967" y="-595962"/>
              <a:ext cx="6762728" cy="2281394"/>
            </a:xfrm>
            <a:custGeom>
              <a:avLst/>
              <a:gdLst/>
              <a:ahLst/>
              <a:cxnLst/>
              <a:rect l="l" t="t" r="r" b="b"/>
              <a:pathLst>
                <a:path w="40516" h="13668" extrusionOk="0">
                  <a:moveTo>
                    <a:pt x="10959" y="1"/>
                  </a:moveTo>
                  <a:cubicBezTo>
                    <a:pt x="8739" y="1"/>
                    <a:pt x="6307" y="1140"/>
                    <a:pt x="5018" y="2683"/>
                  </a:cubicBezTo>
                  <a:cubicBezTo>
                    <a:pt x="4049" y="3842"/>
                    <a:pt x="3268" y="5504"/>
                    <a:pt x="3112" y="7009"/>
                  </a:cubicBezTo>
                  <a:cubicBezTo>
                    <a:pt x="2019" y="7179"/>
                    <a:pt x="984" y="7845"/>
                    <a:pt x="492" y="8835"/>
                  </a:cubicBezTo>
                  <a:cubicBezTo>
                    <a:pt x="0" y="9823"/>
                    <a:pt x="126" y="11122"/>
                    <a:pt x="889" y="11922"/>
                  </a:cubicBezTo>
                  <a:cubicBezTo>
                    <a:pt x="1543" y="12605"/>
                    <a:pt x="2603" y="12849"/>
                    <a:pt x="3671" y="12849"/>
                  </a:cubicBezTo>
                  <a:cubicBezTo>
                    <a:pt x="4552" y="12849"/>
                    <a:pt x="5439" y="12683"/>
                    <a:pt x="6108" y="12458"/>
                  </a:cubicBezTo>
                  <a:cubicBezTo>
                    <a:pt x="6414" y="12358"/>
                    <a:pt x="6721" y="12234"/>
                    <a:pt x="7042" y="12234"/>
                  </a:cubicBezTo>
                  <a:cubicBezTo>
                    <a:pt x="7045" y="12234"/>
                    <a:pt x="7049" y="12234"/>
                    <a:pt x="7052" y="12234"/>
                  </a:cubicBezTo>
                  <a:cubicBezTo>
                    <a:pt x="7453" y="12239"/>
                    <a:pt x="7818" y="12440"/>
                    <a:pt x="8189" y="12591"/>
                  </a:cubicBezTo>
                  <a:cubicBezTo>
                    <a:pt x="8908" y="12883"/>
                    <a:pt x="9676" y="12994"/>
                    <a:pt x="10453" y="12994"/>
                  </a:cubicBezTo>
                  <a:cubicBezTo>
                    <a:pt x="11170" y="12994"/>
                    <a:pt x="11895" y="12900"/>
                    <a:pt x="12597" y="12766"/>
                  </a:cubicBezTo>
                  <a:cubicBezTo>
                    <a:pt x="13009" y="12688"/>
                    <a:pt x="13487" y="12547"/>
                    <a:pt x="13985" y="12405"/>
                  </a:cubicBezTo>
                  <a:cubicBezTo>
                    <a:pt x="14741" y="12189"/>
                    <a:pt x="15548" y="11970"/>
                    <a:pt x="16249" y="11970"/>
                  </a:cubicBezTo>
                  <a:cubicBezTo>
                    <a:pt x="16431" y="11970"/>
                    <a:pt x="16607" y="11985"/>
                    <a:pt x="16772" y="12018"/>
                  </a:cubicBezTo>
                  <a:cubicBezTo>
                    <a:pt x="17655" y="12196"/>
                    <a:pt x="18584" y="12946"/>
                    <a:pt x="19511" y="13199"/>
                  </a:cubicBezTo>
                  <a:cubicBezTo>
                    <a:pt x="20586" y="13491"/>
                    <a:pt x="21754" y="13667"/>
                    <a:pt x="22915" y="13667"/>
                  </a:cubicBezTo>
                  <a:cubicBezTo>
                    <a:pt x="23972" y="13667"/>
                    <a:pt x="25023" y="13521"/>
                    <a:pt x="25993" y="13185"/>
                  </a:cubicBezTo>
                  <a:cubicBezTo>
                    <a:pt x="26414" y="13039"/>
                    <a:pt x="26822" y="12852"/>
                    <a:pt x="27258" y="12759"/>
                  </a:cubicBezTo>
                  <a:cubicBezTo>
                    <a:pt x="27985" y="12605"/>
                    <a:pt x="28714" y="12569"/>
                    <a:pt x="29445" y="12569"/>
                  </a:cubicBezTo>
                  <a:cubicBezTo>
                    <a:pt x="30076" y="12569"/>
                    <a:pt x="30707" y="12595"/>
                    <a:pt x="31338" y="12595"/>
                  </a:cubicBezTo>
                  <a:cubicBezTo>
                    <a:pt x="31778" y="12595"/>
                    <a:pt x="32218" y="12582"/>
                    <a:pt x="32658" y="12539"/>
                  </a:cubicBezTo>
                  <a:cubicBezTo>
                    <a:pt x="33006" y="12503"/>
                    <a:pt x="33329" y="12489"/>
                    <a:pt x="33640" y="12489"/>
                  </a:cubicBezTo>
                  <a:cubicBezTo>
                    <a:pt x="34610" y="12489"/>
                    <a:pt x="35455" y="12627"/>
                    <a:pt x="36556" y="12695"/>
                  </a:cubicBezTo>
                  <a:cubicBezTo>
                    <a:pt x="36874" y="12713"/>
                    <a:pt x="37259" y="12733"/>
                    <a:pt x="37659" y="12733"/>
                  </a:cubicBezTo>
                  <a:cubicBezTo>
                    <a:pt x="38373" y="12733"/>
                    <a:pt x="39135" y="12670"/>
                    <a:pt x="39658" y="12422"/>
                  </a:cubicBezTo>
                  <a:cubicBezTo>
                    <a:pt x="40129" y="12198"/>
                    <a:pt x="40515" y="11723"/>
                    <a:pt x="40483" y="11203"/>
                  </a:cubicBezTo>
                  <a:cubicBezTo>
                    <a:pt x="40469" y="10960"/>
                    <a:pt x="40366" y="10730"/>
                    <a:pt x="40244" y="10519"/>
                  </a:cubicBezTo>
                  <a:cubicBezTo>
                    <a:pt x="39944" y="10011"/>
                    <a:pt x="39492" y="9576"/>
                    <a:pt x="38932" y="9391"/>
                  </a:cubicBezTo>
                  <a:cubicBezTo>
                    <a:pt x="38752" y="9331"/>
                    <a:pt x="38560" y="9300"/>
                    <a:pt x="38369" y="9300"/>
                  </a:cubicBezTo>
                  <a:cubicBezTo>
                    <a:pt x="37969" y="9300"/>
                    <a:pt x="37571" y="9435"/>
                    <a:pt x="37284" y="9711"/>
                  </a:cubicBezTo>
                  <a:cubicBezTo>
                    <a:pt x="37368" y="8463"/>
                    <a:pt x="36023" y="7363"/>
                    <a:pt x="34842" y="7363"/>
                  </a:cubicBezTo>
                  <a:cubicBezTo>
                    <a:pt x="34804" y="7363"/>
                    <a:pt x="34766" y="7364"/>
                    <a:pt x="34728" y="7366"/>
                  </a:cubicBezTo>
                  <a:cubicBezTo>
                    <a:pt x="33642" y="7432"/>
                    <a:pt x="32662" y="8333"/>
                    <a:pt x="32507" y="9413"/>
                  </a:cubicBezTo>
                  <a:cubicBezTo>
                    <a:pt x="32118" y="8923"/>
                    <a:pt x="31619" y="8490"/>
                    <a:pt x="31015" y="8329"/>
                  </a:cubicBezTo>
                  <a:cubicBezTo>
                    <a:pt x="30869" y="8290"/>
                    <a:pt x="30716" y="8270"/>
                    <a:pt x="30564" y="8270"/>
                  </a:cubicBezTo>
                  <a:cubicBezTo>
                    <a:pt x="30083" y="8270"/>
                    <a:pt x="29603" y="8465"/>
                    <a:pt x="29335" y="8857"/>
                  </a:cubicBezTo>
                  <a:cubicBezTo>
                    <a:pt x="29259" y="7601"/>
                    <a:pt x="28521" y="6386"/>
                    <a:pt x="27572" y="5588"/>
                  </a:cubicBezTo>
                  <a:cubicBezTo>
                    <a:pt x="27003" y="5110"/>
                    <a:pt x="26302" y="4783"/>
                    <a:pt x="25561" y="4693"/>
                  </a:cubicBezTo>
                  <a:cubicBezTo>
                    <a:pt x="25419" y="4676"/>
                    <a:pt x="25277" y="4667"/>
                    <a:pt x="25135" y="4667"/>
                  </a:cubicBezTo>
                  <a:cubicBezTo>
                    <a:pt x="23673" y="4667"/>
                    <a:pt x="22228" y="5549"/>
                    <a:pt x="21597" y="6875"/>
                  </a:cubicBezTo>
                  <a:cubicBezTo>
                    <a:pt x="21050" y="5854"/>
                    <a:pt x="19954" y="5241"/>
                    <a:pt x="18923" y="5241"/>
                  </a:cubicBezTo>
                  <a:cubicBezTo>
                    <a:pt x="17982" y="5241"/>
                    <a:pt x="17096" y="5751"/>
                    <a:pt x="16727" y="6925"/>
                  </a:cubicBezTo>
                  <a:cubicBezTo>
                    <a:pt x="17445" y="4641"/>
                    <a:pt x="15224" y="1533"/>
                    <a:pt x="13332" y="539"/>
                  </a:cubicBezTo>
                  <a:cubicBezTo>
                    <a:pt x="12622" y="166"/>
                    <a:pt x="11806" y="1"/>
                    <a:pt x="109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3849654" y="2093"/>
              <a:ext cx="6557256" cy="1684172"/>
            </a:xfrm>
            <a:custGeom>
              <a:avLst/>
              <a:gdLst/>
              <a:ahLst/>
              <a:cxnLst/>
              <a:rect l="l" t="t" r="r" b="b"/>
              <a:pathLst>
                <a:path w="39285" h="10090" extrusionOk="0">
                  <a:moveTo>
                    <a:pt x="9924" y="1"/>
                  </a:moveTo>
                  <a:cubicBezTo>
                    <a:pt x="9547" y="1"/>
                    <a:pt x="9171" y="31"/>
                    <a:pt x="8800" y="92"/>
                  </a:cubicBezTo>
                  <a:cubicBezTo>
                    <a:pt x="6167" y="525"/>
                    <a:pt x="4582" y="2600"/>
                    <a:pt x="4488" y="5215"/>
                  </a:cubicBezTo>
                  <a:cubicBezTo>
                    <a:pt x="4082" y="4795"/>
                    <a:pt x="3549" y="4607"/>
                    <a:pt x="3009" y="4607"/>
                  </a:cubicBezTo>
                  <a:cubicBezTo>
                    <a:pt x="2379" y="4607"/>
                    <a:pt x="1739" y="4863"/>
                    <a:pt x="1276" y="5305"/>
                  </a:cubicBezTo>
                  <a:cubicBezTo>
                    <a:pt x="1" y="6521"/>
                    <a:pt x="476" y="8358"/>
                    <a:pt x="2022" y="8979"/>
                  </a:cubicBezTo>
                  <a:cubicBezTo>
                    <a:pt x="2577" y="9203"/>
                    <a:pt x="3196" y="9297"/>
                    <a:pt x="3824" y="9297"/>
                  </a:cubicBezTo>
                  <a:cubicBezTo>
                    <a:pt x="4661" y="9297"/>
                    <a:pt x="5514" y="9130"/>
                    <a:pt x="6254" y="8882"/>
                  </a:cubicBezTo>
                  <a:cubicBezTo>
                    <a:pt x="6560" y="8782"/>
                    <a:pt x="6867" y="8658"/>
                    <a:pt x="7190" y="8658"/>
                  </a:cubicBezTo>
                  <a:cubicBezTo>
                    <a:pt x="7193" y="8658"/>
                    <a:pt x="7197" y="8658"/>
                    <a:pt x="7200" y="8658"/>
                  </a:cubicBezTo>
                  <a:cubicBezTo>
                    <a:pt x="7601" y="8663"/>
                    <a:pt x="7966" y="8864"/>
                    <a:pt x="8336" y="9015"/>
                  </a:cubicBezTo>
                  <a:cubicBezTo>
                    <a:pt x="9055" y="9307"/>
                    <a:pt x="9823" y="9418"/>
                    <a:pt x="10600" y="9418"/>
                  </a:cubicBezTo>
                  <a:cubicBezTo>
                    <a:pt x="11317" y="9418"/>
                    <a:pt x="12042" y="9324"/>
                    <a:pt x="12745" y="9190"/>
                  </a:cubicBezTo>
                  <a:cubicBezTo>
                    <a:pt x="13156" y="9112"/>
                    <a:pt x="13634" y="8971"/>
                    <a:pt x="14131" y="8829"/>
                  </a:cubicBezTo>
                  <a:cubicBezTo>
                    <a:pt x="14891" y="8612"/>
                    <a:pt x="15699" y="8393"/>
                    <a:pt x="16403" y="8393"/>
                  </a:cubicBezTo>
                  <a:cubicBezTo>
                    <a:pt x="16583" y="8393"/>
                    <a:pt x="16756" y="8407"/>
                    <a:pt x="16920" y="8440"/>
                  </a:cubicBezTo>
                  <a:cubicBezTo>
                    <a:pt x="17801" y="8617"/>
                    <a:pt x="18730" y="9367"/>
                    <a:pt x="19658" y="9620"/>
                  </a:cubicBezTo>
                  <a:cubicBezTo>
                    <a:pt x="20732" y="9913"/>
                    <a:pt x="21900" y="10089"/>
                    <a:pt x="23061" y="10089"/>
                  </a:cubicBezTo>
                  <a:cubicBezTo>
                    <a:pt x="24119" y="10089"/>
                    <a:pt x="25171" y="9943"/>
                    <a:pt x="26141" y="9606"/>
                  </a:cubicBezTo>
                  <a:cubicBezTo>
                    <a:pt x="26562" y="9460"/>
                    <a:pt x="26970" y="9275"/>
                    <a:pt x="27406" y="9182"/>
                  </a:cubicBezTo>
                  <a:cubicBezTo>
                    <a:pt x="28132" y="9027"/>
                    <a:pt x="28862" y="8991"/>
                    <a:pt x="29593" y="8991"/>
                  </a:cubicBezTo>
                  <a:cubicBezTo>
                    <a:pt x="30222" y="8991"/>
                    <a:pt x="30851" y="9017"/>
                    <a:pt x="31481" y="9017"/>
                  </a:cubicBezTo>
                  <a:cubicBezTo>
                    <a:pt x="31922" y="9017"/>
                    <a:pt x="32364" y="9004"/>
                    <a:pt x="32804" y="8960"/>
                  </a:cubicBezTo>
                  <a:cubicBezTo>
                    <a:pt x="33151" y="8925"/>
                    <a:pt x="33472" y="8911"/>
                    <a:pt x="33781" y="8911"/>
                  </a:cubicBezTo>
                  <a:cubicBezTo>
                    <a:pt x="34754" y="8911"/>
                    <a:pt x="35600" y="9050"/>
                    <a:pt x="36704" y="9116"/>
                  </a:cubicBezTo>
                  <a:cubicBezTo>
                    <a:pt x="37004" y="9134"/>
                    <a:pt x="37469" y="9212"/>
                    <a:pt x="37904" y="9212"/>
                  </a:cubicBezTo>
                  <a:cubicBezTo>
                    <a:pt x="38265" y="9212"/>
                    <a:pt x="38605" y="9159"/>
                    <a:pt x="38812" y="8972"/>
                  </a:cubicBezTo>
                  <a:cubicBezTo>
                    <a:pt x="39284" y="8547"/>
                    <a:pt x="39103" y="7640"/>
                    <a:pt x="38587" y="7326"/>
                  </a:cubicBezTo>
                  <a:cubicBezTo>
                    <a:pt x="38374" y="7197"/>
                    <a:pt x="38131" y="7141"/>
                    <a:pt x="37883" y="7141"/>
                  </a:cubicBezTo>
                  <a:cubicBezTo>
                    <a:pt x="37571" y="7141"/>
                    <a:pt x="37251" y="7230"/>
                    <a:pt x="36971" y="7371"/>
                  </a:cubicBezTo>
                  <a:cubicBezTo>
                    <a:pt x="36814" y="6381"/>
                    <a:pt x="35826" y="5635"/>
                    <a:pt x="34825" y="5635"/>
                  </a:cubicBezTo>
                  <a:cubicBezTo>
                    <a:pt x="34810" y="5635"/>
                    <a:pt x="34796" y="5635"/>
                    <a:pt x="34781" y="5636"/>
                  </a:cubicBezTo>
                  <a:cubicBezTo>
                    <a:pt x="33766" y="5658"/>
                    <a:pt x="32833" y="6374"/>
                    <a:pt x="32426" y="7307"/>
                  </a:cubicBezTo>
                  <a:cubicBezTo>
                    <a:pt x="32145" y="6699"/>
                    <a:pt x="31485" y="6290"/>
                    <a:pt x="30818" y="6290"/>
                  </a:cubicBezTo>
                  <a:cubicBezTo>
                    <a:pt x="30770" y="6290"/>
                    <a:pt x="30722" y="6292"/>
                    <a:pt x="30674" y="6296"/>
                  </a:cubicBezTo>
                  <a:cubicBezTo>
                    <a:pt x="29957" y="6364"/>
                    <a:pt x="29312" y="6913"/>
                    <a:pt x="29132" y="7609"/>
                  </a:cubicBezTo>
                  <a:cubicBezTo>
                    <a:pt x="28799" y="5803"/>
                    <a:pt x="27848" y="4379"/>
                    <a:pt x="25955" y="4009"/>
                  </a:cubicBezTo>
                  <a:cubicBezTo>
                    <a:pt x="25694" y="3958"/>
                    <a:pt x="25429" y="3933"/>
                    <a:pt x="25164" y="3933"/>
                  </a:cubicBezTo>
                  <a:cubicBezTo>
                    <a:pt x="24465" y="3933"/>
                    <a:pt x="23766" y="4107"/>
                    <a:pt x="23144" y="4427"/>
                  </a:cubicBezTo>
                  <a:cubicBezTo>
                    <a:pt x="22769" y="4622"/>
                    <a:pt x="21328" y="5591"/>
                    <a:pt x="21433" y="6150"/>
                  </a:cubicBezTo>
                  <a:cubicBezTo>
                    <a:pt x="21224" y="5045"/>
                    <a:pt x="20226" y="4139"/>
                    <a:pt x="19106" y="4039"/>
                  </a:cubicBezTo>
                  <a:cubicBezTo>
                    <a:pt x="19035" y="4033"/>
                    <a:pt x="18965" y="4030"/>
                    <a:pt x="18895" y="4030"/>
                  </a:cubicBezTo>
                  <a:cubicBezTo>
                    <a:pt x="17844" y="4030"/>
                    <a:pt x="16815" y="4717"/>
                    <a:pt x="16438" y="5703"/>
                  </a:cubicBezTo>
                  <a:cubicBezTo>
                    <a:pt x="16297" y="3933"/>
                    <a:pt x="15308" y="2266"/>
                    <a:pt x="13864" y="1233"/>
                  </a:cubicBezTo>
                  <a:cubicBezTo>
                    <a:pt x="12725" y="420"/>
                    <a:pt x="11324" y="1"/>
                    <a:pt x="99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83646" y="2749146"/>
            <a:ext cx="506188" cy="2394362"/>
            <a:chOff x="4294800" y="3132025"/>
            <a:chExt cx="133425" cy="631125"/>
          </a:xfrm>
        </p:grpSpPr>
        <p:sp>
          <p:nvSpPr>
            <p:cNvPr id="15" name="Google Shape;15;p2"/>
            <p:cNvSpPr/>
            <p:nvPr/>
          </p:nvSpPr>
          <p:spPr>
            <a:xfrm>
              <a:off x="4294800" y="3132025"/>
              <a:ext cx="133425" cy="631125"/>
            </a:xfrm>
            <a:custGeom>
              <a:avLst/>
              <a:gdLst/>
              <a:ahLst/>
              <a:cxnLst/>
              <a:rect l="l" t="t" r="r" b="b"/>
              <a:pathLst>
                <a:path w="5337" h="25245" extrusionOk="0">
                  <a:moveTo>
                    <a:pt x="2624" y="0"/>
                  </a:moveTo>
                  <a:lnTo>
                    <a:pt x="2448" y="1981"/>
                  </a:lnTo>
                  <a:lnTo>
                    <a:pt x="2011" y="1981"/>
                  </a:lnTo>
                  <a:lnTo>
                    <a:pt x="2011" y="2830"/>
                  </a:lnTo>
                  <a:cubicBezTo>
                    <a:pt x="2011" y="2830"/>
                    <a:pt x="130" y="3538"/>
                    <a:pt x="351" y="5658"/>
                  </a:cubicBezTo>
                  <a:lnTo>
                    <a:pt x="1" y="5942"/>
                  </a:lnTo>
                  <a:lnTo>
                    <a:pt x="262" y="6224"/>
                  </a:lnTo>
                  <a:lnTo>
                    <a:pt x="262" y="8299"/>
                  </a:lnTo>
                  <a:lnTo>
                    <a:pt x="1" y="8299"/>
                  </a:lnTo>
                  <a:lnTo>
                    <a:pt x="1" y="9007"/>
                  </a:lnTo>
                  <a:lnTo>
                    <a:pt x="584" y="9007"/>
                  </a:lnTo>
                  <a:lnTo>
                    <a:pt x="650" y="25245"/>
                  </a:lnTo>
                  <a:lnTo>
                    <a:pt x="4687" y="25245"/>
                  </a:lnTo>
                  <a:lnTo>
                    <a:pt x="4753" y="9007"/>
                  </a:lnTo>
                  <a:lnTo>
                    <a:pt x="5336" y="9007"/>
                  </a:lnTo>
                  <a:lnTo>
                    <a:pt x="5336" y="8299"/>
                  </a:lnTo>
                  <a:lnTo>
                    <a:pt x="5067" y="8299"/>
                  </a:lnTo>
                  <a:lnTo>
                    <a:pt x="5067" y="6224"/>
                  </a:lnTo>
                  <a:lnTo>
                    <a:pt x="5064" y="6224"/>
                  </a:lnTo>
                  <a:lnTo>
                    <a:pt x="5335" y="5942"/>
                  </a:lnTo>
                  <a:lnTo>
                    <a:pt x="4972" y="5658"/>
                  </a:lnTo>
                  <a:cubicBezTo>
                    <a:pt x="5200" y="3535"/>
                    <a:pt x="3256" y="2830"/>
                    <a:pt x="3256" y="2830"/>
                  </a:cubicBezTo>
                  <a:lnTo>
                    <a:pt x="3256" y="1981"/>
                  </a:lnTo>
                  <a:lnTo>
                    <a:pt x="2805" y="1981"/>
                  </a:lnTo>
                  <a:lnTo>
                    <a:pt x="262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4339650" y="3270750"/>
              <a:ext cx="43775" cy="67225"/>
            </a:xfrm>
            <a:custGeom>
              <a:avLst/>
              <a:gdLst/>
              <a:ahLst/>
              <a:cxnLst/>
              <a:rect l="l" t="t" r="r" b="b"/>
              <a:pathLst>
                <a:path w="1751" h="2689" extrusionOk="0">
                  <a:moveTo>
                    <a:pt x="876" y="1"/>
                  </a:moveTo>
                  <a:cubicBezTo>
                    <a:pt x="0" y="1"/>
                    <a:pt x="0" y="796"/>
                    <a:pt x="0" y="796"/>
                  </a:cubicBezTo>
                  <a:lnTo>
                    <a:pt x="0" y="2687"/>
                  </a:lnTo>
                  <a:lnTo>
                    <a:pt x="0" y="2688"/>
                  </a:lnTo>
                  <a:lnTo>
                    <a:pt x="1750" y="2688"/>
                  </a:lnTo>
                  <a:lnTo>
                    <a:pt x="1750" y="698"/>
                  </a:lnTo>
                  <a:cubicBezTo>
                    <a:pt x="1750" y="698"/>
                    <a:pt x="1750" y="1"/>
                    <a:pt x="8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4309425" y="3274275"/>
              <a:ext cx="12075" cy="63650"/>
            </a:xfrm>
            <a:custGeom>
              <a:avLst/>
              <a:gdLst/>
              <a:ahLst/>
              <a:cxnLst/>
              <a:rect l="l" t="t" r="r" b="b"/>
              <a:pathLst>
                <a:path w="483" h="2546" extrusionOk="0">
                  <a:moveTo>
                    <a:pt x="242" y="0"/>
                  </a:moveTo>
                  <a:cubicBezTo>
                    <a:pt x="1" y="0"/>
                    <a:pt x="1" y="754"/>
                    <a:pt x="1" y="754"/>
                  </a:cubicBezTo>
                  <a:lnTo>
                    <a:pt x="1" y="2546"/>
                  </a:lnTo>
                  <a:lnTo>
                    <a:pt x="483" y="2546"/>
                  </a:lnTo>
                  <a:lnTo>
                    <a:pt x="483" y="661"/>
                  </a:lnTo>
                  <a:cubicBezTo>
                    <a:pt x="483" y="661"/>
                    <a:pt x="483" y="0"/>
                    <a:pt x="2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4400500" y="3275050"/>
              <a:ext cx="12050" cy="63675"/>
            </a:xfrm>
            <a:custGeom>
              <a:avLst/>
              <a:gdLst/>
              <a:ahLst/>
              <a:cxnLst/>
              <a:rect l="l" t="t" r="r" b="b"/>
              <a:pathLst>
                <a:path w="482" h="2547" extrusionOk="0">
                  <a:moveTo>
                    <a:pt x="241" y="0"/>
                  </a:moveTo>
                  <a:cubicBezTo>
                    <a:pt x="1" y="0"/>
                    <a:pt x="1" y="755"/>
                    <a:pt x="1" y="755"/>
                  </a:cubicBezTo>
                  <a:lnTo>
                    <a:pt x="1" y="2547"/>
                  </a:lnTo>
                  <a:lnTo>
                    <a:pt x="482" y="2547"/>
                  </a:lnTo>
                  <a:lnTo>
                    <a:pt x="482" y="661"/>
                  </a:lnTo>
                  <a:cubicBezTo>
                    <a:pt x="482" y="661"/>
                    <a:pt x="482" y="0"/>
                    <a:pt x="2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 name="Google Shape;19;p2"/>
          <p:cNvSpPr/>
          <p:nvPr/>
        </p:nvSpPr>
        <p:spPr>
          <a:xfrm>
            <a:off x="0" y="4464200"/>
            <a:ext cx="9220200" cy="698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4578775" y="1836475"/>
            <a:ext cx="3090000" cy="8418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2" name="Google Shape;22;p3"/>
          <p:cNvSpPr txBox="1">
            <a:spLocks noGrp="1"/>
          </p:cNvSpPr>
          <p:nvPr>
            <p:ph type="title" idx="2" hasCustomPrompt="1"/>
          </p:nvPr>
        </p:nvSpPr>
        <p:spPr>
          <a:xfrm>
            <a:off x="3603475" y="1836450"/>
            <a:ext cx="670500" cy="14706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6000"/>
              <a:buNone/>
              <a:defRPr sz="5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3" name="Google Shape;23;p3"/>
          <p:cNvSpPr txBox="1">
            <a:spLocks noGrp="1"/>
          </p:cNvSpPr>
          <p:nvPr>
            <p:ph type="subTitle" idx="1"/>
          </p:nvPr>
        </p:nvSpPr>
        <p:spPr>
          <a:xfrm>
            <a:off x="4578775" y="2635300"/>
            <a:ext cx="3090000" cy="671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sz="1600">
                <a:solidFill>
                  <a:schemeClr val="dk1"/>
                </a:solidFill>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0"/>
              </a:spcBef>
              <a:spcAft>
                <a:spcPts val="0"/>
              </a:spcAft>
              <a:buClr>
                <a:schemeClr val="dk1"/>
              </a:buClr>
              <a:buSzPts val="1400"/>
              <a:buNone/>
              <a:defRPr>
                <a:solidFill>
                  <a:schemeClr val="dk1"/>
                </a:solidFill>
              </a:defRPr>
            </a:lvl3pPr>
            <a:lvl4pPr lvl="3" algn="ctr" rtl="0">
              <a:lnSpc>
                <a:spcPct val="100000"/>
              </a:lnSpc>
              <a:spcBef>
                <a:spcPts val="0"/>
              </a:spcBef>
              <a:spcAft>
                <a:spcPts val="0"/>
              </a:spcAft>
              <a:buClr>
                <a:schemeClr val="dk1"/>
              </a:buClr>
              <a:buSzPts val="1400"/>
              <a:buNone/>
              <a:defRPr>
                <a:solidFill>
                  <a:schemeClr val="dk1"/>
                </a:solidFill>
              </a:defRPr>
            </a:lvl4pPr>
            <a:lvl5pPr lvl="4" algn="ctr" rtl="0">
              <a:lnSpc>
                <a:spcPct val="100000"/>
              </a:lnSpc>
              <a:spcBef>
                <a:spcPts val="0"/>
              </a:spcBef>
              <a:spcAft>
                <a:spcPts val="0"/>
              </a:spcAft>
              <a:buClr>
                <a:schemeClr val="dk1"/>
              </a:buClr>
              <a:buSzPts val="1400"/>
              <a:buNone/>
              <a:defRPr>
                <a:solidFill>
                  <a:schemeClr val="dk1"/>
                </a:solidFill>
              </a:defRPr>
            </a:lvl5pPr>
            <a:lvl6pPr lvl="5" algn="ctr" rtl="0">
              <a:lnSpc>
                <a:spcPct val="100000"/>
              </a:lnSpc>
              <a:spcBef>
                <a:spcPts val="0"/>
              </a:spcBef>
              <a:spcAft>
                <a:spcPts val="0"/>
              </a:spcAft>
              <a:buClr>
                <a:schemeClr val="dk1"/>
              </a:buClr>
              <a:buSzPts val="1400"/>
              <a:buNone/>
              <a:defRPr>
                <a:solidFill>
                  <a:schemeClr val="dk1"/>
                </a:solidFill>
              </a:defRPr>
            </a:lvl6pPr>
            <a:lvl7pPr lvl="6" algn="ctr" rtl="0">
              <a:lnSpc>
                <a:spcPct val="100000"/>
              </a:lnSpc>
              <a:spcBef>
                <a:spcPts val="0"/>
              </a:spcBef>
              <a:spcAft>
                <a:spcPts val="0"/>
              </a:spcAft>
              <a:buClr>
                <a:schemeClr val="dk1"/>
              </a:buClr>
              <a:buSzPts val="1400"/>
              <a:buNone/>
              <a:defRPr>
                <a:solidFill>
                  <a:schemeClr val="dk1"/>
                </a:solidFill>
              </a:defRPr>
            </a:lvl7pPr>
            <a:lvl8pPr lvl="7" algn="ctr" rtl="0">
              <a:lnSpc>
                <a:spcPct val="100000"/>
              </a:lnSpc>
              <a:spcBef>
                <a:spcPts val="0"/>
              </a:spcBef>
              <a:spcAft>
                <a:spcPts val="0"/>
              </a:spcAft>
              <a:buClr>
                <a:schemeClr val="dk1"/>
              </a:buClr>
              <a:buSzPts val="1400"/>
              <a:buNone/>
              <a:defRPr>
                <a:solidFill>
                  <a:schemeClr val="dk1"/>
                </a:solidFill>
              </a:defRPr>
            </a:lvl8pPr>
            <a:lvl9pPr lvl="8" algn="ctr" rtl="0">
              <a:lnSpc>
                <a:spcPct val="100000"/>
              </a:lnSpc>
              <a:spcBef>
                <a:spcPts val="0"/>
              </a:spcBef>
              <a:spcAft>
                <a:spcPts val="0"/>
              </a:spcAft>
              <a:buClr>
                <a:schemeClr val="dk1"/>
              </a:buClr>
              <a:buSzPts val="1400"/>
              <a:buNone/>
              <a:defRPr>
                <a:solidFill>
                  <a:schemeClr val="dk1"/>
                </a:solidFill>
              </a:defRPr>
            </a:lvl9pPr>
          </a:lstStyle>
          <a:p>
            <a:endParaRPr/>
          </a:p>
        </p:txBody>
      </p:sp>
      <p:sp>
        <p:nvSpPr>
          <p:cNvPr id="24" name="Google Shape;24;p3"/>
          <p:cNvSpPr/>
          <p:nvPr/>
        </p:nvSpPr>
        <p:spPr>
          <a:xfrm>
            <a:off x="6663639" y="2146984"/>
            <a:ext cx="3089955" cy="2880649"/>
          </a:xfrm>
          <a:custGeom>
            <a:avLst/>
            <a:gdLst/>
            <a:ahLst/>
            <a:cxnLst/>
            <a:rect l="l" t="t" r="r" b="b"/>
            <a:pathLst>
              <a:path w="40524" h="37779" extrusionOk="0">
                <a:moveTo>
                  <a:pt x="30392" y="14129"/>
                </a:moveTo>
                <a:cubicBezTo>
                  <a:pt x="30583" y="14129"/>
                  <a:pt x="30583" y="14361"/>
                  <a:pt x="30583" y="14361"/>
                </a:cubicBezTo>
                <a:lnTo>
                  <a:pt x="30583" y="15025"/>
                </a:lnTo>
                <a:lnTo>
                  <a:pt x="30200" y="15025"/>
                </a:lnTo>
                <a:lnTo>
                  <a:pt x="30200" y="14395"/>
                </a:lnTo>
                <a:cubicBezTo>
                  <a:pt x="30200" y="14395"/>
                  <a:pt x="30200" y="14129"/>
                  <a:pt x="30392" y="14129"/>
                </a:cubicBezTo>
                <a:close/>
                <a:moveTo>
                  <a:pt x="31712" y="14136"/>
                </a:moveTo>
                <a:cubicBezTo>
                  <a:pt x="31905" y="14136"/>
                  <a:pt x="31905" y="14368"/>
                  <a:pt x="31905" y="14368"/>
                </a:cubicBezTo>
                <a:lnTo>
                  <a:pt x="31905" y="15032"/>
                </a:lnTo>
                <a:lnTo>
                  <a:pt x="31521" y="15032"/>
                </a:lnTo>
                <a:lnTo>
                  <a:pt x="31521" y="14402"/>
                </a:lnTo>
                <a:cubicBezTo>
                  <a:pt x="31521" y="14402"/>
                  <a:pt x="31521" y="14136"/>
                  <a:pt x="31712" y="14136"/>
                </a:cubicBezTo>
                <a:close/>
                <a:moveTo>
                  <a:pt x="31061" y="14148"/>
                </a:moveTo>
                <a:cubicBezTo>
                  <a:pt x="31252" y="14148"/>
                  <a:pt x="31252" y="14380"/>
                  <a:pt x="31252" y="14380"/>
                </a:cubicBezTo>
                <a:lnTo>
                  <a:pt x="31252" y="15040"/>
                </a:lnTo>
                <a:lnTo>
                  <a:pt x="30870" y="15040"/>
                </a:lnTo>
                <a:lnTo>
                  <a:pt x="30870" y="14413"/>
                </a:lnTo>
                <a:cubicBezTo>
                  <a:pt x="30870" y="14413"/>
                  <a:pt x="30870" y="14148"/>
                  <a:pt x="31061" y="14148"/>
                </a:cubicBezTo>
                <a:close/>
                <a:moveTo>
                  <a:pt x="28438" y="14162"/>
                </a:moveTo>
                <a:cubicBezTo>
                  <a:pt x="28630" y="14162"/>
                  <a:pt x="28630" y="14394"/>
                  <a:pt x="28630" y="14394"/>
                </a:cubicBezTo>
                <a:lnTo>
                  <a:pt x="28630" y="15056"/>
                </a:lnTo>
                <a:lnTo>
                  <a:pt x="28246" y="15056"/>
                </a:lnTo>
                <a:lnTo>
                  <a:pt x="28246" y="14427"/>
                </a:lnTo>
                <a:cubicBezTo>
                  <a:pt x="28246" y="14427"/>
                  <a:pt x="28246" y="14162"/>
                  <a:pt x="28438" y="14162"/>
                </a:cubicBezTo>
                <a:close/>
                <a:moveTo>
                  <a:pt x="29088" y="14162"/>
                </a:moveTo>
                <a:cubicBezTo>
                  <a:pt x="29279" y="14162"/>
                  <a:pt x="29279" y="14394"/>
                  <a:pt x="29279" y="14394"/>
                </a:cubicBezTo>
                <a:lnTo>
                  <a:pt x="29279" y="15056"/>
                </a:lnTo>
                <a:lnTo>
                  <a:pt x="28897" y="15056"/>
                </a:lnTo>
                <a:lnTo>
                  <a:pt x="28897" y="14427"/>
                </a:lnTo>
                <a:cubicBezTo>
                  <a:pt x="28897" y="14427"/>
                  <a:pt x="28897" y="14162"/>
                  <a:pt x="29088" y="14162"/>
                </a:cubicBezTo>
                <a:close/>
                <a:moveTo>
                  <a:pt x="29753" y="14162"/>
                </a:moveTo>
                <a:cubicBezTo>
                  <a:pt x="29944" y="14162"/>
                  <a:pt x="29944" y="14394"/>
                  <a:pt x="29944" y="14394"/>
                </a:cubicBezTo>
                <a:lnTo>
                  <a:pt x="29944" y="15056"/>
                </a:lnTo>
                <a:lnTo>
                  <a:pt x="29560" y="15056"/>
                </a:lnTo>
                <a:lnTo>
                  <a:pt x="29560" y="14427"/>
                </a:lnTo>
                <a:cubicBezTo>
                  <a:pt x="29560" y="14427"/>
                  <a:pt x="29560" y="14162"/>
                  <a:pt x="29753" y="14162"/>
                </a:cubicBezTo>
                <a:close/>
                <a:moveTo>
                  <a:pt x="27062" y="14190"/>
                </a:moveTo>
                <a:cubicBezTo>
                  <a:pt x="27254" y="14190"/>
                  <a:pt x="27254" y="14422"/>
                  <a:pt x="27254" y="14422"/>
                </a:cubicBezTo>
                <a:lnTo>
                  <a:pt x="27254" y="15084"/>
                </a:lnTo>
                <a:lnTo>
                  <a:pt x="26871" y="15084"/>
                </a:lnTo>
                <a:lnTo>
                  <a:pt x="26871" y="14456"/>
                </a:lnTo>
                <a:cubicBezTo>
                  <a:pt x="26871" y="14456"/>
                  <a:pt x="26871" y="14190"/>
                  <a:pt x="27062" y="14190"/>
                </a:cubicBezTo>
                <a:close/>
                <a:moveTo>
                  <a:pt x="27750" y="14196"/>
                </a:moveTo>
                <a:cubicBezTo>
                  <a:pt x="27941" y="14196"/>
                  <a:pt x="27941" y="14426"/>
                  <a:pt x="27941" y="14426"/>
                </a:cubicBezTo>
                <a:lnTo>
                  <a:pt x="27941" y="15089"/>
                </a:lnTo>
                <a:lnTo>
                  <a:pt x="27557" y="15089"/>
                </a:lnTo>
                <a:lnTo>
                  <a:pt x="27557" y="14460"/>
                </a:lnTo>
                <a:cubicBezTo>
                  <a:pt x="27557" y="14460"/>
                  <a:pt x="27557" y="14196"/>
                  <a:pt x="27750" y="14196"/>
                </a:cubicBezTo>
                <a:close/>
                <a:moveTo>
                  <a:pt x="21100" y="14218"/>
                </a:moveTo>
                <a:cubicBezTo>
                  <a:pt x="21292" y="14218"/>
                  <a:pt x="21292" y="14450"/>
                  <a:pt x="21292" y="14450"/>
                </a:cubicBezTo>
                <a:lnTo>
                  <a:pt x="21292" y="15112"/>
                </a:lnTo>
                <a:lnTo>
                  <a:pt x="20909" y="15112"/>
                </a:lnTo>
                <a:lnTo>
                  <a:pt x="20909" y="14484"/>
                </a:lnTo>
                <a:cubicBezTo>
                  <a:pt x="20909" y="14484"/>
                  <a:pt x="20909" y="14218"/>
                  <a:pt x="21100" y="14218"/>
                </a:cubicBezTo>
                <a:close/>
                <a:moveTo>
                  <a:pt x="21752" y="14218"/>
                </a:moveTo>
                <a:cubicBezTo>
                  <a:pt x="21943" y="14218"/>
                  <a:pt x="21943" y="14450"/>
                  <a:pt x="21943" y="14450"/>
                </a:cubicBezTo>
                <a:lnTo>
                  <a:pt x="21943" y="15112"/>
                </a:lnTo>
                <a:lnTo>
                  <a:pt x="21561" y="15112"/>
                </a:lnTo>
                <a:lnTo>
                  <a:pt x="21561" y="14484"/>
                </a:lnTo>
                <a:cubicBezTo>
                  <a:pt x="21561" y="14484"/>
                  <a:pt x="21561" y="14218"/>
                  <a:pt x="21752" y="14218"/>
                </a:cubicBezTo>
                <a:close/>
                <a:moveTo>
                  <a:pt x="22404" y="14218"/>
                </a:moveTo>
                <a:cubicBezTo>
                  <a:pt x="22595" y="14218"/>
                  <a:pt x="22595" y="14450"/>
                  <a:pt x="22595" y="14450"/>
                </a:cubicBezTo>
                <a:lnTo>
                  <a:pt x="22595" y="15112"/>
                </a:lnTo>
                <a:lnTo>
                  <a:pt x="22213" y="15112"/>
                </a:lnTo>
                <a:lnTo>
                  <a:pt x="22213" y="14484"/>
                </a:lnTo>
                <a:cubicBezTo>
                  <a:pt x="22213" y="14484"/>
                  <a:pt x="22213" y="14218"/>
                  <a:pt x="22404" y="14218"/>
                </a:cubicBezTo>
                <a:close/>
                <a:moveTo>
                  <a:pt x="26369" y="14224"/>
                </a:moveTo>
                <a:cubicBezTo>
                  <a:pt x="26562" y="14224"/>
                  <a:pt x="26562" y="14456"/>
                  <a:pt x="26562" y="14456"/>
                </a:cubicBezTo>
                <a:lnTo>
                  <a:pt x="26562" y="15118"/>
                </a:lnTo>
                <a:lnTo>
                  <a:pt x="26178" y="15118"/>
                </a:lnTo>
                <a:lnTo>
                  <a:pt x="26178" y="14488"/>
                </a:lnTo>
                <a:cubicBezTo>
                  <a:pt x="26178" y="14488"/>
                  <a:pt x="26178" y="14224"/>
                  <a:pt x="26369" y="14224"/>
                </a:cubicBezTo>
                <a:close/>
                <a:moveTo>
                  <a:pt x="23028" y="14231"/>
                </a:moveTo>
                <a:cubicBezTo>
                  <a:pt x="23219" y="14231"/>
                  <a:pt x="23219" y="14461"/>
                  <a:pt x="23219" y="14461"/>
                </a:cubicBezTo>
                <a:lnTo>
                  <a:pt x="23219" y="15125"/>
                </a:lnTo>
                <a:lnTo>
                  <a:pt x="22837" y="15125"/>
                </a:lnTo>
                <a:lnTo>
                  <a:pt x="22837" y="14495"/>
                </a:lnTo>
                <a:cubicBezTo>
                  <a:pt x="22837" y="14495"/>
                  <a:pt x="22837" y="14231"/>
                  <a:pt x="23028" y="14231"/>
                </a:cubicBezTo>
                <a:close/>
                <a:moveTo>
                  <a:pt x="25643" y="14232"/>
                </a:moveTo>
                <a:cubicBezTo>
                  <a:pt x="25834" y="14232"/>
                  <a:pt x="25834" y="14464"/>
                  <a:pt x="25834" y="14464"/>
                </a:cubicBezTo>
                <a:lnTo>
                  <a:pt x="25834" y="15126"/>
                </a:lnTo>
                <a:lnTo>
                  <a:pt x="25452" y="15126"/>
                </a:lnTo>
                <a:lnTo>
                  <a:pt x="25452" y="14498"/>
                </a:lnTo>
                <a:cubicBezTo>
                  <a:pt x="25452" y="14498"/>
                  <a:pt x="25452" y="14232"/>
                  <a:pt x="25643" y="14232"/>
                </a:cubicBezTo>
                <a:close/>
                <a:moveTo>
                  <a:pt x="23671" y="14240"/>
                </a:moveTo>
                <a:cubicBezTo>
                  <a:pt x="23862" y="14240"/>
                  <a:pt x="23862" y="14472"/>
                  <a:pt x="23862" y="14472"/>
                </a:cubicBezTo>
                <a:lnTo>
                  <a:pt x="23862" y="15134"/>
                </a:lnTo>
                <a:lnTo>
                  <a:pt x="23480" y="15134"/>
                </a:lnTo>
                <a:lnTo>
                  <a:pt x="23480" y="14506"/>
                </a:lnTo>
                <a:cubicBezTo>
                  <a:pt x="23480" y="14506"/>
                  <a:pt x="23480" y="14240"/>
                  <a:pt x="23671" y="14240"/>
                </a:cubicBezTo>
                <a:close/>
                <a:moveTo>
                  <a:pt x="24981" y="14240"/>
                </a:moveTo>
                <a:cubicBezTo>
                  <a:pt x="25172" y="14240"/>
                  <a:pt x="25172" y="14472"/>
                  <a:pt x="25172" y="14472"/>
                </a:cubicBezTo>
                <a:lnTo>
                  <a:pt x="25172" y="15134"/>
                </a:lnTo>
                <a:lnTo>
                  <a:pt x="24788" y="15134"/>
                </a:lnTo>
                <a:lnTo>
                  <a:pt x="24788" y="14506"/>
                </a:lnTo>
                <a:cubicBezTo>
                  <a:pt x="24788" y="14506"/>
                  <a:pt x="24788" y="14240"/>
                  <a:pt x="24981" y="14240"/>
                </a:cubicBezTo>
                <a:close/>
                <a:moveTo>
                  <a:pt x="24314" y="14253"/>
                </a:moveTo>
                <a:cubicBezTo>
                  <a:pt x="24506" y="14253"/>
                  <a:pt x="24506" y="14485"/>
                  <a:pt x="24506" y="14485"/>
                </a:cubicBezTo>
                <a:lnTo>
                  <a:pt x="24506" y="15147"/>
                </a:lnTo>
                <a:lnTo>
                  <a:pt x="24123" y="15147"/>
                </a:lnTo>
                <a:lnTo>
                  <a:pt x="24123" y="14519"/>
                </a:lnTo>
                <a:cubicBezTo>
                  <a:pt x="24123" y="14519"/>
                  <a:pt x="24123" y="14253"/>
                  <a:pt x="24314" y="14253"/>
                </a:cubicBezTo>
                <a:close/>
                <a:moveTo>
                  <a:pt x="26077" y="1"/>
                </a:moveTo>
                <a:lnTo>
                  <a:pt x="26029" y="977"/>
                </a:lnTo>
                <a:cubicBezTo>
                  <a:pt x="25889" y="1006"/>
                  <a:pt x="25779" y="1149"/>
                  <a:pt x="25779" y="1325"/>
                </a:cubicBezTo>
                <a:cubicBezTo>
                  <a:pt x="25779" y="1486"/>
                  <a:pt x="25870" y="1620"/>
                  <a:pt x="25996" y="1662"/>
                </a:cubicBezTo>
                <a:lnTo>
                  <a:pt x="25980" y="2002"/>
                </a:lnTo>
                <a:cubicBezTo>
                  <a:pt x="25813" y="2053"/>
                  <a:pt x="25691" y="2231"/>
                  <a:pt x="25691" y="2446"/>
                </a:cubicBezTo>
                <a:cubicBezTo>
                  <a:pt x="25691" y="2642"/>
                  <a:pt x="25793" y="2807"/>
                  <a:pt x="25938" y="2875"/>
                </a:cubicBezTo>
                <a:lnTo>
                  <a:pt x="25922" y="3202"/>
                </a:lnTo>
                <a:lnTo>
                  <a:pt x="25052" y="3202"/>
                </a:lnTo>
                <a:lnTo>
                  <a:pt x="25052" y="3613"/>
                </a:lnTo>
                <a:lnTo>
                  <a:pt x="24707" y="3613"/>
                </a:lnTo>
                <a:lnTo>
                  <a:pt x="24707" y="4251"/>
                </a:lnTo>
                <a:lnTo>
                  <a:pt x="25013" y="4251"/>
                </a:lnTo>
                <a:lnTo>
                  <a:pt x="25013" y="5435"/>
                </a:lnTo>
                <a:lnTo>
                  <a:pt x="24707" y="5435"/>
                </a:lnTo>
                <a:lnTo>
                  <a:pt x="24707" y="5844"/>
                </a:lnTo>
                <a:cubicBezTo>
                  <a:pt x="24707" y="5844"/>
                  <a:pt x="18069" y="9395"/>
                  <a:pt x="20563" y="14084"/>
                </a:cubicBezTo>
                <a:lnTo>
                  <a:pt x="20525" y="15132"/>
                </a:lnTo>
                <a:lnTo>
                  <a:pt x="20002" y="15132"/>
                </a:lnTo>
                <a:lnTo>
                  <a:pt x="20002" y="19274"/>
                </a:lnTo>
                <a:lnTo>
                  <a:pt x="20410" y="19274"/>
                </a:lnTo>
                <a:lnTo>
                  <a:pt x="20372" y="20003"/>
                </a:lnTo>
                <a:cubicBezTo>
                  <a:pt x="19566" y="20003"/>
                  <a:pt x="18913" y="20778"/>
                  <a:pt x="18913" y="21734"/>
                </a:cubicBezTo>
                <a:lnTo>
                  <a:pt x="18913" y="23054"/>
                </a:lnTo>
                <a:lnTo>
                  <a:pt x="9899" y="23054"/>
                </a:lnTo>
                <a:lnTo>
                  <a:pt x="9899" y="25512"/>
                </a:lnTo>
                <a:lnTo>
                  <a:pt x="5986" y="25512"/>
                </a:lnTo>
                <a:lnTo>
                  <a:pt x="5986" y="28062"/>
                </a:lnTo>
                <a:lnTo>
                  <a:pt x="5640" y="28062"/>
                </a:lnTo>
                <a:lnTo>
                  <a:pt x="5640" y="29109"/>
                </a:lnTo>
                <a:lnTo>
                  <a:pt x="5332" y="29109"/>
                </a:lnTo>
                <a:lnTo>
                  <a:pt x="5332" y="29563"/>
                </a:lnTo>
                <a:lnTo>
                  <a:pt x="4642" y="30292"/>
                </a:lnTo>
                <a:lnTo>
                  <a:pt x="4642" y="31065"/>
                </a:lnTo>
                <a:lnTo>
                  <a:pt x="1" y="31065"/>
                </a:lnTo>
                <a:lnTo>
                  <a:pt x="1" y="37778"/>
                </a:lnTo>
                <a:lnTo>
                  <a:pt x="40524" y="37778"/>
                </a:lnTo>
                <a:lnTo>
                  <a:pt x="40524" y="23054"/>
                </a:lnTo>
                <a:lnTo>
                  <a:pt x="33992" y="23054"/>
                </a:lnTo>
                <a:lnTo>
                  <a:pt x="33992" y="23052"/>
                </a:lnTo>
                <a:lnTo>
                  <a:pt x="33992" y="21914"/>
                </a:lnTo>
                <a:cubicBezTo>
                  <a:pt x="33992" y="20857"/>
                  <a:pt x="33271" y="20002"/>
                  <a:pt x="32381" y="20002"/>
                </a:cubicBezTo>
                <a:lnTo>
                  <a:pt x="32339" y="19272"/>
                </a:lnTo>
                <a:lnTo>
                  <a:pt x="32789" y="19272"/>
                </a:lnTo>
                <a:lnTo>
                  <a:pt x="32789" y="14998"/>
                </a:lnTo>
                <a:lnTo>
                  <a:pt x="32210" y="15021"/>
                </a:lnTo>
                <a:lnTo>
                  <a:pt x="32187" y="13916"/>
                </a:lnTo>
                <a:cubicBezTo>
                  <a:pt x="34942" y="9227"/>
                  <a:pt x="27592" y="5842"/>
                  <a:pt x="27592" y="5842"/>
                </a:cubicBezTo>
                <a:lnTo>
                  <a:pt x="27592" y="5435"/>
                </a:lnTo>
                <a:lnTo>
                  <a:pt x="27254" y="5435"/>
                </a:lnTo>
                <a:lnTo>
                  <a:pt x="27254" y="4251"/>
                </a:lnTo>
                <a:lnTo>
                  <a:pt x="27592" y="4251"/>
                </a:lnTo>
                <a:lnTo>
                  <a:pt x="27592" y="3613"/>
                </a:lnTo>
                <a:lnTo>
                  <a:pt x="27211" y="3613"/>
                </a:lnTo>
                <a:lnTo>
                  <a:pt x="27211" y="3204"/>
                </a:lnTo>
                <a:lnTo>
                  <a:pt x="26227" y="3204"/>
                </a:lnTo>
                <a:lnTo>
                  <a:pt x="26212" y="2876"/>
                </a:lnTo>
                <a:cubicBezTo>
                  <a:pt x="26360" y="2812"/>
                  <a:pt x="26465" y="2644"/>
                  <a:pt x="26465" y="2446"/>
                </a:cubicBezTo>
                <a:cubicBezTo>
                  <a:pt x="26465" y="2230"/>
                  <a:pt x="26338" y="2051"/>
                  <a:pt x="26170" y="1999"/>
                </a:cubicBezTo>
                <a:lnTo>
                  <a:pt x="26154" y="1665"/>
                </a:lnTo>
                <a:cubicBezTo>
                  <a:pt x="26281" y="1624"/>
                  <a:pt x="26374" y="1489"/>
                  <a:pt x="26374" y="1325"/>
                </a:cubicBezTo>
                <a:cubicBezTo>
                  <a:pt x="26374" y="1149"/>
                  <a:pt x="26264" y="1003"/>
                  <a:pt x="26122" y="977"/>
                </a:cubicBezTo>
                <a:lnTo>
                  <a:pt x="260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a:off x="0" y="4464200"/>
            <a:ext cx="9220200" cy="698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a:off x="7702175" y="3308274"/>
            <a:ext cx="1012902" cy="1876459"/>
          </a:xfrm>
          <a:custGeom>
            <a:avLst/>
            <a:gdLst/>
            <a:ahLst/>
            <a:cxnLst/>
            <a:rect l="l" t="t" r="r" b="b"/>
            <a:pathLst>
              <a:path w="15918" h="29489" extrusionOk="0">
                <a:moveTo>
                  <a:pt x="7788" y="1"/>
                </a:moveTo>
                <a:lnTo>
                  <a:pt x="7675" y="2402"/>
                </a:lnTo>
                <a:cubicBezTo>
                  <a:pt x="7514" y="2499"/>
                  <a:pt x="7397" y="2766"/>
                  <a:pt x="7397" y="3083"/>
                </a:cubicBezTo>
                <a:cubicBezTo>
                  <a:pt x="7397" y="3211"/>
                  <a:pt x="7418" y="3329"/>
                  <a:pt x="7449" y="3433"/>
                </a:cubicBezTo>
                <a:lnTo>
                  <a:pt x="7076" y="3433"/>
                </a:lnTo>
                <a:lnTo>
                  <a:pt x="7076" y="4132"/>
                </a:lnTo>
                <a:lnTo>
                  <a:pt x="6565" y="4132"/>
                </a:lnTo>
                <a:lnTo>
                  <a:pt x="6565" y="4631"/>
                </a:lnTo>
                <a:lnTo>
                  <a:pt x="7186" y="4631"/>
                </a:lnTo>
                <a:cubicBezTo>
                  <a:pt x="7186" y="4631"/>
                  <a:pt x="5616" y="5130"/>
                  <a:pt x="5398" y="6429"/>
                </a:cubicBezTo>
                <a:cubicBezTo>
                  <a:pt x="5179" y="7727"/>
                  <a:pt x="5398" y="8226"/>
                  <a:pt x="5398" y="8226"/>
                </a:cubicBezTo>
                <a:cubicBezTo>
                  <a:pt x="5398" y="8226"/>
                  <a:pt x="1533" y="9524"/>
                  <a:pt x="1" y="13516"/>
                </a:cubicBezTo>
                <a:lnTo>
                  <a:pt x="1" y="29489"/>
                </a:lnTo>
                <a:lnTo>
                  <a:pt x="7806" y="29314"/>
                </a:lnTo>
                <a:lnTo>
                  <a:pt x="7806" y="29489"/>
                </a:lnTo>
                <a:lnTo>
                  <a:pt x="15918" y="29489"/>
                </a:lnTo>
                <a:lnTo>
                  <a:pt x="15918" y="13635"/>
                </a:lnTo>
                <a:cubicBezTo>
                  <a:pt x="14317" y="9593"/>
                  <a:pt x="10271" y="8280"/>
                  <a:pt x="10271" y="8280"/>
                </a:cubicBezTo>
                <a:cubicBezTo>
                  <a:pt x="10271" y="8280"/>
                  <a:pt x="10499" y="7777"/>
                  <a:pt x="10271" y="6462"/>
                </a:cubicBezTo>
                <a:cubicBezTo>
                  <a:pt x="10042" y="5150"/>
                  <a:pt x="8399" y="4644"/>
                  <a:pt x="8399" y="4644"/>
                </a:cubicBezTo>
                <a:lnTo>
                  <a:pt x="9048" y="4644"/>
                </a:lnTo>
                <a:lnTo>
                  <a:pt x="9048" y="4139"/>
                </a:lnTo>
                <a:lnTo>
                  <a:pt x="8514" y="4139"/>
                </a:lnTo>
                <a:lnTo>
                  <a:pt x="8514" y="3433"/>
                </a:lnTo>
                <a:lnTo>
                  <a:pt x="8166" y="3433"/>
                </a:lnTo>
                <a:cubicBezTo>
                  <a:pt x="8199" y="3329"/>
                  <a:pt x="8219" y="3211"/>
                  <a:pt x="8219" y="3083"/>
                </a:cubicBezTo>
                <a:cubicBezTo>
                  <a:pt x="8219" y="2740"/>
                  <a:pt x="8083" y="2456"/>
                  <a:pt x="7903" y="2381"/>
                </a:cubicBezTo>
                <a:lnTo>
                  <a:pt x="77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 name="Google Shape;27;p3"/>
          <p:cNvGrpSpPr/>
          <p:nvPr/>
        </p:nvGrpSpPr>
        <p:grpSpPr>
          <a:xfrm>
            <a:off x="8550735" y="2678336"/>
            <a:ext cx="521171" cy="2465237"/>
            <a:chOff x="4073000" y="3119125"/>
            <a:chExt cx="133425" cy="631125"/>
          </a:xfrm>
        </p:grpSpPr>
        <p:sp>
          <p:nvSpPr>
            <p:cNvPr id="28" name="Google Shape;28;p3"/>
            <p:cNvSpPr/>
            <p:nvPr/>
          </p:nvSpPr>
          <p:spPr>
            <a:xfrm>
              <a:off x="4073000" y="3119125"/>
              <a:ext cx="133425" cy="631125"/>
            </a:xfrm>
            <a:custGeom>
              <a:avLst/>
              <a:gdLst/>
              <a:ahLst/>
              <a:cxnLst/>
              <a:rect l="l" t="t" r="r" b="b"/>
              <a:pathLst>
                <a:path w="5337" h="25245" extrusionOk="0">
                  <a:moveTo>
                    <a:pt x="2621" y="0"/>
                  </a:moveTo>
                  <a:lnTo>
                    <a:pt x="2445" y="1980"/>
                  </a:lnTo>
                  <a:lnTo>
                    <a:pt x="2011" y="1980"/>
                  </a:lnTo>
                  <a:lnTo>
                    <a:pt x="2011" y="2829"/>
                  </a:lnTo>
                  <a:cubicBezTo>
                    <a:pt x="2011" y="2829"/>
                    <a:pt x="130" y="3537"/>
                    <a:pt x="349" y="5658"/>
                  </a:cubicBezTo>
                  <a:lnTo>
                    <a:pt x="1" y="5940"/>
                  </a:lnTo>
                  <a:lnTo>
                    <a:pt x="262" y="6223"/>
                  </a:lnTo>
                  <a:lnTo>
                    <a:pt x="262" y="8299"/>
                  </a:lnTo>
                  <a:lnTo>
                    <a:pt x="1" y="8299"/>
                  </a:lnTo>
                  <a:lnTo>
                    <a:pt x="1" y="9006"/>
                  </a:lnTo>
                  <a:lnTo>
                    <a:pt x="584" y="9006"/>
                  </a:lnTo>
                  <a:lnTo>
                    <a:pt x="650" y="25245"/>
                  </a:lnTo>
                  <a:lnTo>
                    <a:pt x="4686" y="25245"/>
                  </a:lnTo>
                  <a:lnTo>
                    <a:pt x="4753" y="9006"/>
                  </a:lnTo>
                  <a:lnTo>
                    <a:pt x="5336" y="9006"/>
                  </a:lnTo>
                  <a:lnTo>
                    <a:pt x="5336" y="8299"/>
                  </a:lnTo>
                  <a:lnTo>
                    <a:pt x="5065" y="8299"/>
                  </a:lnTo>
                  <a:lnTo>
                    <a:pt x="5065" y="6223"/>
                  </a:lnTo>
                  <a:lnTo>
                    <a:pt x="5062" y="6223"/>
                  </a:lnTo>
                  <a:lnTo>
                    <a:pt x="5332" y="5940"/>
                  </a:lnTo>
                  <a:lnTo>
                    <a:pt x="4971" y="5658"/>
                  </a:lnTo>
                  <a:cubicBezTo>
                    <a:pt x="5197" y="3536"/>
                    <a:pt x="3253" y="2829"/>
                    <a:pt x="3253" y="2829"/>
                  </a:cubicBezTo>
                  <a:lnTo>
                    <a:pt x="3253" y="1980"/>
                  </a:lnTo>
                  <a:lnTo>
                    <a:pt x="2802" y="1980"/>
                  </a:lnTo>
                  <a:lnTo>
                    <a:pt x="262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a:off x="4117800" y="3257825"/>
              <a:ext cx="43750" cy="67250"/>
            </a:xfrm>
            <a:custGeom>
              <a:avLst/>
              <a:gdLst/>
              <a:ahLst/>
              <a:cxnLst/>
              <a:rect l="l" t="t" r="r" b="b"/>
              <a:pathLst>
                <a:path w="1750" h="2690" extrusionOk="0">
                  <a:moveTo>
                    <a:pt x="875" y="0"/>
                  </a:moveTo>
                  <a:cubicBezTo>
                    <a:pt x="1" y="0"/>
                    <a:pt x="1" y="796"/>
                    <a:pt x="1" y="796"/>
                  </a:cubicBezTo>
                  <a:lnTo>
                    <a:pt x="1" y="2688"/>
                  </a:lnTo>
                  <a:lnTo>
                    <a:pt x="1" y="2689"/>
                  </a:lnTo>
                  <a:lnTo>
                    <a:pt x="1749" y="2689"/>
                  </a:lnTo>
                  <a:lnTo>
                    <a:pt x="1749" y="697"/>
                  </a:lnTo>
                  <a:cubicBezTo>
                    <a:pt x="1749" y="697"/>
                    <a:pt x="1749" y="0"/>
                    <a:pt x="8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a:off x="4087525" y="3261325"/>
              <a:ext cx="12075" cy="63700"/>
            </a:xfrm>
            <a:custGeom>
              <a:avLst/>
              <a:gdLst/>
              <a:ahLst/>
              <a:cxnLst/>
              <a:rect l="l" t="t" r="r" b="b"/>
              <a:pathLst>
                <a:path w="483" h="2548" extrusionOk="0">
                  <a:moveTo>
                    <a:pt x="242" y="1"/>
                  </a:moveTo>
                  <a:cubicBezTo>
                    <a:pt x="0" y="1"/>
                    <a:pt x="0" y="756"/>
                    <a:pt x="0" y="756"/>
                  </a:cubicBezTo>
                  <a:lnTo>
                    <a:pt x="0" y="2548"/>
                  </a:lnTo>
                  <a:lnTo>
                    <a:pt x="482" y="2548"/>
                  </a:lnTo>
                  <a:lnTo>
                    <a:pt x="482" y="662"/>
                  </a:lnTo>
                  <a:cubicBezTo>
                    <a:pt x="482" y="662"/>
                    <a:pt x="482" y="1"/>
                    <a:pt x="2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a:off x="4178650" y="3262150"/>
              <a:ext cx="12025" cy="63650"/>
            </a:xfrm>
            <a:custGeom>
              <a:avLst/>
              <a:gdLst/>
              <a:ahLst/>
              <a:cxnLst/>
              <a:rect l="l" t="t" r="r" b="b"/>
              <a:pathLst>
                <a:path w="481" h="2546" extrusionOk="0">
                  <a:moveTo>
                    <a:pt x="240" y="0"/>
                  </a:moveTo>
                  <a:cubicBezTo>
                    <a:pt x="0" y="0"/>
                    <a:pt x="0" y="754"/>
                    <a:pt x="0" y="754"/>
                  </a:cubicBezTo>
                  <a:lnTo>
                    <a:pt x="0" y="2546"/>
                  </a:lnTo>
                  <a:lnTo>
                    <a:pt x="481" y="2546"/>
                  </a:lnTo>
                  <a:lnTo>
                    <a:pt x="481" y="661"/>
                  </a:lnTo>
                  <a:cubicBezTo>
                    <a:pt x="481" y="661"/>
                    <a:pt x="481" y="0"/>
                    <a:pt x="2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 name="Google Shape;32;p3"/>
          <p:cNvSpPr/>
          <p:nvPr/>
        </p:nvSpPr>
        <p:spPr>
          <a:xfrm flipH="1">
            <a:off x="-444149" y="1575484"/>
            <a:ext cx="3089955" cy="2880649"/>
          </a:xfrm>
          <a:custGeom>
            <a:avLst/>
            <a:gdLst/>
            <a:ahLst/>
            <a:cxnLst/>
            <a:rect l="l" t="t" r="r" b="b"/>
            <a:pathLst>
              <a:path w="40524" h="37779" extrusionOk="0">
                <a:moveTo>
                  <a:pt x="30392" y="14129"/>
                </a:moveTo>
                <a:cubicBezTo>
                  <a:pt x="30583" y="14129"/>
                  <a:pt x="30583" y="14361"/>
                  <a:pt x="30583" y="14361"/>
                </a:cubicBezTo>
                <a:lnTo>
                  <a:pt x="30583" y="15025"/>
                </a:lnTo>
                <a:lnTo>
                  <a:pt x="30200" y="15025"/>
                </a:lnTo>
                <a:lnTo>
                  <a:pt x="30200" y="14395"/>
                </a:lnTo>
                <a:cubicBezTo>
                  <a:pt x="30200" y="14395"/>
                  <a:pt x="30200" y="14129"/>
                  <a:pt x="30392" y="14129"/>
                </a:cubicBezTo>
                <a:close/>
                <a:moveTo>
                  <a:pt x="31712" y="14136"/>
                </a:moveTo>
                <a:cubicBezTo>
                  <a:pt x="31905" y="14136"/>
                  <a:pt x="31905" y="14368"/>
                  <a:pt x="31905" y="14368"/>
                </a:cubicBezTo>
                <a:lnTo>
                  <a:pt x="31905" y="15032"/>
                </a:lnTo>
                <a:lnTo>
                  <a:pt x="31521" y="15032"/>
                </a:lnTo>
                <a:lnTo>
                  <a:pt x="31521" y="14402"/>
                </a:lnTo>
                <a:cubicBezTo>
                  <a:pt x="31521" y="14402"/>
                  <a:pt x="31521" y="14136"/>
                  <a:pt x="31712" y="14136"/>
                </a:cubicBezTo>
                <a:close/>
                <a:moveTo>
                  <a:pt x="31061" y="14148"/>
                </a:moveTo>
                <a:cubicBezTo>
                  <a:pt x="31252" y="14148"/>
                  <a:pt x="31252" y="14380"/>
                  <a:pt x="31252" y="14380"/>
                </a:cubicBezTo>
                <a:lnTo>
                  <a:pt x="31252" y="15040"/>
                </a:lnTo>
                <a:lnTo>
                  <a:pt x="30870" y="15040"/>
                </a:lnTo>
                <a:lnTo>
                  <a:pt x="30870" y="14413"/>
                </a:lnTo>
                <a:cubicBezTo>
                  <a:pt x="30870" y="14413"/>
                  <a:pt x="30870" y="14148"/>
                  <a:pt x="31061" y="14148"/>
                </a:cubicBezTo>
                <a:close/>
                <a:moveTo>
                  <a:pt x="28438" y="14162"/>
                </a:moveTo>
                <a:cubicBezTo>
                  <a:pt x="28630" y="14162"/>
                  <a:pt x="28630" y="14394"/>
                  <a:pt x="28630" y="14394"/>
                </a:cubicBezTo>
                <a:lnTo>
                  <a:pt x="28630" y="15056"/>
                </a:lnTo>
                <a:lnTo>
                  <a:pt x="28246" y="15056"/>
                </a:lnTo>
                <a:lnTo>
                  <a:pt x="28246" y="14427"/>
                </a:lnTo>
                <a:cubicBezTo>
                  <a:pt x="28246" y="14427"/>
                  <a:pt x="28246" y="14162"/>
                  <a:pt x="28438" y="14162"/>
                </a:cubicBezTo>
                <a:close/>
                <a:moveTo>
                  <a:pt x="29088" y="14162"/>
                </a:moveTo>
                <a:cubicBezTo>
                  <a:pt x="29279" y="14162"/>
                  <a:pt x="29279" y="14394"/>
                  <a:pt x="29279" y="14394"/>
                </a:cubicBezTo>
                <a:lnTo>
                  <a:pt x="29279" y="15056"/>
                </a:lnTo>
                <a:lnTo>
                  <a:pt x="28897" y="15056"/>
                </a:lnTo>
                <a:lnTo>
                  <a:pt x="28897" y="14427"/>
                </a:lnTo>
                <a:cubicBezTo>
                  <a:pt x="28897" y="14427"/>
                  <a:pt x="28897" y="14162"/>
                  <a:pt x="29088" y="14162"/>
                </a:cubicBezTo>
                <a:close/>
                <a:moveTo>
                  <a:pt x="29753" y="14162"/>
                </a:moveTo>
                <a:cubicBezTo>
                  <a:pt x="29944" y="14162"/>
                  <a:pt x="29944" y="14394"/>
                  <a:pt x="29944" y="14394"/>
                </a:cubicBezTo>
                <a:lnTo>
                  <a:pt x="29944" y="15056"/>
                </a:lnTo>
                <a:lnTo>
                  <a:pt x="29560" y="15056"/>
                </a:lnTo>
                <a:lnTo>
                  <a:pt x="29560" y="14427"/>
                </a:lnTo>
                <a:cubicBezTo>
                  <a:pt x="29560" y="14427"/>
                  <a:pt x="29560" y="14162"/>
                  <a:pt x="29753" y="14162"/>
                </a:cubicBezTo>
                <a:close/>
                <a:moveTo>
                  <a:pt x="27062" y="14190"/>
                </a:moveTo>
                <a:cubicBezTo>
                  <a:pt x="27254" y="14190"/>
                  <a:pt x="27254" y="14422"/>
                  <a:pt x="27254" y="14422"/>
                </a:cubicBezTo>
                <a:lnTo>
                  <a:pt x="27254" y="15084"/>
                </a:lnTo>
                <a:lnTo>
                  <a:pt x="26871" y="15084"/>
                </a:lnTo>
                <a:lnTo>
                  <a:pt x="26871" y="14456"/>
                </a:lnTo>
                <a:cubicBezTo>
                  <a:pt x="26871" y="14456"/>
                  <a:pt x="26871" y="14190"/>
                  <a:pt x="27062" y="14190"/>
                </a:cubicBezTo>
                <a:close/>
                <a:moveTo>
                  <a:pt x="27750" y="14196"/>
                </a:moveTo>
                <a:cubicBezTo>
                  <a:pt x="27941" y="14196"/>
                  <a:pt x="27941" y="14426"/>
                  <a:pt x="27941" y="14426"/>
                </a:cubicBezTo>
                <a:lnTo>
                  <a:pt x="27941" y="15089"/>
                </a:lnTo>
                <a:lnTo>
                  <a:pt x="27557" y="15089"/>
                </a:lnTo>
                <a:lnTo>
                  <a:pt x="27557" y="14460"/>
                </a:lnTo>
                <a:cubicBezTo>
                  <a:pt x="27557" y="14460"/>
                  <a:pt x="27557" y="14196"/>
                  <a:pt x="27750" y="14196"/>
                </a:cubicBezTo>
                <a:close/>
                <a:moveTo>
                  <a:pt x="21100" y="14218"/>
                </a:moveTo>
                <a:cubicBezTo>
                  <a:pt x="21292" y="14218"/>
                  <a:pt x="21292" y="14450"/>
                  <a:pt x="21292" y="14450"/>
                </a:cubicBezTo>
                <a:lnTo>
                  <a:pt x="21292" y="15112"/>
                </a:lnTo>
                <a:lnTo>
                  <a:pt x="20909" y="15112"/>
                </a:lnTo>
                <a:lnTo>
                  <a:pt x="20909" y="14484"/>
                </a:lnTo>
                <a:cubicBezTo>
                  <a:pt x="20909" y="14484"/>
                  <a:pt x="20909" y="14218"/>
                  <a:pt x="21100" y="14218"/>
                </a:cubicBezTo>
                <a:close/>
                <a:moveTo>
                  <a:pt x="21752" y="14218"/>
                </a:moveTo>
                <a:cubicBezTo>
                  <a:pt x="21943" y="14218"/>
                  <a:pt x="21943" y="14450"/>
                  <a:pt x="21943" y="14450"/>
                </a:cubicBezTo>
                <a:lnTo>
                  <a:pt x="21943" y="15112"/>
                </a:lnTo>
                <a:lnTo>
                  <a:pt x="21561" y="15112"/>
                </a:lnTo>
                <a:lnTo>
                  <a:pt x="21561" y="14484"/>
                </a:lnTo>
                <a:cubicBezTo>
                  <a:pt x="21561" y="14484"/>
                  <a:pt x="21561" y="14218"/>
                  <a:pt x="21752" y="14218"/>
                </a:cubicBezTo>
                <a:close/>
                <a:moveTo>
                  <a:pt x="22404" y="14218"/>
                </a:moveTo>
                <a:cubicBezTo>
                  <a:pt x="22595" y="14218"/>
                  <a:pt x="22595" y="14450"/>
                  <a:pt x="22595" y="14450"/>
                </a:cubicBezTo>
                <a:lnTo>
                  <a:pt x="22595" y="15112"/>
                </a:lnTo>
                <a:lnTo>
                  <a:pt x="22213" y="15112"/>
                </a:lnTo>
                <a:lnTo>
                  <a:pt x="22213" y="14484"/>
                </a:lnTo>
                <a:cubicBezTo>
                  <a:pt x="22213" y="14484"/>
                  <a:pt x="22213" y="14218"/>
                  <a:pt x="22404" y="14218"/>
                </a:cubicBezTo>
                <a:close/>
                <a:moveTo>
                  <a:pt x="26369" y="14224"/>
                </a:moveTo>
                <a:cubicBezTo>
                  <a:pt x="26562" y="14224"/>
                  <a:pt x="26562" y="14456"/>
                  <a:pt x="26562" y="14456"/>
                </a:cubicBezTo>
                <a:lnTo>
                  <a:pt x="26562" y="15118"/>
                </a:lnTo>
                <a:lnTo>
                  <a:pt x="26178" y="15118"/>
                </a:lnTo>
                <a:lnTo>
                  <a:pt x="26178" y="14488"/>
                </a:lnTo>
                <a:cubicBezTo>
                  <a:pt x="26178" y="14488"/>
                  <a:pt x="26178" y="14224"/>
                  <a:pt x="26369" y="14224"/>
                </a:cubicBezTo>
                <a:close/>
                <a:moveTo>
                  <a:pt x="23028" y="14231"/>
                </a:moveTo>
                <a:cubicBezTo>
                  <a:pt x="23219" y="14231"/>
                  <a:pt x="23219" y="14461"/>
                  <a:pt x="23219" y="14461"/>
                </a:cubicBezTo>
                <a:lnTo>
                  <a:pt x="23219" y="15125"/>
                </a:lnTo>
                <a:lnTo>
                  <a:pt x="22837" y="15125"/>
                </a:lnTo>
                <a:lnTo>
                  <a:pt x="22837" y="14495"/>
                </a:lnTo>
                <a:cubicBezTo>
                  <a:pt x="22837" y="14495"/>
                  <a:pt x="22837" y="14231"/>
                  <a:pt x="23028" y="14231"/>
                </a:cubicBezTo>
                <a:close/>
                <a:moveTo>
                  <a:pt x="25643" y="14232"/>
                </a:moveTo>
                <a:cubicBezTo>
                  <a:pt x="25834" y="14232"/>
                  <a:pt x="25834" y="14464"/>
                  <a:pt x="25834" y="14464"/>
                </a:cubicBezTo>
                <a:lnTo>
                  <a:pt x="25834" y="15126"/>
                </a:lnTo>
                <a:lnTo>
                  <a:pt x="25452" y="15126"/>
                </a:lnTo>
                <a:lnTo>
                  <a:pt x="25452" y="14498"/>
                </a:lnTo>
                <a:cubicBezTo>
                  <a:pt x="25452" y="14498"/>
                  <a:pt x="25452" y="14232"/>
                  <a:pt x="25643" y="14232"/>
                </a:cubicBezTo>
                <a:close/>
                <a:moveTo>
                  <a:pt x="23671" y="14240"/>
                </a:moveTo>
                <a:cubicBezTo>
                  <a:pt x="23862" y="14240"/>
                  <a:pt x="23862" y="14472"/>
                  <a:pt x="23862" y="14472"/>
                </a:cubicBezTo>
                <a:lnTo>
                  <a:pt x="23862" y="15134"/>
                </a:lnTo>
                <a:lnTo>
                  <a:pt x="23480" y="15134"/>
                </a:lnTo>
                <a:lnTo>
                  <a:pt x="23480" y="14506"/>
                </a:lnTo>
                <a:cubicBezTo>
                  <a:pt x="23480" y="14506"/>
                  <a:pt x="23480" y="14240"/>
                  <a:pt x="23671" y="14240"/>
                </a:cubicBezTo>
                <a:close/>
                <a:moveTo>
                  <a:pt x="24981" y="14240"/>
                </a:moveTo>
                <a:cubicBezTo>
                  <a:pt x="25172" y="14240"/>
                  <a:pt x="25172" y="14472"/>
                  <a:pt x="25172" y="14472"/>
                </a:cubicBezTo>
                <a:lnTo>
                  <a:pt x="25172" y="15134"/>
                </a:lnTo>
                <a:lnTo>
                  <a:pt x="24788" y="15134"/>
                </a:lnTo>
                <a:lnTo>
                  <a:pt x="24788" y="14506"/>
                </a:lnTo>
                <a:cubicBezTo>
                  <a:pt x="24788" y="14506"/>
                  <a:pt x="24788" y="14240"/>
                  <a:pt x="24981" y="14240"/>
                </a:cubicBezTo>
                <a:close/>
                <a:moveTo>
                  <a:pt x="24314" y="14253"/>
                </a:moveTo>
                <a:cubicBezTo>
                  <a:pt x="24506" y="14253"/>
                  <a:pt x="24506" y="14485"/>
                  <a:pt x="24506" y="14485"/>
                </a:cubicBezTo>
                <a:lnTo>
                  <a:pt x="24506" y="15147"/>
                </a:lnTo>
                <a:lnTo>
                  <a:pt x="24123" y="15147"/>
                </a:lnTo>
                <a:lnTo>
                  <a:pt x="24123" y="14519"/>
                </a:lnTo>
                <a:cubicBezTo>
                  <a:pt x="24123" y="14519"/>
                  <a:pt x="24123" y="14253"/>
                  <a:pt x="24314" y="14253"/>
                </a:cubicBezTo>
                <a:close/>
                <a:moveTo>
                  <a:pt x="26077" y="1"/>
                </a:moveTo>
                <a:lnTo>
                  <a:pt x="26029" y="977"/>
                </a:lnTo>
                <a:cubicBezTo>
                  <a:pt x="25889" y="1006"/>
                  <a:pt x="25779" y="1149"/>
                  <a:pt x="25779" y="1325"/>
                </a:cubicBezTo>
                <a:cubicBezTo>
                  <a:pt x="25779" y="1486"/>
                  <a:pt x="25870" y="1620"/>
                  <a:pt x="25996" y="1662"/>
                </a:cubicBezTo>
                <a:lnTo>
                  <a:pt x="25980" y="2002"/>
                </a:lnTo>
                <a:cubicBezTo>
                  <a:pt x="25813" y="2053"/>
                  <a:pt x="25691" y="2231"/>
                  <a:pt x="25691" y="2446"/>
                </a:cubicBezTo>
                <a:cubicBezTo>
                  <a:pt x="25691" y="2642"/>
                  <a:pt x="25793" y="2807"/>
                  <a:pt x="25938" y="2875"/>
                </a:cubicBezTo>
                <a:lnTo>
                  <a:pt x="25922" y="3202"/>
                </a:lnTo>
                <a:lnTo>
                  <a:pt x="25052" y="3202"/>
                </a:lnTo>
                <a:lnTo>
                  <a:pt x="25052" y="3613"/>
                </a:lnTo>
                <a:lnTo>
                  <a:pt x="24707" y="3613"/>
                </a:lnTo>
                <a:lnTo>
                  <a:pt x="24707" y="4251"/>
                </a:lnTo>
                <a:lnTo>
                  <a:pt x="25013" y="4251"/>
                </a:lnTo>
                <a:lnTo>
                  <a:pt x="25013" y="5435"/>
                </a:lnTo>
                <a:lnTo>
                  <a:pt x="24707" y="5435"/>
                </a:lnTo>
                <a:lnTo>
                  <a:pt x="24707" y="5844"/>
                </a:lnTo>
                <a:cubicBezTo>
                  <a:pt x="24707" y="5844"/>
                  <a:pt x="18069" y="9395"/>
                  <a:pt x="20563" y="14084"/>
                </a:cubicBezTo>
                <a:lnTo>
                  <a:pt x="20525" y="15132"/>
                </a:lnTo>
                <a:lnTo>
                  <a:pt x="20002" y="15132"/>
                </a:lnTo>
                <a:lnTo>
                  <a:pt x="20002" y="19274"/>
                </a:lnTo>
                <a:lnTo>
                  <a:pt x="20410" y="19274"/>
                </a:lnTo>
                <a:lnTo>
                  <a:pt x="20372" y="20003"/>
                </a:lnTo>
                <a:cubicBezTo>
                  <a:pt x="19566" y="20003"/>
                  <a:pt x="18913" y="20778"/>
                  <a:pt x="18913" y="21734"/>
                </a:cubicBezTo>
                <a:lnTo>
                  <a:pt x="18913" y="23054"/>
                </a:lnTo>
                <a:lnTo>
                  <a:pt x="9899" y="23054"/>
                </a:lnTo>
                <a:lnTo>
                  <a:pt x="9899" y="25512"/>
                </a:lnTo>
                <a:lnTo>
                  <a:pt x="5986" y="25512"/>
                </a:lnTo>
                <a:lnTo>
                  <a:pt x="5986" y="28062"/>
                </a:lnTo>
                <a:lnTo>
                  <a:pt x="5640" y="28062"/>
                </a:lnTo>
                <a:lnTo>
                  <a:pt x="5640" y="29109"/>
                </a:lnTo>
                <a:lnTo>
                  <a:pt x="5332" y="29109"/>
                </a:lnTo>
                <a:lnTo>
                  <a:pt x="5332" y="29563"/>
                </a:lnTo>
                <a:lnTo>
                  <a:pt x="4642" y="30292"/>
                </a:lnTo>
                <a:lnTo>
                  <a:pt x="4642" y="31065"/>
                </a:lnTo>
                <a:lnTo>
                  <a:pt x="1" y="31065"/>
                </a:lnTo>
                <a:lnTo>
                  <a:pt x="1" y="37778"/>
                </a:lnTo>
                <a:lnTo>
                  <a:pt x="40524" y="37778"/>
                </a:lnTo>
                <a:lnTo>
                  <a:pt x="40524" y="23054"/>
                </a:lnTo>
                <a:lnTo>
                  <a:pt x="33992" y="23054"/>
                </a:lnTo>
                <a:lnTo>
                  <a:pt x="33992" y="23052"/>
                </a:lnTo>
                <a:lnTo>
                  <a:pt x="33992" y="21914"/>
                </a:lnTo>
                <a:cubicBezTo>
                  <a:pt x="33992" y="20857"/>
                  <a:pt x="33271" y="20002"/>
                  <a:pt x="32381" y="20002"/>
                </a:cubicBezTo>
                <a:lnTo>
                  <a:pt x="32339" y="19272"/>
                </a:lnTo>
                <a:lnTo>
                  <a:pt x="32789" y="19272"/>
                </a:lnTo>
                <a:lnTo>
                  <a:pt x="32789" y="14998"/>
                </a:lnTo>
                <a:lnTo>
                  <a:pt x="32210" y="15021"/>
                </a:lnTo>
                <a:lnTo>
                  <a:pt x="32187" y="13916"/>
                </a:lnTo>
                <a:cubicBezTo>
                  <a:pt x="34942" y="9227"/>
                  <a:pt x="27592" y="5842"/>
                  <a:pt x="27592" y="5842"/>
                </a:cubicBezTo>
                <a:lnTo>
                  <a:pt x="27592" y="5435"/>
                </a:lnTo>
                <a:lnTo>
                  <a:pt x="27254" y="5435"/>
                </a:lnTo>
                <a:lnTo>
                  <a:pt x="27254" y="4251"/>
                </a:lnTo>
                <a:lnTo>
                  <a:pt x="27592" y="4251"/>
                </a:lnTo>
                <a:lnTo>
                  <a:pt x="27592" y="3613"/>
                </a:lnTo>
                <a:lnTo>
                  <a:pt x="27211" y="3613"/>
                </a:lnTo>
                <a:lnTo>
                  <a:pt x="27211" y="3204"/>
                </a:lnTo>
                <a:lnTo>
                  <a:pt x="26227" y="3204"/>
                </a:lnTo>
                <a:lnTo>
                  <a:pt x="26212" y="2876"/>
                </a:lnTo>
                <a:cubicBezTo>
                  <a:pt x="26360" y="2812"/>
                  <a:pt x="26465" y="2644"/>
                  <a:pt x="26465" y="2446"/>
                </a:cubicBezTo>
                <a:cubicBezTo>
                  <a:pt x="26465" y="2230"/>
                  <a:pt x="26338" y="2051"/>
                  <a:pt x="26170" y="1999"/>
                </a:cubicBezTo>
                <a:lnTo>
                  <a:pt x="26154" y="1665"/>
                </a:lnTo>
                <a:cubicBezTo>
                  <a:pt x="26281" y="1624"/>
                  <a:pt x="26374" y="1489"/>
                  <a:pt x="26374" y="1325"/>
                </a:cubicBezTo>
                <a:cubicBezTo>
                  <a:pt x="26374" y="1149"/>
                  <a:pt x="26264" y="1003"/>
                  <a:pt x="26122" y="977"/>
                </a:cubicBezTo>
                <a:lnTo>
                  <a:pt x="2607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11"/>
        <p:cNvGrpSpPr/>
        <p:nvPr/>
      </p:nvGrpSpPr>
      <p:grpSpPr>
        <a:xfrm>
          <a:off x="0" y="0"/>
          <a:ext cx="0" cy="0"/>
          <a:chOff x="0" y="0"/>
          <a:chExt cx="0" cy="0"/>
        </a:xfrm>
      </p:grpSpPr>
      <p:sp>
        <p:nvSpPr>
          <p:cNvPr id="112" name="Google Shape;112;p9"/>
          <p:cNvSpPr txBox="1">
            <a:spLocks noGrp="1"/>
          </p:cNvSpPr>
          <p:nvPr>
            <p:ph type="title"/>
          </p:nvPr>
        </p:nvSpPr>
        <p:spPr>
          <a:xfrm>
            <a:off x="720000" y="1413525"/>
            <a:ext cx="4294800" cy="20952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sz="4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3" name="Google Shape;113;p9"/>
          <p:cNvSpPr txBox="1">
            <a:spLocks noGrp="1"/>
          </p:cNvSpPr>
          <p:nvPr>
            <p:ph type="subTitle" idx="1"/>
          </p:nvPr>
        </p:nvSpPr>
        <p:spPr>
          <a:xfrm>
            <a:off x="720000" y="3508800"/>
            <a:ext cx="4294800" cy="1004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23"/>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24"/>
        <p:cNvGrpSpPr/>
        <p:nvPr/>
      </p:nvGrpSpPr>
      <p:grpSpPr>
        <a:xfrm>
          <a:off x="0" y="0"/>
          <a:ext cx="0" cy="0"/>
          <a:chOff x="0" y="0"/>
          <a:chExt cx="0" cy="0"/>
        </a:xfrm>
      </p:grpSpPr>
      <p:sp>
        <p:nvSpPr>
          <p:cNvPr id="125" name="Google Shape;125;p13"/>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6" name="Google Shape;126;p13"/>
          <p:cNvSpPr txBox="1">
            <a:spLocks noGrp="1"/>
          </p:cNvSpPr>
          <p:nvPr>
            <p:ph type="subTitle" idx="1"/>
          </p:nvPr>
        </p:nvSpPr>
        <p:spPr>
          <a:xfrm>
            <a:off x="1479825" y="1731772"/>
            <a:ext cx="2305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7" name="Google Shape;127;p13"/>
          <p:cNvSpPr txBox="1">
            <a:spLocks noGrp="1"/>
          </p:cNvSpPr>
          <p:nvPr>
            <p:ph type="subTitle" idx="2"/>
          </p:nvPr>
        </p:nvSpPr>
        <p:spPr>
          <a:xfrm>
            <a:off x="5143400" y="1731772"/>
            <a:ext cx="2305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8" name="Google Shape;128;p13"/>
          <p:cNvSpPr txBox="1">
            <a:spLocks noGrp="1"/>
          </p:cNvSpPr>
          <p:nvPr>
            <p:ph type="subTitle" idx="3"/>
          </p:nvPr>
        </p:nvSpPr>
        <p:spPr>
          <a:xfrm>
            <a:off x="5150200" y="2854675"/>
            <a:ext cx="2305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9" name="Google Shape;129;p13"/>
          <p:cNvSpPr txBox="1">
            <a:spLocks noGrp="1"/>
          </p:cNvSpPr>
          <p:nvPr>
            <p:ph type="subTitle" idx="4"/>
          </p:nvPr>
        </p:nvSpPr>
        <p:spPr>
          <a:xfrm>
            <a:off x="1486625" y="2854675"/>
            <a:ext cx="2305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0" name="Google Shape;130;p13"/>
          <p:cNvSpPr txBox="1">
            <a:spLocks noGrp="1"/>
          </p:cNvSpPr>
          <p:nvPr>
            <p:ph type="title" idx="5" hasCustomPrompt="1"/>
          </p:nvPr>
        </p:nvSpPr>
        <p:spPr>
          <a:xfrm>
            <a:off x="865613" y="1426987"/>
            <a:ext cx="392400" cy="865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1" name="Google Shape;131;p13"/>
          <p:cNvSpPr txBox="1">
            <a:spLocks noGrp="1"/>
          </p:cNvSpPr>
          <p:nvPr>
            <p:ph type="title" idx="6" hasCustomPrompt="1"/>
          </p:nvPr>
        </p:nvSpPr>
        <p:spPr>
          <a:xfrm>
            <a:off x="4529188" y="2549887"/>
            <a:ext cx="392400" cy="865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2" name="Google Shape;132;p13"/>
          <p:cNvSpPr txBox="1">
            <a:spLocks noGrp="1"/>
          </p:cNvSpPr>
          <p:nvPr>
            <p:ph type="title" idx="7" hasCustomPrompt="1"/>
          </p:nvPr>
        </p:nvSpPr>
        <p:spPr>
          <a:xfrm>
            <a:off x="4529188" y="1427000"/>
            <a:ext cx="392400" cy="865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3" name="Google Shape;133;p13"/>
          <p:cNvSpPr txBox="1">
            <a:spLocks noGrp="1"/>
          </p:cNvSpPr>
          <p:nvPr>
            <p:ph type="title" idx="8" hasCustomPrompt="1"/>
          </p:nvPr>
        </p:nvSpPr>
        <p:spPr>
          <a:xfrm>
            <a:off x="865613" y="2549875"/>
            <a:ext cx="392400" cy="865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4" name="Google Shape;134;p13"/>
          <p:cNvSpPr txBox="1">
            <a:spLocks noGrp="1"/>
          </p:cNvSpPr>
          <p:nvPr>
            <p:ph type="subTitle" idx="9"/>
          </p:nvPr>
        </p:nvSpPr>
        <p:spPr>
          <a:xfrm>
            <a:off x="5150200" y="3977550"/>
            <a:ext cx="2305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5" name="Google Shape;135;p13"/>
          <p:cNvSpPr txBox="1">
            <a:spLocks noGrp="1"/>
          </p:cNvSpPr>
          <p:nvPr>
            <p:ph type="subTitle" idx="13"/>
          </p:nvPr>
        </p:nvSpPr>
        <p:spPr>
          <a:xfrm>
            <a:off x="1486625" y="3977565"/>
            <a:ext cx="2305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6" name="Google Shape;136;p13"/>
          <p:cNvSpPr txBox="1">
            <a:spLocks noGrp="1"/>
          </p:cNvSpPr>
          <p:nvPr>
            <p:ph type="title" idx="14" hasCustomPrompt="1"/>
          </p:nvPr>
        </p:nvSpPr>
        <p:spPr>
          <a:xfrm>
            <a:off x="4529188" y="3672762"/>
            <a:ext cx="392400" cy="865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7" name="Google Shape;137;p13"/>
          <p:cNvSpPr txBox="1">
            <a:spLocks noGrp="1"/>
          </p:cNvSpPr>
          <p:nvPr>
            <p:ph type="title" idx="15" hasCustomPrompt="1"/>
          </p:nvPr>
        </p:nvSpPr>
        <p:spPr>
          <a:xfrm>
            <a:off x="865613" y="3672763"/>
            <a:ext cx="392400" cy="865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8" name="Google Shape;138;p13"/>
          <p:cNvSpPr txBox="1">
            <a:spLocks noGrp="1"/>
          </p:cNvSpPr>
          <p:nvPr>
            <p:ph type="subTitle" idx="16"/>
          </p:nvPr>
        </p:nvSpPr>
        <p:spPr>
          <a:xfrm>
            <a:off x="1479838" y="1426987"/>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500" b="1">
                <a:latin typeface="Philosopher"/>
                <a:ea typeface="Philosopher"/>
                <a:cs typeface="Philosopher"/>
                <a:sym typeface="Philosopher"/>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39" name="Google Shape;139;p13"/>
          <p:cNvSpPr txBox="1">
            <a:spLocks noGrp="1"/>
          </p:cNvSpPr>
          <p:nvPr>
            <p:ph type="subTitle" idx="17"/>
          </p:nvPr>
        </p:nvSpPr>
        <p:spPr>
          <a:xfrm>
            <a:off x="5143413" y="1427000"/>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500" b="1">
                <a:latin typeface="Philosopher"/>
                <a:ea typeface="Philosopher"/>
                <a:cs typeface="Philosopher"/>
                <a:sym typeface="Philosopher"/>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40" name="Google Shape;140;p13"/>
          <p:cNvSpPr txBox="1">
            <a:spLocks noGrp="1"/>
          </p:cNvSpPr>
          <p:nvPr>
            <p:ph type="subTitle" idx="18"/>
          </p:nvPr>
        </p:nvSpPr>
        <p:spPr>
          <a:xfrm>
            <a:off x="5150188" y="2549888"/>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500" b="1">
                <a:latin typeface="Philosopher"/>
                <a:ea typeface="Philosopher"/>
                <a:cs typeface="Philosopher"/>
                <a:sym typeface="Philosopher"/>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41" name="Google Shape;141;p13"/>
          <p:cNvSpPr txBox="1">
            <a:spLocks noGrp="1"/>
          </p:cNvSpPr>
          <p:nvPr>
            <p:ph type="subTitle" idx="19"/>
          </p:nvPr>
        </p:nvSpPr>
        <p:spPr>
          <a:xfrm>
            <a:off x="1486613" y="2549875"/>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500" b="1">
                <a:latin typeface="Philosopher"/>
                <a:ea typeface="Philosopher"/>
                <a:cs typeface="Philosopher"/>
                <a:sym typeface="Philosopher"/>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42" name="Google Shape;142;p13"/>
          <p:cNvSpPr txBox="1">
            <a:spLocks noGrp="1"/>
          </p:cNvSpPr>
          <p:nvPr>
            <p:ph type="subTitle" idx="20"/>
          </p:nvPr>
        </p:nvSpPr>
        <p:spPr>
          <a:xfrm>
            <a:off x="5150188" y="3672763"/>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500" b="1">
                <a:latin typeface="Philosopher"/>
                <a:ea typeface="Philosopher"/>
                <a:cs typeface="Philosopher"/>
                <a:sym typeface="Philosopher"/>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43" name="Google Shape;143;p13"/>
          <p:cNvSpPr txBox="1">
            <a:spLocks noGrp="1"/>
          </p:cNvSpPr>
          <p:nvPr>
            <p:ph type="subTitle" idx="21"/>
          </p:nvPr>
        </p:nvSpPr>
        <p:spPr>
          <a:xfrm>
            <a:off x="1486613" y="3672763"/>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500" b="1">
                <a:latin typeface="Philosopher"/>
                <a:ea typeface="Philosopher"/>
                <a:cs typeface="Philosopher"/>
                <a:sym typeface="Philosopher"/>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144" name="Google Shape;144;p13"/>
          <p:cNvGrpSpPr/>
          <p:nvPr/>
        </p:nvGrpSpPr>
        <p:grpSpPr>
          <a:xfrm>
            <a:off x="-131665" y="-293177"/>
            <a:ext cx="2425079" cy="865806"/>
            <a:chOff x="5257575" y="-2361325"/>
            <a:chExt cx="1460275" cy="521350"/>
          </a:xfrm>
        </p:grpSpPr>
        <p:sp>
          <p:nvSpPr>
            <p:cNvPr id="145" name="Google Shape;145;p13"/>
            <p:cNvSpPr/>
            <p:nvPr/>
          </p:nvSpPr>
          <p:spPr>
            <a:xfrm>
              <a:off x="5257575" y="-2361325"/>
              <a:ext cx="1460275" cy="521350"/>
            </a:xfrm>
            <a:custGeom>
              <a:avLst/>
              <a:gdLst/>
              <a:ahLst/>
              <a:cxnLst/>
              <a:rect l="l" t="t" r="r" b="b"/>
              <a:pathLst>
                <a:path w="58411" h="20854" extrusionOk="0">
                  <a:moveTo>
                    <a:pt x="8551" y="1"/>
                  </a:moveTo>
                  <a:cubicBezTo>
                    <a:pt x="8250" y="1"/>
                    <a:pt x="7943" y="29"/>
                    <a:pt x="7633" y="88"/>
                  </a:cubicBezTo>
                  <a:cubicBezTo>
                    <a:pt x="5925" y="410"/>
                    <a:pt x="4521" y="1672"/>
                    <a:pt x="4247" y="3134"/>
                  </a:cubicBezTo>
                  <a:cubicBezTo>
                    <a:pt x="3866" y="2557"/>
                    <a:pt x="2723" y="1765"/>
                    <a:pt x="1752" y="1765"/>
                  </a:cubicBezTo>
                  <a:cubicBezTo>
                    <a:pt x="1405" y="1765"/>
                    <a:pt x="1080" y="1865"/>
                    <a:pt x="819" y="2113"/>
                  </a:cubicBezTo>
                  <a:cubicBezTo>
                    <a:pt x="324" y="8386"/>
                    <a:pt x="81" y="14564"/>
                    <a:pt x="0" y="20854"/>
                  </a:cubicBezTo>
                  <a:cubicBezTo>
                    <a:pt x="350" y="20567"/>
                    <a:pt x="381" y="19928"/>
                    <a:pt x="730" y="19642"/>
                  </a:cubicBezTo>
                  <a:cubicBezTo>
                    <a:pt x="788" y="19644"/>
                    <a:pt x="846" y="19645"/>
                    <a:pt x="904" y="19645"/>
                  </a:cubicBezTo>
                  <a:cubicBezTo>
                    <a:pt x="3080" y="19645"/>
                    <a:pt x="5185" y="18137"/>
                    <a:pt x="5834" y="16082"/>
                  </a:cubicBezTo>
                  <a:cubicBezTo>
                    <a:pt x="6196" y="16509"/>
                    <a:pt x="6762" y="16749"/>
                    <a:pt x="7326" y="16749"/>
                  </a:cubicBezTo>
                  <a:cubicBezTo>
                    <a:pt x="7543" y="16749"/>
                    <a:pt x="7760" y="16713"/>
                    <a:pt x="7965" y="16639"/>
                  </a:cubicBezTo>
                  <a:cubicBezTo>
                    <a:pt x="8533" y="16432"/>
                    <a:pt x="8975" y="15935"/>
                    <a:pt x="9142" y="15363"/>
                  </a:cubicBezTo>
                  <a:lnTo>
                    <a:pt x="9142" y="15363"/>
                  </a:lnTo>
                  <a:cubicBezTo>
                    <a:pt x="9004" y="17346"/>
                    <a:pt x="10520" y="18964"/>
                    <a:pt x="12634" y="18964"/>
                  </a:cubicBezTo>
                  <a:cubicBezTo>
                    <a:pt x="12665" y="18964"/>
                    <a:pt x="12696" y="18964"/>
                    <a:pt x="12727" y="18963"/>
                  </a:cubicBezTo>
                  <a:cubicBezTo>
                    <a:pt x="14564" y="18921"/>
                    <a:pt x="16273" y="17502"/>
                    <a:pt x="16617" y="15763"/>
                  </a:cubicBezTo>
                  <a:cubicBezTo>
                    <a:pt x="17355" y="17516"/>
                    <a:pt x="19074" y="18685"/>
                    <a:pt x="21000" y="18782"/>
                  </a:cubicBezTo>
                  <a:cubicBezTo>
                    <a:pt x="21086" y="18786"/>
                    <a:pt x="21170" y="18788"/>
                    <a:pt x="21252" y="18788"/>
                  </a:cubicBezTo>
                  <a:cubicBezTo>
                    <a:pt x="22967" y="18788"/>
                    <a:pt x="23962" y="17894"/>
                    <a:pt x="25456" y="17227"/>
                  </a:cubicBezTo>
                  <a:cubicBezTo>
                    <a:pt x="25685" y="17125"/>
                    <a:pt x="25902" y="17082"/>
                    <a:pt x="26112" y="17082"/>
                  </a:cubicBezTo>
                  <a:cubicBezTo>
                    <a:pt x="27102" y="17082"/>
                    <a:pt x="27927" y="18043"/>
                    <a:pt x="29144" y="18237"/>
                  </a:cubicBezTo>
                  <a:cubicBezTo>
                    <a:pt x="29299" y="18262"/>
                    <a:pt x="29448" y="18273"/>
                    <a:pt x="29593" y="18273"/>
                  </a:cubicBezTo>
                  <a:cubicBezTo>
                    <a:pt x="30588" y="18273"/>
                    <a:pt x="31363" y="17755"/>
                    <a:pt x="32313" y="17735"/>
                  </a:cubicBezTo>
                  <a:cubicBezTo>
                    <a:pt x="32327" y="17735"/>
                    <a:pt x="32341" y="17734"/>
                    <a:pt x="32355" y="17734"/>
                  </a:cubicBezTo>
                  <a:cubicBezTo>
                    <a:pt x="33320" y="17734"/>
                    <a:pt x="34036" y="18444"/>
                    <a:pt x="35058" y="18444"/>
                  </a:cubicBezTo>
                  <a:cubicBezTo>
                    <a:pt x="35149" y="18444"/>
                    <a:pt x="35241" y="18438"/>
                    <a:pt x="35337" y="18426"/>
                  </a:cubicBezTo>
                  <a:cubicBezTo>
                    <a:pt x="35590" y="18395"/>
                    <a:pt x="38241" y="17272"/>
                    <a:pt x="37919" y="17007"/>
                  </a:cubicBezTo>
                  <a:lnTo>
                    <a:pt x="37919" y="17007"/>
                  </a:lnTo>
                  <a:cubicBezTo>
                    <a:pt x="39122" y="17997"/>
                    <a:pt x="40691" y="18512"/>
                    <a:pt x="42256" y="18512"/>
                  </a:cubicBezTo>
                  <a:cubicBezTo>
                    <a:pt x="43295" y="18512"/>
                    <a:pt x="44333" y="18285"/>
                    <a:pt x="45260" y="17818"/>
                  </a:cubicBezTo>
                  <a:cubicBezTo>
                    <a:pt x="45406" y="17745"/>
                    <a:pt x="45571" y="17713"/>
                    <a:pt x="45751" y="17713"/>
                  </a:cubicBezTo>
                  <a:cubicBezTo>
                    <a:pt x="46688" y="17713"/>
                    <a:pt x="47996" y="18569"/>
                    <a:pt x="48717" y="18783"/>
                  </a:cubicBezTo>
                  <a:cubicBezTo>
                    <a:pt x="50082" y="19193"/>
                    <a:pt x="52228" y="19736"/>
                    <a:pt x="54110" y="19736"/>
                  </a:cubicBezTo>
                  <a:cubicBezTo>
                    <a:pt x="55100" y="19736"/>
                    <a:pt x="56016" y="19586"/>
                    <a:pt x="56709" y="19188"/>
                  </a:cubicBezTo>
                  <a:cubicBezTo>
                    <a:pt x="57780" y="18573"/>
                    <a:pt x="58411" y="17143"/>
                    <a:pt x="57838" y="16058"/>
                  </a:cubicBezTo>
                  <a:cubicBezTo>
                    <a:pt x="57595" y="15598"/>
                    <a:pt x="57056" y="15261"/>
                    <a:pt x="56560" y="15261"/>
                  </a:cubicBezTo>
                  <a:cubicBezTo>
                    <a:pt x="56335" y="15261"/>
                    <a:pt x="56120" y="15330"/>
                    <a:pt x="55944" y="15487"/>
                  </a:cubicBezTo>
                  <a:cubicBezTo>
                    <a:pt x="55762" y="14546"/>
                    <a:pt x="54832" y="13810"/>
                    <a:pt x="53866" y="13810"/>
                  </a:cubicBezTo>
                  <a:cubicBezTo>
                    <a:pt x="53816" y="13810"/>
                    <a:pt x="53767" y="13812"/>
                    <a:pt x="53718" y="13816"/>
                  </a:cubicBezTo>
                  <a:cubicBezTo>
                    <a:pt x="53399" y="13843"/>
                    <a:pt x="53014" y="14048"/>
                    <a:pt x="53071" y="14360"/>
                  </a:cubicBezTo>
                  <a:lnTo>
                    <a:pt x="53071" y="14360"/>
                  </a:lnTo>
                  <a:cubicBezTo>
                    <a:pt x="52806" y="13837"/>
                    <a:pt x="52199" y="13568"/>
                    <a:pt x="51598" y="13568"/>
                  </a:cubicBezTo>
                  <a:cubicBezTo>
                    <a:pt x="51448" y="13568"/>
                    <a:pt x="51299" y="13584"/>
                    <a:pt x="51155" y="13618"/>
                  </a:cubicBezTo>
                  <a:cubicBezTo>
                    <a:pt x="50516" y="13765"/>
                    <a:pt x="50169" y="14318"/>
                    <a:pt x="49609" y="14516"/>
                  </a:cubicBezTo>
                  <a:cubicBezTo>
                    <a:pt x="49490" y="14558"/>
                    <a:pt x="49356" y="14568"/>
                    <a:pt x="49218" y="14568"/>
                  </a:cubicBezTo>
                  <a:cubicBezTo>
                    <a:pt x="49092" y="14568"/>
                    <a:pt x="48962" y="14560"/>
                    <a:pt x="48834" y="14560"/>
                  </a:cubicBezTo>
                  <a:cubicBezTo>
                    <a:pt x="48723" y="14560"/>
                    <a:pt x="48614" y="14566"/>
                    <a:pt x="48510" y="14589"/>
                  </a:cubicBezTo>
                  <a:cubicBezTo>
                    <a:pt x="48857" y="13692"/>
                    <a:pt x="48836" y="12676"/>
                    <a:pt x="48357" y="11827"/>
                  </a:cubicBezTo>
                  <a:cubicBezTo>
                    <a:pt x="47787" y="10814"/>
                    <a:pt x="46294" y="10136"/>
                    <a:pt x="44911" y="10136"/>
                  </a:cubicBezTo>
                  <a:cubicBezTo>
                    <a:pt x="43733" y="10136"/>
                    <a:pt x="42635" y="10628"/>
                    <a:pt x="42254" y="11820"/>
                  </a:cubicBezTo>
                  <a:cubicBezTo>
                    <a:pt x="42990" y="9521"/>
                    <a:pt x="41690" y="7020"/>
                    <a:pt x="39190" y="6591"/>
                  </a:cubicBezTo>
                  <a:cubicBezTo>
                    <a:pt x="38942" y="6549"/>
                    <a:pt x="38708" y="6529"/>
                    <a:pt x="38485" y="6529"/>
                  </a:cubicBezTo>
                  <a:cubicBezTo>
                    <a:pt x="36817" y="6529"/>
                    <a:pt x="35788" y="7644"/>
                    <a:pt x="34620" y="8798"/>
                  </a:cubicBezTo>
                  <a:cubicBezTo>
                    <a:pt x="34329" y="7821"/>
                    <a:pt x="33816" y="6805"/>
                    <a:pt x="32805" y="6341"/>
                  </a:cubicBezTo>
                  <a:cubicBezTo>
                    <a:pt x="32504" y="6203"/>
                    <a:pt x="32167" y="6135"/>
                    <a:pt x="31832" y="6135"/>
                  </a:cubicBezTo>
                  <a:cubicBezTo>
                    <a:pt x="31094" y="6135"/>
                    <a:pt x="30362" y="6464"/>
                    <a:pt x="30011" y="7097"/>
                  </a:cubicBezTo>
                  <a:cubicBezTo>
                    <a:pt x="29695" y="6025"/>
                    <a:pt x="28691" y="5182"/>
                    <a:pt x="27565" y="5045"/>
                  </a:cubicBezTo>
                  <a:cubicBezTo>
                    <a:pt x="27457" y="5032"/>
                    <a:pt x="27347" y="5026"/>
                    <a:pt x="27238" y="5026"/>
                  </a:cubicBezTo>
                  <a:cubicBezTo>
                    <a:pt x="26218" y="5026"/>
                    <a:pt x="25204" y="5582"/>
                    <a:pt x="24690" y="6456"/>
                  </a:cubicBezTo>
                  <a:cubicBezTo>
                    <a:pt x="24546" y="6072"/>
                    <a:pt x="24129" y="5865"/>
                    <a:pt x="23719" y="5865"/>
                  </a:cubicBezTo>
                  <a:cubicBezTo>
                    <a:pt x="23394" y="5865"/>
                    <a:pt x="23072" y="5996"/>
                    <a:pt x="22897" y="6272"/>
                  </a:cubicBezTo>
                  <a:cubicBezTo>
                    <a:pt x="22793" y="3886"/>
                    <a:pt x="21309" y="1514"/>
                    <a:pt x="19036" y="691"/>
                  </a:cubicBezTo>
                  <a:cubicBezTo>
                    <a:pt x="18516" y="502"/>
                    <a:pt x="17962" y="412"/>
                    <a:pt x="17407" y="412"/>
                  </a:cubicBezTo>
                  <a:cubicBezTo>
                    <a:pt x="15538" y="412"/>
                    <a:pt x="13653" y="1433"/>
                    <a:pt x="12971" y="3146"/>
                  </a:cubicBezTo>
                  <a:cubicBezTo>
                    <a:pt x="12260" y="1231"/>
                    <a:pt x="10536" y="1"/>
                    <a:pt x="85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3"/>
            <p:cNvSpPr/>
            <p:nvPr/>
          </p:nvSpPr>
          <p:spPr>
            <a:xfrm>
              <a:off x="5272925" y="-2230675"/>
              <a:ext cx="1193875" cy="359875"/>
            </a:xfrm>
            <a:custGeom>
              <a:avLst/>
              <a:gdLst/>
              <a:ahLst/>
              <a:cxnLst/>
              <a:rect l="l" t="t" r="r" b="b"/>
              <a:pathLst>
                <a:path w="47755" h="14395" extrusionOk="0">
                  <a:moveTo>
                    <a:pt x="8566" y="0"/>
                  </a:moveTo>
                  <a:cubicBezTo>
                    <a:pt x="6796" y="0"/>
                    <a:pt x="4938" y="1048"/>
                    <a:pt x="4310" y="2704"/>
                  </a:cubicBezTo>
                  <a:cubicBezTo>
                    <a:pt x="3967" y="2497"/>
                    <a:pt x="3573" y="2401"/>
                    <a:pt x="3174" y="2401"/>
                  </a:cubicBezTo>
                  <a:cubicBezTo>
                    <a:pt x="2493" y="2401"/>
                    <a:pt x="1798" y="2681"/>
                    <a:pt x="1316" y="3165"/>
                  </a:cubicBezTo>
                  <a:cubicBezTo>
                    <a:pt x="555" y="3933"/>
                    <a:pt x="307" y="5111"/>
                    <a:pt x="535" y="6164"/>
                  </a:cubicBezTo>
                  <a:cubicBezTo>
                    <a:pt x="489" y="6088"/>
                    <a:pt x="403" y="6053"/>
                    <a:pt x="314" y="6053"/>
                  </a:cubicBezTo>
                  <a:cubicBezTo>
                    <a:pt x="189" y="6053"/>
                    <a:pt x="60" y="6123"/>
                    <a:pt x="34" y="6246"/>
                  </a:cubicBezTo>
                  <a:lnTo>
                    <a:pt x="1" y="14391"/>
                  </a:lnTo>
                  <a:cubicBezTo>
                    <a:pt x="58" y="14393"/>
                    <a:pt x="115" y="14394"/>
                    <a:pt x="172" y="14394"/>
                  </a:cubicBezTo>
                  <a:cubicBezTo>
                    <a:pt x="2351" y="14394"/>
                    <a:pt x="4457" y="12885"/>
                    <a:pt x="5106" y="10829"/>
                  </a:cubicBezTo>
                  <a:cubicBezTo>
                    <a:pt x="5468" y="11256"/>
                    <a:pt x="6034" y="11496"/>
                    <a:pt x="6597" y="11496"/>
                  </a:cubicBezTo>
                  <a:cubicBezTo>
                    <a:pt x="6815" y="11496"/>
                    <a:pt x="7032" y="11461"/>
                    <a:pt x="7237" y="11386"/>
                  </a:cubicBezTo>
                  <a:cubicBezTo>
                    <a:pt x="7805" y="11179"/>
                    <a:pt x="8247" y="10682"/>
                    <a:pt x="8414" y="10110"/>
                  </a:cubicBezTo>
                  <a:lnTo>
                    <a:pt x="8414" y="10110"/>
                  </a:lnTo>
                  <a:cubicBezTo>
                    <a:pt x="8276" y="12093"/>
                    <a:pt x="9792" y="13712"/>
                    <a:pt x="11905" y="13712"/>
                  </a:cubicBezTo>
                  <a:cubicBezTo>
                    <a:pt x="11936" y="13712"/>
                    <a:pt x="11966" y="13711"/>
                    <a:pt x="11997" y="13711"/>
                  </a:cubicBezTo>
                  <a:cubicBezTo>
                    <a:pt x="13836" y="13668"/>
                    <a:pt x="15545" y="12249"/>
                    <a:pt x="15889" y="10512"/>
                  </a:cubicBezTo>
                  <a:cubicBezTo>
                    <a:pt x="16627" y="12263"/>
                    <a:pt x="18346" y="13432"/>
                    <a:pt x="20272" y="13529"/>
                  </a:cubicBezTo>
                  <a:cubicBezTo>
                    <a:pt x="20358" y="13534"/>
                    <a:pt x="20442" y="13536"/>
                    <a:pt x="20524" y="13536"/>
                  </a:cubicBezTo>
                  <a:cubicBezTo>
                    <a:pt x="22239" y="13536"/>
                    <a:pt x="23234" y="12641"/>
                    <a:pt x="24728" y="11975"/>
                  </a:cubicBezTo>
                  <a:cubicBezTo>
                    <a:pt x="24957" y="11872"/>
                    <a:pt x="25175" y="11829"/>
                    <a:pt x="25384" y="11829"/>
                  </a:cubicBezTo>
                  <a:cubicBezTo>
                    <a:pt x="26374" y="11829"/>
                    <a:pt x="27199" y="12790"/>
                    <a:pt x="28415" y="12985"/>
                  </a:cubicBezTo>
                  <a:cubicBezTo>
                    <a:pt x="28569" y="13010"/>
                    <a:pt x="28718" y="13021"/>
                    <a:pt x="28863" y="13021"/>
                  </a:cubicBezTo>
                  <a:cubicBezTo>
                    <a:pt x="29859" y="13021"/>
                    <a:pt x="30635" y="12502"/>
                    <a:pt x="31584" y="12482"/>
                  </a:cubicBezTo>
                  <a:cubicBezTo>
                    <a:pt x="31598" y="12482"/>
                    <a:pt x="31612" y="12482"/>
                    <a:pt x="31625" y="12482"/>
                  </a:cubicBezTo>
                  <a:cubicBezTo>
                    <a:pt x="32593" y="12482"/>
                    <a:pt x="33309" y="13192"/>
                    <a:pt x="34333" y="13192"/>
                  </a:cubicBezTo>
                  <a:cubicBezTo>
                    <a:pt x="34422" y="13192"/>
                    <a:pt x="34514" y="13187"/>
                    <a:pt x="34609" y="13175"/>
                  </a:cubicBezTo>
                  <a:cubicBezTo>
                    <a:pt x="34862" y="13143"/>
                    <a:pt x="37513" y="12020"/>
                    <a:pt x="37191" y="11755"/>
                  </a:cubicBezTo>
                  <a:lnTo>
                    <a:pt x="37191" y="11755"/>
                  </a:lnTo>
                  <a:cubicBezTo>
                    <a:pt x="38060" y="12468"/>
                    <a:pt x="39201" y="12821"/>
                    <a:pt x="40332" y="12821"/>
                  </a:cubicBezTo>
                  <a:cubicBezTo>
                    <a:pt x="40424" y="12821"/>
                    <a:pt x="40515" y="12819"/>
                    <a:pt x="40607" y="12814"/>
                  </a:cubicBezTo>
                  <a:cubicBezTo>
                    <a:pt x="41227" y="12783"/>
                    <a:pt x="41842" y="12645"/>
                    <a:pt x="42413" y="12406"/>
                  </a:cubicBezTo>
                  <a:cubicBezTo>
                    <a:pt x="42566" y="12343"/>
                    <a:pt x="43787" y="11535"/>
                    <a:pt x="43800" y="11535"/>
                  </a:cubicBezTo>
                  <a:cubicBezTo>
                    <a:pt x="43800" y="11535"/>
                    <a:pt x="43800" y="11535"/>
                    <a:pt x="43800" y="11535"/>
                  </a:cubicBezTo>
                  <a:cubicBezTo>
                    <a:pt x="44365" y="11815"/>
                    <a:pt x="44991" y="11975"/>
                    <a:pt x="45622" y="12001"/>
                  </a:cubicBezTo>
                  <a:cubicBezTo>
                    <a:pt x="45672" y="12004"/>
                    <a:pt x="45723" y="12005"/>
                    <a:pt x="45774" y="12005"/>
                  </a:cubicBezTo>
                  <a:cubicBezTo>
                    <a:pt x="46297" y="12005"/>
                    <a:pt x="46840" y="11887"/>
                    <a:pt x="47212" y="11531"/>
                  </a:cubicBezTo>
                  <a:cubicBezTo>
                    <a:pt x="47664" y="11092"/>
                    <a:pt x="47754" y="10368"/>
                    <a:pt x="47524" y="9788"/>
                  </a:cubicBezTo>
                  <a:cubicBezTo>
                    <a:pt x="47293" y="9204"/>
                    <a:pt x="46793" y="8756"/>
                    <a:pt x="46230" y="8468"/>
                  </a:cubicBezTo>
                  <a:cubicBezTo>
                    <a:pt x="45848" y="8272"/>
                    <a:pt x="45406" y="8146"/>
                    <a:pt x="44979" y="8146"/>
                  </a:cubicBezTo>
                  <a:cubicBezTo>
                    <a:pt x="44644" y="8146"/>
                    <a:pt x="44317" y="8223"/>
                    <a:pt x="44035" y="8405"/>
                  </a:cubicBezTo>
                  <a:cubicBezTo>
                    <a:pt x="43544" y="7920"/>
                    <a:pt x="42848" y="7662"/>
                    <a:pt x="42155" y="7662"/>
                  </a:cubicBezTo>
                  <a:cubicBezTo>
                    <a:pt x="41743" y="7662"/>
                    <a:pt x="41332" y="7753"/>
                    <a:pt x="40967" y="7942"/>
                  </a:cubicBezTo>
                  <a:cubicBezTo>
                    <a:pt x="40742" y="7079"/>
                    <a:pt x="40511" y="6206"/>
                    <a:pt x="40087" y="5421"/>
                  </a:cubicBezTo>
                  <a:cubicBezTo>
                    <a:pt x="39661" y="4633"/>
                    <a:pt x="39014" y="3931"/>
                    <a:pt x="38171" y="3610"/>
                  </a:cubicBezTo>
                  <a:cubicBezTo>
                    <a:pt x="37771" y="3458"/>
                    <a:pt x="37346" y="3397"/>
                    <a:pt x="36916" y="3397"/>
                  </a:cubicBezTo>
                  <a:cubicBezTo>
                    <a:pt x="36578" y="3397"/>
                    <a:pt x="36238" y="3435"/>
                    <a:pt x="35906" y="3493"/>
                  </a:cubicBezTo>
                  <a:cubicBezTo>
                    <a:pt x="34861" y="3680"/>
                    <a:pt x="33729" y="4200"/>
                    <a:pt x="33430" y="5205"/>
                  </a:cubicBezTo>
                  <a:cubicBezTo>
                    <a:pt x="32603" y="4549"/>
                    <a:pt x="31667" y="3973"/>
                    <a:pt x="30619" y="3814"/>
                  </a:cubicBezTo>
                  <a:cubicBezTo>
                    <a:pt x="30450" y="3788"/>
                    <a:pt x="30278" y="3775"/>
                    <a:pt x="30105" y="3775"/>
                  </a:cubicBezTo>
                  <a:cubicBezTo>
                    <a:pt x="29205" y="3775"/>
                    <a:pt x="28295" y="4128"/>
                    <a:pt x="27788" y="4848"/>
                  </a:cubicBezTo>
                  <a:cubicBezTo>
                    <a:pt x="27273" y="4408"/>
                    <a:pt x="26670" y="4032"/>
                    <a:pt x="25996" y="3943"/>
                  </a:cubicBezTo>
                  <a:cubicBezTo>
                    <a:pt x="25913" y="3933"/>
                    <a:pt x="25829" y="3927"/>
                    <a:pt x="25745" y="3927"/>
                  </a:cubicBezTo>
                  <a:cubicBezTo>
                    <a:pt x="25142" y="3927"/>
                    <a:pt x="24525" y="4195"/>
                    <a:pt x="24239" y="4711"/>
                  </a:cubicBezTo>
                  <a:cubicBezTo>
                    <a:pt x="23759" y="4120"/>
                    <a:pt x="23002" y="3789"/>
                    <a:pt x="22243" y="3755"/>
                  </a:cubicBezTo>
                  <a:cubicBezTo>
                    <a:pt x="22221" y="3754"/>
                    <a:pt x="22200" y="3754"/>
                    <a:pt x="22179" y="3754"/>
                  </a:cubicBezTo>
                  <a:cubicBezTo>
                    <a:pt x="21801" y="3754"/>
                    <a:pt x="21487" y="3889"/>
                    <a:pt x="21125" y="3931"/>
                  </a:cubicBezTo>
                  <a:cubicBezTo>
                    <a:pt x="20970" y="3949"/>
                    <a:pt x="20876" y="3966"/>
                    <a:pt x="20812" y="3966"/>
                  </a:cubicBezTo>
                  <a:cubicBezTo>
                    <a:pt x="20667" y="3966"/>
                    <a:pt x="20682" y="3879"/>
                    <a:pt x="20517" y="3522"/>
                  </a:cubicBezTo>
                  <a:cubicBezTo>
                    <a:pt x="19891" y="2171"/>
                    <a:pt x="18685" y="1090"/>
                    <a:pt x="17167" y="841"/>
                  </a:cubicBezTo>
                  <a:cubicBezTo>
                    <a:pt x="16953" y="806"/>
                    <a:pt x="16734" y="788"/>
                    <a:pt x="16514" y="788"/>
                  </a:cubicBezTo>
                  <a:cubicBezTo>
                    <a:pt x="15729" y="788"/>
                    <a:pt x="14933" y="1015"/>
                    <a:pt x="14310" y="1482"/>
                  </a:cubicBezTo>
                  <a:cubicBezTo>
                    <a:pt x="13773" y="1884"/>
                    <a:pt x="12908" y="2912"/>
                    <a:pt x="13064" y="3657"/>
                  </a:cubicBezTo>
                  <a:cubicBezTo>
                    <a:pt x="12679" y="1821"/>
                    <a:pt x="11046" y="307"/>
                    <a:pt x="9164" y="41"/>
                  </a:cubicBezTo>
                  <a:cubicBezTo>
                    <a:pt x="8967" y="14"/>
                    <a:pt x="8767" y="0"/>
                    <a:pt x="856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7" name="Google Shape;147;p13"/>
          <p:cNvSpPr/>
          <p:nvPr/>
        </p:nvSpPr>
        <p:spPr>
          <a:xfrm>
            <a:off x="8138056" y="240427"/>
            <a:ext cx="292731" cy="299079"/>
          </a:xfrm>
          <a:custGeom>
            <a:avLst/>
            <a:gdLst/>
            <a:ahLst/>
            <a:cxnLst/>
            <a:rect l="l" t="t" r="r" b="b"/>
            <a:pathLst>
              <a:path w="4565" h="4664" extrusionOk="0">
                <a:moveTo>
                  <a:pt x="3082" y="0"/>
                </a:moveTo>
                <a:lnTo>
                  <a:pt x="1839" y="1064"/>
                </a:lnTo>
                <a:lnTo>
                  <a:pt x="259" y="645"/>
                </a:lnTo>
                <a:lnTo>
                  <a:pt x="889" y="2155"/>
                </a:lnTo>
                <a:lnTo>
                  <a:pt x="1" y="3527"/>
                </a:lnTo>
                <a:lnTo>
                  <a:pt x="1630" y="3394"/>
                </a:lnTo>
                <a:lnTo>
                  <a:pt x="2662" y="4664"/>
                </a:lnTo>
                <a:lnTo>
                  <a:pt x="3041" y="3074"/>
                </a:lnTo>
                <a:lnTo>
                  <a:pt x="4565" y="2485"/>
                </a:lnTo>
                <a:lnTo>
                  <a:pt x="3170" y="1633"/>
                </a:lnTo>
                <a:lnTo>
                  <a:pt x="308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3"/>
          <p:cNvSpPr/>
          <p:nvPr/>
        </p:nvSpPr>
        <p:spPr>
          <a:xfrm>
            <a:off x="-211225" y="2171699"/>
            <a:ext cx="855049" cy="2971789"/>
          </a:xfrm>
          <a:custGeom>
            <a:avLst/>
            <a:gdLst/>
            <a:ahLst/>
            <a:cxnLst/>
            <a:rect l="l" t="t" r="r" b="b"/>
            <a:pathLst>
              <a:path w="3944" h="11963" extrusionOk="0">
                <a:moveTo>
                  <a:pt x="1940" y="1"/>
                </a:moveTo>
                <a:lnTo>
                  <a:pt x="1811" y="1465"/>
                </a:lnTo>
                <a:lnTo>
                  <a:pt x="1488" y="1465"/>
                </a:lnTo>
                <a:lnTo>
                  <a:pt x="1488" y="2094"/>
                </a:lnTo>
                <a:cubicBezTo>
                  <a:pt x="1488" y="2094"/>
                  <a:pt x="97" y="2616"/>
                  <a:pt x="259" y="4185"/>
                </a:cubicBezTo>
                <a:lnTo>
                  <a:pt x="0" y="4394"/>
                </a:lnTo>
                <a:lnTo>
                  <a:pt x="194" y="4604"/>
                </a:lnTo>
                <a:lnTo>
                  <a:pt x="194" y="6137"/>
                </a:lnTo>
                <a:lnTo>
                  <a:pt x="0" y="6137"/>
                </a:lnTo>
                <a:lnTo>
                  <a:pt x="0" y="6662"/>
                </a:lnTo>
                <a:lnTo>
                  <a:pt x="431" y="6662"/>
                </a:lnTo>
                <a:lnTo>
                  <a:pt x="452" y="11962"/>
                </a:lnTo>
                <a:lnTo>
                  <a:pt x="3490" y="11962"/>
                </a:lnTo>
                <a:lnTo>
                  <a:pt x="3512" y="6662"/>
                </a:lnTo>
                <a:lnTo>
                  <a:pt x="3942" y="6662"/>
                </a:lnTo>
                <a:lnTo>
                  <a:pt x="3942" y="6137"/>
                </a:lnTo>
                <a:lnTo>
                  <a:pt x="3741" y="6137"/>
                </a:lnTo>
                <a:lnTo>
                  <a:pt x="3741" y="4604"/>
                </a:lnTo>
                <a:lnTo>
                  <a:pt x="3743" y="4604"/>
                </a:lnTo>
                <a:lnTo>
                  <a:pt x="3943" y="4394"/>
                </a:lnTo>
                <a:lnTo>
                  <a:pt x="3676" y="4185"/>
                </a:lnTo>
                <a:cubicBezTo>
                  <a:pt x="3843" y="2616"/>
                  <a:pt x="2408" y="2094"/>
                  <a:pt x="2408" y="2094"/>
                </a:cubicBezTo>
                <a:lnTo>
                  <a:pt x="2408" y="1465"/>
                </a:lnTo>
                <a:lnTo>
                  <a:pt x="2074" y="1465"/>
                </a:lnTo>
                <a:lnTo>
                  <a:pt x="194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3"/>
          <p:cNvSpPr/>
          <p:nvPr/>
        </p:nvSpPr>
        <p:spPr>
          <a:xfrm>
            <a:off x="0" y="4762650"/>
            <a:ext cx="9144000" cy="399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0" name="Google Shape;150;p13"/>
          <p:cNvGrpSpPr/>
          <p:nvPr/>
        </p:nvGrpSpPr>
        <p:grpSpPr>
          <a:xfrm>
            <a:off x="68496" y="3509792"/>
            <a:ext cx="566754" cy="1648976"/>
            <a:chOff x="2871700" y="3513775"/>
            <a:chExt cx="83475" cy="242875"/>
          </a:xfrm>
        </p:grpSpPr>
        <p:sp>
          <p:nvSpPr>
            <p:cNvPr id="151" name="Google Shape;151;p13"/>
            <p:cNvSpPr/>
            <p:nvPr/>
          </p:nvSpPr>
          <p:spPr>
            <a:xfrm>
              <a:off x="2871700" y="3513775"/>
              <a:ext cx="83475" cy="242875"/>
            </a:xfrm>
            <a:custGeom>
              <a:avLst/>
              <a:gdLst/>
              <a:ahLst/>
              <a:cxnLst/>
              <a:rect l="l" t="t" r="r" b="b"/>
              <a:pathLst>
                <a:path w="3339" h="9715" extrusionOk="0">
                  <a:moveTo>
                    <a:pt x="1643" y="1"/>
                  </a:moveTo>
                  <a:lnTo>
                    <a:pt x="1535" y="1190"/>
                  </a:lnTo>
                  <a:lnTo>
                    <a:pt x="1261" y="1190"/>
                  </a:lnTo>
                  <a:lnTo>
                    <a:pt x="1261" y="1700"/>
                  </a:lnTo>
                  <a:cubicBezTo>
                    <a:pt x="1261" y="1700"/>
                    <a:pt x="83" y="2124"/>
                    <a:pt x="221" y="3399"/>
                  </a:cubicBezTo>
                  <a:lnTo>
                    <a:pt x="0" y="3569"/>
                  </a:lnTo>
                  <a:lnTo>
                    <a:pt x="165" y="3739"/>
                  </a:lnTo>
                  <a:lnTo>
                    <a:pt x="165" y="4985"/>
                  </a:lnTo>
                  <a:lnTo>
                    <a:pt x="0" y="4985"/>
                  </a:lnTo>
                  <a:lnTo>
                    <a:pt x="0" y="5411"/>
                  </a:lnTo>
                  <a:lnTo>
                    <a:pt x="366" y="5411"/>
                  </a:lnTo>
                  <a:lnTo>
                    <a:pt x="384" y="9715"/>
                  </a:lnTo>
                  <a:lnTo>
                    <a:pt x="2955" y="9715"/>
                  </a:lnTo>
                  <a:lnTo>
                    <a:pt x="2971" y="5411"/>
                  </a:lnTo>
                  <a:lnTo>
                    <a:pt x="3337" y="5411"/>
                  </a:lnTo>
                  <a:lnTo>
                    <a:pt x="3337" y="4985"/>
                  </a:lnTo>
                  <a:lnTo>
                    <a:pt x="3167" y="4985"/>
                  </a:lnTo>
                  <a:lnTo>
                    <a:pt x="3167" y="3739"/>
                  </a:lnTo>
                  <a:lnTo>
                    <a:pt x="3168" y="3739"/>
                  </a:lnTo>
                  <a:lnTo>
                    <a:pt x="3338" y="3569"/>
                  </a:lnTo>
                  <a:lnTo>
                    <a:pt x="3112" y="3399"/>
                  </a:lnTo>
                  <a:cubicBezTo>
                    <a:pt x="3253" y="2124"/>
                    <a:pt x="2038" y="1700"/>
                    <a:pt x="2038" y="1700"/>
                  </a:cubicBezTo>
                  <a:lnTo>
                    <a:pt x="2038" y="1190"/>
                  </a:lnTo>
                  <a:lnTo>
                    <a:pt x="1756" y="1190"/>
                  </a:lnTo>
                  <a:lnTo>
                    <a:pt x="164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3"/>
            <p:cNvSpPr/>
            <p:nvPr/>
          </p:nvSpPr>
          <p:spPr>
            <a:xfrm>
              <a:off x="2899725" y="3597100"/>
              <a:ext cx="27325" cy="40400"/>
            </a:xfrm>
            <a:custGeom>
              <a:avLst/>
              <a:gdLst/>
              <a:ahLst/>
              <a:cxnLst/>
              <a:rect l="l" t="t" r="r" b="b"/>
              <a:pathLst>
                <a:path w="1093" h="1616" extrusionOk="0">
                  <a:moveTo>
                    <a:pt x="547" y="0"/>
                  </a:moveTo>
                  <a:cubicBezTo>
                    <a:pt x="1" y="0"/>
                    <a:pt x="1" y="478"/>
                    <a:pt x="1" y="478"/>
                  </a:cubicBezTo>
                  <a:lnTo>
                    <a:pt x="1" y="1615"/>
                  </a:lnTo>
                  <a:lnTo>
                    <a:pt x="1093" y="1615"/>
                  </a:lnTo>
                  <a:lnTo>
                    <a:pt x="1093" y="419"/>
                  </a:lnTo>
                  <a:cubicBezTo>
                    <a:pt x="1093" y="419"/>
                    <a:pt x="1093" y="0"/>
                    <a:pt x="5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3"/>
            <p:cNvSpPr/>
            <p:nvPr/>
          </p:nvSpPr>
          <p:spPr>
            <a:xfrm>
              <a:off x="2880800" y="3599275"/>
              <a:ext cx="7575" cy="38250"/>
            </a:xfrm>
            <a:custGeom>
              <a:avLst/>
              <a:gdLst/>
              <a:ahLst/>
              <a:cxnLst/>
              <a:rect l="l" t="t" r="r" b="b"/>
              <a:pathLst>
                <a:path w="303" h="1530" extrusionOk="0">
                  <a:moveTo>
                    <a:pt x="152" y="0"/>
                  </a:moveTo>
                  <a:cubicBezTo>
                    <a:pt x="0" y="0"/>
                    <a:pt x="0" y="453"/>
                    <a:pt x="0" y="453"/>
                  </a:cubicBezTo>
                  <a:lnTo>
                    <a:pt x="0" y="1528"/>
                  </a:lnTo>
                  <a:lnTo>
                    <a:pt x="0" y="1530"/>
                  </a:lnTo>
                  <a:lnTo>
                    <a:pt x="302" y="1530"/>
                  </a:lnTo>
                  <a:lnTo>
                    <a:pt x="302" y="397"/>
                  </a:lnTo>
                  <a:cubicBezTo>
                    <a:pt x="302" y="397"/>
                    <a:pt x="302" y="0"/>
                    <a:pt x="1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3"/>
            <p:cNvSpPr/>
            <p:nvPr/>
          </p:nvSpPr>
          <p:spPr>
            <a:xfrm>
              <a:off x="2937825" y="3599700"/>
              <a:ext cx="7575" cy="38275"/>
            </a:xfrm>
            <a:custGeom>
              <a:avLst/>
              <a:gdLst/>
              <a:ahLst/>
              <a:cxnLst/>
              <a:rect l="l" t="t" r="r" b="b"/>
              <a:pathLst>
                <a:path w="303" h="1531" extrusionOk="0">
                  <a:moveTo>
                    <a:pt x="151" y="0"/>
                  </a:moveTo>
                  <a:cubicBezTo>
                    <a:pt x="0" y="0"/>
                    <a:pt x="0" y="454"/>
                    <a:pt x="0" y="454"/>
                  </a:cubicBezTo>
                  <a:lnTo>
                    <a:pt x="0" y="1530"/>
                  </a:lnTo>
                  <a:lnTo>
                    <a:pt x="0" y="1531"/>
                  </a:lnTo>
                  <a:lnTo>
                    <a:pt x="303" y="1531"/>
                  </a:lnTo>
                  <a:lnTo>
                    <a:pt x="303" y="398"/>
                  </a:lnTo>
                  <a:cubicBezTo>
                    <a:pt x="303" y="398"/>
                    <a:pt x="303" y="0"/>
                    <a:pt x="1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5" name="Google Shape;155;p13"/>
          <p:cNvSpPr/>
          <p:nvPr/>
        </p:nvSpPr>
        <p:spPr>
          <a:xfrm>
            <a:off x="7673525" y="2292800"/>
            <a:ext cx="1514478" cy="2805657"/>
          </a:xfrm>
          <a:custGeom>
            <a:avLst/>
            <a:gdLst/>
            <a:ahLst/>
            <a:cxnLst/>
            <a:rect l="l" t="t" r="r" b="b"/>
            <a:pathLst>
              <a:path w="15918" h="29489" extrusionOk="0">
                <a:moveTo>
                  <a:pt x="7788" y="1"/>
                </a:moveTo>
                <a:lnTo>
                  <a:pt x="7675" y="2402"/>
                </a:lnTo>
                <a:cubicBezTo>
                  <a:pt x="7514" y="2499"/>
                  <a:pt x="7397" y="2766"/>
                  <a:pt x="7397" y="3083"/>
                </a:cubicBezTo>
                <a:cubicBezTo>
                  <a:pt x="7397" y="3211"/>
                  <a:pt x="7418" y="3329"/>
                  <a:pt x="7449" y="3433"/>
                </a:cubicBezTo>
                <a:lnTo>
                  <a:pt x="7076" y="3433"/>
                </a:lnTo>
                <a:lnTo>
                  <a:pt x="7076" y="4132"/>
                </a:lnTo>
                <a:lnTo>
                  <a:pt x="6565" y="4132"/>
                </a:lnTo>
                <a:lnTo>
                  <a:pt x="6565" y="4631"/>
                </a:lnTo>
                <a:lnTo>
                  <a:pt x="7186" y="4631"/>
                </a:lnTo>
                <a:cubicBezTo>
                  <a:pt x="7186" y="4631"/>
                  <a:pt x="5616" y="5130"/>
                  <a:pt x="5398" y="6429"/>
                </a:cubicBezTo>
                <a:cubicBezTo>
                  <a:pt x="5179" y="7727"/>
                  <a:pt x="5398" y="8226"/>
                  <a:pt x="5398" y="8226"/>
                </a:cubicBezTo>
                <a:cubicBezTo>
                  <a:pt x="5398" y="8226"/>
                  <a:pt x="1533" y="9524"/>
                  <a:pt x="1" y="13516"/>
                </a:cubicBezTo>
                <a:lnTo>
                  <a:pt x="1" y="29489"/>
                </a:lnTo>
                <a:lnTo>
                  <a:pt x="7806" y="29314"/>
                </a:lnTo>
                <a:lnTo>
                  <a:pt x="7806" y="29489"/>
                </a:lnTo>
                <a:lnTo>
                  <a:pt x="15918" y="29489"/>
                </a:lnTo>
                <a:lnTo>
                  <a:pt x="15918" y="13635"/>
                </a:lnTo>
                <a:cubicBezTo>
                  <a:pt x="14317" y="9593"/>
                  <a:pt x="10271" y="8280"/>
                  <a:pt x="10271" y="8280"/>
                </a:cubicBezTo>
                <a:cubicBezTo>
                  <a:pt x="10271" y="8280"/>
                  <a:pt x="10499" y="7777"/>
                  <a:pt x="10271" y="6462"/>
                </a:cubicBezTo>
                <a:cubicBezTo>
                  <a:pt x="10042" y="5150"/>
                  <a:pt x="8399" y="4644"/>
                  <a:pt x="8399" y="4644"/>
                </a:cubicBezTo>
                <a:lnTo>
                  <a:pt x="9048" y="4644"/>
                </a:lnTo>
                <a:lnTo>
                  <a:pt x="9048" y="4139"/>
                </a:lnTo>
                <a:lnTo>
                  <a:pt x="8514" y="4139"/>
                </a:lnTo>
                <a:lnTo>
                  <a:pt x="8514" y="3433"/>
                </a:lnTo>
                <a:lnTo>
                  <a:pt x="8166" y="3433"/>
                </a:lnTo>
                <a:cubicBezTo>
                  <a:pt x="8199" y="3329"/>
                  <a:pt x="8219" y="3211"/>
                  <a:pt x="8219" y="3083"/>
                </a:cubicBezTo>
                <a:cubicBezTo>
                  <a:pt x="8219" y="2740"/>
                  <a:pt x="8083" y="2456"/>
                  <a:pt x="7903" y="2381"/>
                </a:cubicBezTo>
                <a:lnTo>
                  <a:pt x="778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ext 2">
  <p:cSld name="CUSTOM_9_1">
    <p:spTree>
      <p:nvGrpSpPr>
        <p:cNvPr id="1" name="Shape 209"/>
        <p:cNvGrpSpPr/>
        <p:nvPr/>
      </p:nvGrpSpPr>
      <p:grpSpPr>
        <a:xfrm>
          <a:off x="0" y="0"/>
          <a:ext cx="0" cy="0"/>
          <a:chOff x="0" y="0"/>
          <a:chExt cx="0" cy="0"/>
        </a:xfrm>
      </p:grpSpPr>
      <p:sp>
        <p:nvSpPr>
          <p:cNvPr id="210" name="Google Shape;210;p17"/>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11" name="Google Shape;211;p17"/>
          <p:cNvSpPr txBox="1">
            <a:spLocks noGrp="1"/>
          </p:cNvSpPr>
          <p:nvPr>
            <p:ph type="body" idx="1"/>
          </p:nvPr>
        </p:nvSpPr>
        <p:spPr>
          <a:xfrm>
            <a:off x="720000" y="1215750"/>
            <a:ext cx="3756900" cy="19467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Font typeface="Asap Light"/>
              <a:buChar char="●"/>
              <a:defRPr/>
            </a:lvl1pPr>
            <a:lvl2pPr marL="914400" lvl="1" indent="-304800" rtl="0">
              <a:spcBef>
                <a:spcPts val="0"/>
              </a:spcBef>
              <a:spcAft>
                <a:spcPts val="0"/>
              </a:spcAft>
              <a:buSzPts val="1200"/>
              <a:buFont typeface="Nunito Light"/>
              <a:buChar char="○"/>
              <a:defRPr/>
            </a:lvl2pPr>
            <a:lvl3pPr marL="1371600" lvl="2" indent="-304800" rtl="0">
              <a:lnSpc>
                <a:spcPct val="115000"/>
              </a:lnSpc>
              <a:spcBef>
                <a:spcPts val="0"/>
              </a:spcBef>
              <a:spcAft>
                <a:spcPts val="0"/>
              </a:spcAft>
              <a:buClr>
                <a:srgbClr val="FFC800"/>
              </a:buClr>
              <a:buSzPts val="1200"/>
              <a:buFont typeface="Nunito Light"/>
              <a:buChar char="■"/>
              <a:defRPr/>
            </a:lvl3pPr>
            <a:lvl4pPr marL="1828800" lvl="3" indent="-304800" rtl="0">
              <a:lnSpc>
                <a:spcPct val="115000"/>
              </a:lnSpc>
              <a:spcBef>
                <a:spcPts val="1600"/>
              </a:spcBef>
              <a:spcAft>
                <a:spcPts val="0"/>
              </a:spcAft>
              <a:buClr>
                <a:srgbClr val="FFC800"/>
              </a:buClr>
              <a:buSzPts val="1200"/>
              <a:buFont typeface="Nunito Light"/>
              <a:buChar char="●"/>
              <a:defRPr/>
            </a:lvl4pPr>
            <a:lvl5pPr marL="2286000" lvl="4" indent="-304800" rtl="0">
              <a:lnSpc>
                <a:spcPct val="115000"/>
              </a:lnSpc>
              <a:spcBef>
                <a:spcPts val="1600"/>
              </a:spcBef>
              <a:spcAft>
                <a:spcPts val="0"/>
              </a:spcAft>
              <a:buClr>
                <a:srgbClr val="434343"/>
              </a:buClr>
              <a:buSzPts val="1200"/>
              <a:buFont typeface="Nunito Light"/>
              <a:buChar char="○"/>
              <a:defRPr/>
            </a:lvl5pPr>
            <a:lvl6pPr marL="2743200" lvl="5" indent="-304800" rtl="0">
              <a:lnSpc>
                <a:spcPct val="115000"/>
              </a:lnSpc>
              <a:spcBef>
                <a:spcPts val="1600"/>
              </a:spcBef>
              <a:spcAft>
                <a:spcPts val="0"/>
              </a:spcAft>
              <a:buClr>
                <a:srgbClr val="434343"/>
              </a:buClr>
              <a:buSzPts val="1200"/>
              <a:buFont typeface="Nunito Light"/>
              <a:buChar char="■"/>
              <a:defRPr/>
            </a:lvl6pPr>
            <a:lvl7pPr marL="3200400" lvl="6" indent="-304800" rtl="0">
              <a:lnSpc>
                <a:spcPct val="115000"/>
              </a:lnSpc>
              <a:spcBef>
                <a:spcPts val="1600"/>
              </a:spcBef>
              <a:spcAft>
                <a:spcPts val="0"/>
              </a:spcAft>
              <a:buClr>
                <a:srgbClr val="434343"/>
              </a:buClr>
              <a:buSzPts val="1200"/>
              <a:buFont typeface="Nunito Light"/>
              <a:buChar char="●"/>
              <a:defRPr/>
            </a:lvl7pPr>
            <a:lvl8pPr marL="3657600" lvl="7" indent="-304800" rtl="0">
              <a:lnSpc>
                <a:spcPct val="115000"/>
              </a:lnSpc>
              <a:spcBef>
                <a:spcPts val="1600"/>
              </a:spcBef>
              <a:spcAft>
                <a:spcPts val="0"/>
              </a:spcAft>
              <a:buClr>
                <a:srgbClr val="434343"/>
              </a:buClr>
              <a:buSzPts val="1200"/>
              <a:buFont typeface="Nunito Light"/>
              <a:buChar char="○"/>
              <a:defRPr/>
            </a:lvl8pPr>
            <a:lvl9pPr marL="4114800" lvl="8" indent="-304800" rtl="0">
              <a:lnSpc>
                <a:spcPct val="115000"/>
              </a:lnSpc>
              <a:spcBef>
                <a:spcPts val="1600"/>
              </a:spcBef>
              <a:spcAft>
                <a:spcPts val="1600"/>
              </a:spcAft>
              <a:buClr>
                <a:srgbClr val="434343"/>
              </a:buClr>
              <a:buSzPts val="1200"/>
              <a:buFont typeface="Nunito Light"/>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hree columns 1">
  <p:cSld name="CUSTOM_6_1">
    <p:spTree>
      <p:nvGrpSpPr>
        <p:cNvPr id="1" name="Shape 250"/>
        <p:cNvGrpSpPr/>
        <p:nvPr/>
      </p:nvGrpSpPr>
      <p:grpSpPr>
        <a:xfrm>
          <a:off x="0" y="0"/>
          <a:ext cx="0" cy="0"/>
          <a:chOff x="0" y="0"/>
          <a:chExt cx="0" cy="0"/>
        </a:xfrm>
      </p:grpSpPr>
      <p:sp>
        <p:nvSpPr>
          <p:cNvPr id="251" name="Google Shape;251;p20"/>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52" name="Google Shape;252;p20"/>
          <p:cNvSpPr txBox="1">
            <a:spLocks noGrp="1"/>
          </p:cNvSpPr>
          <p:nvPr>
            <p:ph type="subTitle" idx="1"/>
          </p:nvPr>
        </p:nvSpPr>
        <p:spPr>
          <a:xfrm>
            <a:off x="720025" y="1790352"/>
            <a:ext cx="7704000" cy="569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53" name="Google Shape;253;p20"/>
          <p:cNvSpPr txBox="1">
            <a:spLocks noGrp="1"/>
          </p:cNvSpPr>
          <p:nvPr>
            <p:ph type="subTitle" idx="2"/>
          </p:nvPr>
        </p:nvSpPr>
        <p:spPr>
          <a:xfrm>
            <a:off x="720025" y="2917688"/>
            <a:ext cx="7704000" cy="56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54" name="Google Shape;254;p20"/>
          <p:cNvSpPr txBox="1">
            <a:spLocks noGrp="1"/>
          </p:cNvSpPr>
          <p:nvPr>
            <p:ph type="subTitle" idx="3"/>
          </p:nvPr>
        </p:nvSpPr>
        <p:spPr>
          <a:xfrm>
            <a:off x="720025" y="4042325"/>
            <a:ext cx="7704000" cy="56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55" name="Google Shape;255;p20"/>
          <p:cNvSpPr txBox="1">
            <a:spLocks noGrp="1"/>
          </p:cNvSpPr>
          <p:nvPr>
            <p:ph type="subTitle" idx="4"/>
          </p:nvPr>
        </p:nvSpPr>
        <p:spPr>
          <a:xfrm>
            <a:off x="720025" y="1393675"/>
            <a:ext cx="7704000" cy="569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500" b="1">
                <a:latin typeface="Philosopher"/>
                <a:ea typeface="Philosopher"/>
                <a:cs typeface="Philosopher"/>
                <a:sym typeface="Philosopher"/>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56" name="Google Shape;256;p20"/>
          <p:cNvSpPr txBox="1">
            <a:spLocks noGrp="1"/>
          </p:cNvSpPr>
          <p:nvPr>
            <p:ph type="subTitle" idx="5"/>
          </p:nvPr>
        </p:nvSpPr>
        <p:spPr>
          <a:xfrm>
            <a:off x="720025" y="2516371"/>
            <a:ext cx="7704000" cy="56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500" b="1">
                <a:latin typeface="Philosopher"/>
                <a:ea typeface="Philosopher"/>
                <a:cs typeface="Philosopher"/>
                <a:sym typeface="Philosopher"/>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57" name="Google Shape;257;p20"/>
          <p:cNvSpPr txBox="1">
            <a:spLocks noGrp="1"/>
          </p:cNvSpPr>
          <p:nvPr>
            <p:ph type="subTitle" idx="6"/>
          </p:nvPr>
        </p:nvSpPr>
        <p:spPr>
          <a:xfrm>
            <a:off x="720025" y="3636366"/>
            <a:ext cx="7704000" cy="56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500" b="1">
                <a:latin typeface="Philosopher"/>
                <a:ea typeface="Philosopher"/>
                <a:cs typeface="Philosopher"/>
                <a:sym typeface="Philosopher"/>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58" name="Google Shape;258;p20"/>
          <p:cNvSpPr/>
          <p:nvPr/>
        </p:nvSpPr>
        <p:spPr>
          <a:xfrm>
            <a:off x="233951" y="3604826"/>
            <a:ext cx="510837" cy="1549448"/>
          </a:xfrm>
          <a:custGeom>
            <a:avLst/>
            <a:gdLst/>
            <a:ahLst/>
            <a:cxnLst/>
            <a:rect l="l" t="t" r="r" b="b"/>
            <a:pathLst>
              <a:path w="3944" h="11963" extrusionOk="0">
                <a:moveTo>
                  <a:pt x="1940" y="1"/>
                </a:moveTo>
                <a:lnTo>
                  <a:pt x="1811" y="1465"/>
                </a:lnTo>
                <a:lnTo>
                  <a:pt x="1488" y="1465"/>
                </a:lnTo>
                <a:lnTo>
                  <a:pt x="1488" y="2094"/>
                </a:lnTo>
                <a:cubicBezTo>
                  <a:pt x="1488" y="2094"/>
                  <a:pt x="97" y="2616"/>
                  <a:pt x="259" y="4185"/>
                </a:cubicBezTo>
                <a:lnTo>
                  <a:pt x="0" y="4394"/>
                </a:lnTo>
                <a:lnTo>
                  <a:pt x="194" y="4604"/>
                </a:lnTo>
                <a:lnTo>
                  <a:pt x="194" y="6137"/>
                </a:lnTo>
                <a:lnTo>
                  <a:pt x="0" y="6137"/>
                </a:lnTo>
                <a:lnTo>
                  <a:pt x="0" y="6662"/>
                </a:lnTo>
                <a:lnTo>
                  <a:pt x="431" y="6662"/>
                </a:lnTo>
                <a:lnTo>
                  <a:pt x="452" y="11962"/>
                </a:lnTo>
                <a:lnTo>
                  <a:pt x="3490" y="11962"/>
                </a:lnTo>
                <a:lnTo>
                  <a:pt x="3512" y="6662"/>
                </a:lnTo>
                <a:lnTo>
                  <a:pt x="3942" y="6662"/>
                </a:lnTo>
                <a:lnTo>
                  <a:pt x="3942" y="6137"/>
                </a:lnTo>
                <a:lnTo>
                  <a:pt x="3741" y="6137"/>
                </a:lnTo>
                <a:lnTo>
                  <a:pt x="3741" y="4604"/>
                </a:lnTo>
                <a:lnTo>
                  <a:pt x="3743" y="4604"/>
                </a:lnTo>
                <a:lnTo>
                  <a:pt x="3943" y="4394"/>
                </a:lnTo>
                <a:lnTo>
                  <a:pt x="3676" y="4185"/>
                </a:lnTo>
                <a:cubicBezTo>
                  <a:pt x="3843" y="2616"/>
                  <a:pt x="2408" y="2094"/>
                  <a:pt x="2408" y="2094"/>
                </a:cubicBezTo>
                <a:lnTo>
                  <a:pt x="2408" y="1465"/>
                </a:lnTo>
                <a:lnTo>
                  <a:pt x="2074" y="1465"/>
                </a:lnTo>
                <a:lnTo>
                  <a:pt x="194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0"/>
          <p:cNvSpPr/>
          <p:nvPr/>
        </p:nvSpPr>
        <p:spPr>
          <a:xfrm>
            <a:off x="8424000" y="2789810"/>
            <a:ext cx="1216573" cy="2253771"/>
          </a:xfrm>
          <a:custGeom>
            <a:avLst/>
            <a:gdLst/>
            <a:ahLst/>
            <a:cxnLst/>
            <a:rect l="l" t="t" r="r" b="b"/>
            <a:pathLst>
              <a:path w="15918" h="29489" extrusionOk="0">
                <a:moveTo>
                  <a:pt x="7788" y="1"/>
                </a:moveTo>
                <a:lnTo>
                  <a:pt x="7675" y="2402"/>
                </a:lnTo>
                <a:cubicBezTo>
                  <a:pt x="7514" y="2499"/>
                  <a:pt x="7397" y="2766"/>
                  <a:pt x="7397" y="3083"/>
                </a:cubicBezTo>
                <a:cubicBezTo>
                  <a:pt x="7397" y="3211"/>
                  <a:pt x="7418" y="3329"/>
                  <a:pt x="7449" y="3433"/>
                </a:cubicBezTo>
                <a:lnTo>
                  <a:pt x="7076" y="3433"/>
                </a:lnTo>
                <a:lnTo>
                  <a:pt x="7076" y="4132"/>
                </a:lnTo>
                <a:lnTo>
                  <a:pt x="6565" y="4132"/>
                </a:lnTo>
                <a:lnTo>
                  <a:pt x="6565" y="4631"/>
                </a:lnTo>
                <a:lnTo>
                  <a:pt x="7186" y="4631"/>
                </a:lnTo>
                <a:cubicBezTo>
                  <a:pt x="7186" y="4631"/>
                  <a:pt x="5616" y="5130"/>
                  <a:pt x="5398" y="6429"/>
                </a:cubicBezTo>
                <a:cubicBezTo>
                  <a:pt x="5179" y="7727"/>
                  <a:pt x="5398" y="8226"/>
                  <a:pt x="5398" y="8226"/>
                </a:cubicBezTo>
                <a:cubicBezTo>
                  <a:pt x="5398" y="8226"/>
                  <a:pt x="1533" y="9524"/>
                  <a:pt x="1" y="13516"/>
                </a:cubicBezTo>
                <a:lnTo>
                  <a:pt x="1" y="29489"/>
                </a:lnTo>
                <a:lnTo>
                  <a:pt x="7806" y="29314"/>
                </a:lnTo>
                <a:lnTo>
                  <a:pt x="7806" y="29489"/>
                </a:lnTo>
                <a:lnTo>
                  <a:pt x="15918" y="29489"/>
                </a:lnTo>
                <a:lnTo>
                  <a:pt x="15918" y="13635"/>
                </a:lnTo>
                <a:cubicBezTo>
                  <a:pt x="14317" y="9593"/>
                  <a:pt x="10271" y="8280"/>
                  <a:pt x="10271" y="8280"/>
                </a:cubicBezTo>
                <a:cubicBezTo>
                  <a:pt x="10271" y="8280"/>
                  <a:pt x="10499" y="7777"/>
                  <a:pt x="10271" y="6462"/>
                </a:cubicBezTo>
                <a:cubicBezTo>
                  <a:pt x="10042" y="5150"/>
                  <a:pt x="8399" y="4644"/>
                  <a:pt x="8399" y="4644"/>
                </a:cubicBezTo>
                <a:lnTo>
                  <a:pt x="9048" y="4644"/>
                </a:lnTo>
                <a:lnTo>
                  <a:pt x="9048" y="4139"/>
                </a:lnTo>
                <a:lnTo>
                  <a:pt x="8514" y="4139"/>
                </a:lnTo>
                <a:lnTo>
                  <a:pt x="8514" y="3433"/>
                </a:lnTo>
                <a:lnTo>
                  <a:pt x="8166" y="3433"/>
                </a:lnTo>
                <a:cubicBezTo>
                  <a:pt x="8199" y="3329"/>
                  <a:pt x="8219" y="3211"/>
                  <a:pt x="8219" y="3083"/>
                </a:cubicBezTo>
                <a:cubicBezTo>
                  <a:pt x="8219" y="2740"/>
                  <a:pt x="8083" y="2456"/>
                  <a:pt x="7903" y="2381"/>
                </a:cubicBezTo>
                <a:lnTo>
                  <a:pt x="778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0"/>
          <p:cNvSpPr/>
          <p:nvPr/>
        </p:nvSpPr>
        <p:spPr>
          <a:xfrm>
            <a:off x="8330205" y="3452433"/>
            <a:ext cx="575696" cy="1746179"/>
          </a:xfrm>
          <a:custGeom>
            <a:avLst/>
            <a:gdLst/>
            <a:ahLst/>
            <a:cxnLst/>
            <a:rect l="l" t="t" r="r" b="b"/>
            <a:pathLst>
              <a:path w="3944" h="11963" extrusionOk="0">
                <a:moveTo>
                  <a:pt x="1940" y="1"/>
                </a:moveTo>
                <a:lnTo>
                  <a:pt x="1811" y="1465"/>
                </a:lnTo>
                <a:lnTo>
                  <a:pt x="1488" y="1465"/>
                </a:lnTo>
                <a:lnTo>
                  <a:pt x="1488" y="2094"/>
                </a:lnTo>
                <a:cubicBezTo>
                  <a:pt x="1488" y="2094"/>
                  <a:pt x="97" y="2616"/>
                  <a:pt x="259" y="4185"/>
                </a:cubicBezTo>
                <a:lnTo>
                  <a:pt x="0" y="4394"/>
                </a:lnTo>
                <a:lnTo>
                  <a:pt x="194" y="4604"/>
                </a:lnTo>
                <a:lnTo>
                  <a:pt x="194" y="6137"/>
                </a:lnTo>
                <a:lnTo>
                  <a:pt x="0" y="6137"/>
                </a:lnTo>
                <a:lnTo>
                  <a:pt x="0" y="6662"/>
                </a:lnTo>
                <a:lnTo>
                  <a:pt x="431" y="6662"/>
                </a:lnTo>
                <a:lnTo>
                  <a:pt x="452" y="11962"/>
                </a:lnTo>
                <a:lnTo>
                  <a:pt x="3490" y="11962"/>
                </a:lnTo>
                <a:lnTo>
                  <a:pt x="3512" y="6662"/>
                </a:lnTo>
                <a:lnTo>
                  <a:pt x="3942" y="6662"/>
                </a:lnTo>
                <a:lnTo>
                  <a:pt x="3942" y="6137"/>
                </a:lnTo>
                <a:lnTo>
                  <a:pt x="3741" y="6137"/>
                </a:lnTo>
                <a:lnTo>
                  <a:pt x="3741" y="4604"/>
                </a:lnTo>
                <a:lnTo>
                  <a:pt x="3743" y="4604"/>
                </a:lnTo>
                <a:lnTo>
                  <a:pt x="3943" y="4394"/>
                </a:lnTo>
                <a:lnTo>
                  <a:pt x="3676" y="4185"/>
                </a:lnTo>
                <a:cubicBezTo>
                  <a:pt x="3843" y="2616"/>
                  <a:pt x="2408" y="2094"/>
                  <a:pt x="2408" y="2094"/>
                </a:cubicBezTo>
                <a:lnTo>
                  <a:pt x="2408" y="1465"/>
                </a:lnTo>
                <a:lnTo>
                  <a:pt x="2074" y="1465"/>
                </a:lnTo>
                <a:lnTo>
                  <a:pt x="19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0"/>
          <p:cNvSpPr/>
          <p:nvPr/>
        </p:nvSpPr>
        <p:spPr>
          <a:xfrm>
            <a:off x="0" y="4762650"/>
            <a:ext cx="9144000" cy="399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2" name="Google Shape;262;p20"/>
          <p:cNvGrpSpPr/>
          <p:nvPr/>
        </p:nvGrpSpPr>
        <p:grpSpPr>
          <a:xfrm>
            <a:off x="-147053" y="2835863"/>
            <a:ext cx="575695" cy="2314070"/>
            <a:chOff x="2686950" y="3466825"/>
            <a:chExt cx="94350" cy="379250"/>
          </a:xfrm>
        </p:grpSpPr>
        <p:sp>
          <p:nvSpPr>
            <p:cNvPr id="263" name="Google Shape;263;p20"/>
            <p:cNvSpPr/>
            <p:nvPr/>
          </p:nvSpPr>
          <p:spPr>
            <a:xfrm>
              <a:off x="2686950" y="3466825"/>
              <a:ext cx="94350" cy="379250"/>
            </a:xfrm>
            <a:custGeom>
              <a:avLst/>
              <a:gdLst/>
              <a:ahLst/>
              <a:cxnLst/>
              <a:rect l="l" t="t" r="r" b="b"/>
              <a:pathLst>
                <a:path w="3774" h="15170" extrusionOk="0">
                  <a:moveTo>
                    <a:pt x="1942" y="1"/>
                  </a:moveTo>
                  <a:lnTo>
                    <a:pt x="1925" y="375"/>
                  </a:lnTo>
                  <a:cubicBezTo>
                    <a:pt x="1865" y="379"/>
                    <a:pt x="1817" y="400"/>
                    <a:pt x="1817" y="425"/>
                  </a:cubicBezTo>
                  <a:cubicBezTo>
                    <a:pt x="1817" y="452"/>
                    <a:pt x="1863" y="473"/>
                    <a:pt x="1921" y="477"/>
                  </a:cubicBezTo>
                  <a:lnTo>
                    <a:pt x="1912" y="668"/>
                  </a:lnTo>
                  <a:lnTo>
                    <a:pt x="1914" y="668"/>
                  </a:lnTo>
                  <a:cubicBezTo>
                    <a:pt x="1796" y="677"/>
                    <a:pt x="1709" y="720"/>
                    <a:pt x="1709" y="774"/>
                  </a:cubicBezTo>
                  <a:cubicBezTo>
                    <a:pt x="1709" y="826"/>
                    <a:pt x="1799" y="869"/>
                    <a:pt x="1914" y="879"/>
                  </a:cubicBezTo>
                  <a:cubicBezTo>
                    <a:pt x="1763" y="1135"/>
                    <a:pt x="1229" y="1994"/>
                    <a:pt x="557" y="2507"/>
                  </a:cubicBezTo>
                  <a:cubicBezTo>
                    <a:pt x="1" y="2934"/>
                    <a:pt x="1026" y="3530"/>
                    <a:pt x="1026" y="3530"/>
                  </a:cubicBezTo>
                  <a:lnTo>
                    <a:pt x="1035" y="4510"/>
                  </a:lnTo>
                  <a:lnTo>
                    <a:pt x="695" y="4510"/>
                  </a:lnTo>
                  <a:lnTo>
                    <a:pt x="695" y="4767"/>
                  </a:lnTo>
                  <a:lnTo>
                    <a:pt x="1026" y="4916"/>
                  </a:lnTo>
                  <a:lnTo>
                    <a:pt x="706" y="4916"/>
                  </a:lnTo>
                  <a:lnTo>
                    <a:pt x="697" y="5076"/>
                  </a:lnTo>
                  <a:lnTo>
                    <a:pt x="185" y="5076"/>
                  </a:lnTo>
                  <a:lnTo>
                    <a:pt x="185" y="5520"/>
                  </a:lnTo>
                  <a:lnTo>
                    <a:pt x="811" y="6046"/>
                  </a:lnTo>
                  <a:lnTo>
                    <a:pt x="830" y="15170"/>
                  </a:lnTo>
                  <a:lnTo>
                    <a:pt x="1960" y="15170"/>
                  </a:lnTo>
                  <a:lnTo>
                    <a:pt x="1960" y="15167"/>
                  </a:lnTo>
                  <a:lnTo>
                    <a:pt x="3003" y="15167"/>
                  </a:lnTo>
                  <a:lnTo>
                    <a:pt x="3021" y="6043"/>
                  </a:lnTo>
                  <a:lnTo>
                    <a:pt x="3606" y="5518"/>
                  </a:lnTo>
                  <a:lnTo>
                    <a:pt x="3606" y="5073"/>
                  </a:lnTo>
                  <a:lnTo>
                    <a:pt x="3123" y="5073"/>
                  </a:lnTo>
                  <a:lnTo>
                    <a:pt x="3123" y="5075"/>
                  </a:lnTo>
                  <a:lnTo>
                    <a:pt x="3113" y="4915"/>
                  </a:lnTo>
                  <a:lnTo>
                    <a:pt x="2813" y="4915"/>
                  </a:lnTo>
                  <a:lnTo>
                    <a:pt x="3123" y="4766"/>
                  </a:lnTo>
                  <a:lnTo>
                    <a:pt x="3123" y="4508"/>
                  </a:lnTo>
                  <a:lnTo>
                    <a:pt x="2804" y="4508"/>
                  </a:lnTo>
                  <a:lnTo>
                    <a:pt x="2813" y="3529"/>
                  </a:lnTo>
                  <a:cubicBezTo>
                    <a:pt x="2813" y="3529"/>
                    <a:pt x="3773" y="2931"/>
                    <a:pt x="3251" y="2505"/>
                  </a:cubicBezTo>
                  <a:cubicBezTo>
                    <a:pt x="2628" y="1997"/>
                    <a:pt x="2129" y="1142"/>
                    <a:pt x="1984" y="881"/>
                  </a:cubicBezTo>
                  <a:cubicBezTo>
                    <a:pt x="2109" y="875"/>
                    <a:pt x="2206" y="830"/>
                    <a:pt x="2206" y="775"/>
                  </a:cubicBezTo>
                  <a:cubicBezTo>
                    <a:pt x="2206" y="723"/>
                    <a:pt x="2116" y="681"/>
                    <a:pt x="2000" y="670"/>
                  </a:cubicBezTo>
                  <a:lnTo>
                    <a:pt x="2002" y="670"/>
                  </a:lnTo>
                  <a:lnTo>
                    <a:pt x="1984" y="477"/>
                  </a:lnTo>
                  <a:cubicBezTo>
                    <a:pt x="2032" y="470"/>
                    <a:pt x="2067" y="451"/>
                    <a:pt x="2067" y="428"/>
                  </a:cubicBezTo>
                  <a:cubicBezTo>
                    <a:pt x="2067" y="403"/>
                    <a:pt x="2028" y="383"/>
                    <a:pt x="1976" y="376"/>
                  </a:cubicBezTo>
                  <a:lnTo>
                    <a:pt x="194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0"/>
            <p:cNvSpPr/>
            <p:nvPr/>
          </p:nvSpPr>
          <p:spPr>
            <a:xfrm>
              <a:off x="2695425" y="3826025"/>
              <a:ext cx="78000" cy="10000"/>
            </a:xfrm>
            <a:custGeom>
              <a:avLst/>
              <a:gdLst/>
              <a:ahLst/>
              <a:cxnLst/>
              <a:rect l="l" t="t" r="r" b="b"/>
              <a:pathLst>
                <a:path w="3120" h="400" extrusionOk="0">
                  <a:moveTo>
                    <a:pt x="1" y="1"/>
                  </a:moveTo>
                  <a:lnTo>
                    <a:pt x="1" y="400"/>
                  </a:lnTo>
                  <a:lnTo>
                    <a:pt x="3120" y="400"/>
                  </a:lnTo>
                  <a:lnTo>
                    <a:pt x="312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0"/>
            <p:cNvSpPr/>
            <p:nvPr/>
          </p:nvSpPr>
          <p:spPr>
            <a:xfrm>
              <a:off x="2713675" y="3555625"/>
              <a:ext cx="5700" cy="23650"/>
            </a:xfrm>
            <a:custGeom>
              <a:avLst/>
              <a:gdLst/>
              <a:ahLst/>
              <a:cxnLst/>
              <a:rect l="l" t="t" r="r" b="b"/>
              <a:pathLst>
                <a:path w="228" h="946" extrusionOk="0">
                  <a:moveTo>
                    <a:pt x="114" y="1"/>
                  </a:moveTo>
                  <a:cubicBezTo>
                    <a:pt x="0" y="1"/>
                    <a:pt x="0" y="280"/>
                    <a:pt x="0" y="280"/>
                  </a:cubicBezTo>
                  <a:lnTo>
                    <a:pt x="0" y="945"/>
                  </a:lnTo>
                  <a:lnTo>
                    <a:pt x="228" y="945"/>
                  </a:lnTo>
                  <a:lnTo>
                    <a:pt x="228" y="245"/>
                  </a:lnTo>
                  <a:cubicBezTo>
                    <a:pt x="228" y="245"/>
                    <a:pt x="228" y="1"/>
                    <a:pt x="1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0"/>
            <p:cNvSpPr/>
            <p:nvPr/>
          </p:nvSpPr>
          <p:spPr>
            <a:xfrm>
              <a:off x="2724200" y="3555375"/>
              <a:ext cx="9175" cy="23600"/>
            </a:xfrm>
            <a:custGeom>
              <a:avLst/>
              <a:gdLst/>
              <a:ahLst/>
              <a:cxnLst/>
              <a:rect l="l" t="t" r="r" b="b"/>
              <a:pathLst>
                <a:path w="367" h="944" extrusionOk="0">
                  <a:moveTo>
                    <a:pt x="184" y="1"/>
                  </a:moveTo>
                  <a:cubicBezTo>
                    <a:pt x="1" y="1"/>
                    <a:pt x="1" y="281"/>
                    <a:pt x="1" y="281"/>
                  </a:cubicBezTo>
                  <a:lnTo>
                    <a:pt x="1" y="944"/>
                  </a:lnTo>
                  <a:lnTo>
                    <a:pt x="366" y="944"/>
                  </a:lnTo>
                  <a:lnTo>
                    <a:pt x="366" y="245"/>
                  </a:lnTo>
                  <a:cubicBezTo>
                    <a:pt x="366" y="245"/>
                    <a:pt x="366" y="1"/>
                    <a:pt x="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0"/>
            <p:cNvSpPr/>
            <p:nvPr/>
          </p:nvSpPr>
          <p:spPr>
            <a:xfrm>
              <a:off x="2737250" y="3555100"/>
              <a:ext cx="9150" cy="23650"/>
            </a:xfrm>
            <a:custGeom>
              <a:avLst/>
              <a:gdLst/>
              <a:ahLst/>
              <a:cxnLst/>
              <a:rect l="l" t="t" r="r" b="b"/>
              <a:pathLst>
                <a:path w="366" h="946" extrusionOk="0">
                  <a:moveTo>
                    <a:pt x="183" y="1"/>
                  </a:moveTo>
                  <a:cubicBezTo>
                    <a:pt x="0" y="1"/>
                    <a:pt x="0" y="280"/>
                    <a:pt x="0" y="280"/>
                  </a:cubicBezTo>
                  <a:lnTo>
                    <a:pt x="0" y="945"/>
                  </a:lnTo>
                  <a:lnTo>
                    <a:pt x="366" y="945"/>
                  </a:lnTo>
                  <a:lnTo>
                    <a:pt x="366" y="245"/>
                  </a:lnTo>
                  <a:cubicBezTo>
                    <a:pt x="366" y="245"/>
                    <a:pt x="366" y="1"/>
                    <a:pt x="1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0"/>
            <p:cNvSpPr/>
            <p:nvPr/>
          </p:nvSpPr>
          <p:spPr>
            <a:xfrm>
              <a:off x="2750350" y="3555375"/>
              <a:ext cx="5725" cy="23600"/>
            </a:xfrm>
            <a:custGeom>
              <a:avLst/>
              <a:gdLst/>
              <a:ahLst/>
              <a:cxnLst/>
              <a:rect l="l" t="t" r="r" b="b"/>
              <a:pathLst>
                <a:path w="229" h="944" extrusionOk="0">
                  <a:moveTo>
                    <a:pt x="114" y="1"/>
                  </a:moveTo>
                  <a:cubicBezTo>
                    <a:pt x="1" y="1"/>
                    <a:pt x="1" y="281"/>
                    <a:pt x="1" y="281"/>
                  </a:cubicBezTo>
                  <a:lnTo>
                    <a:pt x="1" y="944"/>
                  </a:lnTo>
                  <a:lnTo>
                    <a:pt x="228" y="944"/>
                  </a:lnTo>
                  <a:lnTo>
                    <a:pt x="228" y="245"/>
                  </a:lnTo>
                  <a:cubicBezTo>
                    <a:pt x="228" y="245"/>
                    <a:pt x="228" y="1"/>
                    <a:pt x="1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9" name="Google Shape;269;p20"/>
          <p:cNvGrpSpPr/>
          <p:nvPr/>
        </p:nvGrpSpPr>
        <p:grpSpPr>
          <a:xfrm flipH="1">
            <a:off x="6381651" y="-242028"/>
            <a:ext cx="2838551" cy="1013425"/>
            <a:chOff x="-3505263" y="-2342175"/>
            <a:chExt cx="2645434" cy="944478"/>
          </a:xfrm>
        </p:grpSpPr>
        <p:sp>
          <p:nvSpPr>
            <p:cNvPr id="270" name="Google Shape;270;p20"/>
            <p:cNvSpPr/>
            <p:nvPr/>
          </p:nvSpPr>
          <p:spPr>
            <a:xfrm>
              <a:off x="-3505263" y="-2342175"/>
              <a:ext cx="2645434" cy="944478"/>
            </a:xfrm>
            <a:custGeom>
              <a:avLst/>
              <a:gdLst/>
              <a:ahLst/>
              <a:cxnLst/>
              <a:rect l="l" t="t" r="r" b="b"/>
              <a:pathLst>
                <a:path w="58411" h="20854" extrusionOk="0">
                  <a:moveTo>
                    <a:pt x="8551" y="1"/>
                  </a:moveTo>
                  <a:cubicBezTo>
                    <a:pt x="8250" y="1"/>
                    <a:pt x="7943" y="29"/>
                    <a:pt x="7633" y="88"/>
                  </a:cubicBezTo>
                  <a:cubicBezTo>
                    <a:pt x="5925" y="410"/>
                    <a:pt x="4521" y="1672"/>
                    <a:pt x="4247" y="3134"/>
                  </a:cubicBezTo>
                  <a:cubicBezTo>
                    <a:pt x="3866" y="2557"/>
                    <a:pt x="2723" y="1765"/>
                    <a:pt x="1752" y="1765"/>
                  </a:cubicBezTo>
                  <a:cubicBezTo>
                    <a:pt x="1405" y="1765"/>
                    <a:pt x="1080" y="1865"/>
                    <a:pt x="819" y="2113"/>
                  </a:cubicBezTo>
                  <a:cubicBezTo>
                    <a:pt x="324" y="8386"/>
                    <a:pt x="81" y="14564"/>
                    <a:pt x="0" y="20854"/>
                  </a:cubicBezTo>
                  <a:cubicBezTo>
                    <a:pt x="350" y="20567"/>
                    <a:pt x="381" y="19928"/>
                    <a:pt x="730" y="19642"/>
                  </a:cubicBezTo>
                  <a:cubicBezTo>
                    <a:pt x="788" y="19644"/>
                    <a:pt x="846" y="19645"/>
                    <a:pt x="904" y="19645"/>
                  </a:cubicBezTo>
                  <a:cubicBezTo>
                    <a:pt x="3080" y="19645"/>
                    <a:pt x="5185" y="18137"/>
                    <a:pt x="5834" y="16082"/>
                  </a:cubicBezTo>
                  <a:cubicBezTo>
                    <a:pt x="6196" y="16509"/>
                    <a:pt x="6762" y="16749"/>
                    <a:pt x="7326" y="16749"/>
                  </a:cubicBezTo>
                  <a:cubicBezTo>
                    <a:pt x="7543" y="16749"/>
                    <a:pt x="7760" y="16713"/>
                    <a:pt x="7965" y="16639"/>
                  </a:cubicBezTo>
                  <a:cubicBezTo>
                    <a:pt x="8533" y="16432"/>
                    <a:pt x="8975" y="15935"/>
                    <a:pt x="9142" y="15363"/>
                  </a:cubicBezTo>
                  <a:lnTo>
                    <a:pt x="9142" y="15363"/>
                  </a:lnTo>
                  <a:cubicBezTo>
                    <a:pt x="9004" y="17346"/>
                    <a:pt x="10520" y="18964"/>
                    <a:pt x="12634" y="18964"/>
                  </a:cubicBezTo>
                  <a:cubicBezTo>
                    <a:pt x="12665" y="18964"/>
                    <a:pt x="12696" y="18964"/>
                    <a:pt x="12727" y="18963"/>
                  </a:cubicBezTo>
                  <a:cubicBezTo>
                    <a:pt x="14564" y="18921"/>
                    <a:pt x="16273" y="17502"/>
                    <a:pt x="16617" y="15763"/>
                  </a:cubicBezTo>
                  <a:cubicBezTo>
                    <a:pt x="17355" y="17516"/>
                    <a:pt x="19074" y="18685"/>
                    <a:pt x="21000" y="18782"/>
                  </a:cubicBezTo>
                  <a:cubicBezTo>
                    <a:pt x="21086" y="18786"/>
                    <a:pt x="21170" y="18788"/>
                    <a:pt x="21252" y="18788"/>
                  </a:cubicBezTo>
                  <a:cubicBezTo>
                    <a:pt x="22967" y="18788"/>
                    <a:pt x="23962" y="17894"/>
                    <a:pt x="25456" y="17227"/>
                  </a:cubicBezTo>
                  <a:cubicBezTo>
                    <a:pt x="25685" y="17125"/>
                    <a:pt x="25902" y="17082"/>
                    <a:pt x="26112" y="17082"/>
                  </a:cubicBezTo>
                  <a:cubicBezTo>
                    <a:pt x="27102" y="17082"/>
                    <a:pt x="27927" y="18043"/>
                    <a:pt x="29144" y="18237"/>
                  </a:cubicBezTo>
                  <a:cubicBezTo>
                    <a:pt x="29299" y="18262"/>
                    <a:pt x="29448" y="18273"/>
                    <a:pt x="29593" y="18273"/>
                  </a:cubicBezTo>
                  <a:cubicBezTo>
                    <a:pt x="30588" y="18273"/>
                    <a:pt x="31363" y="17755"/>
                    <a:pt x="32313" y="17735"/>
                  </a:cubicBezTo>
                  <a:cubicBezTo>
                    <a:pt x="32327" y="17735"/>
                    <a:pt x="32341" y="17734"/>
                    <a:pt x="32355" y="17734"/>
                  </a:cubicBezTo>
                  <a:cubicBezTo>
                    <a:pt x="33320" y="17734"/>
                    <a:pt x="34036" y="18444"/>
                    <a:pt x="35058" y="18444"/>
                  </a:cubicBezTo>
                  <a:cubicBezTo>
                    <a:pt x="35149" y="18444"/>
                    <a:pt x="35241" y="18438"/>
                    <a:pt x="35337" y="18426"/>
                  </a:cubicBezTo>
                  <a:cubicBezTo>
                    <a:pt x="35590" y="18395"/>
                    <a:pt x="38241" y="17272"/>
                    <a:pt x="37919" y="17007"/>
                  </a:cubicBezTo>
                  <a:lnTo>
                    <a:pt x="37919" y="17007"/>
                  </a:lnTo>
                  <a:cubicBezTo>
                    <a:pt x="39122" y="17997"/>
                    <a:pt x="40691" y="18512"/>
                    <a:pt x="42256" y="18512"/>
                  </a:cubicBezTo>
                  <a:cubicBezTo>
                    <a:pt x="43295" y="18512"/>
                    <a:pt x="44333" y="18285"/>
                    <a:pt x="45260" y="17818"/>
                  </a:cubicBezTo>
                  <a:cubicBezTo>
                    <a:pt x="45406" y="17745"/>
                    <a:pt x="45571" y="17713"/>
                    <a:pt x="45751" y="17713"/>
                  </a:cubicBezTo>
                  <a:cubicBezTo>
                    <a:pt x="46688" y="17713"/>
                    <a:pt x="47996" y="18569"/>
                    <a:pt x="48717" y="18783"/>
                  </a:cubicBezTo>
                  <a:cubicBezTo>
                    <a:pt x="50082" y="19193"/>
                    <a:pt x="52228" y="19736"/>
                    <a:pt x="54110" y="19736"/>
                  </a:cubicBezTo>
                  <a:cubicBezTo>
                    <a:pt x="55100" y="19736"/>
                    <a:pt x="56016" y="19586"/>
                    <a:pt x="56709" y="19188"/>
                  </a:cubicBezTo>
                  <a:cubicBezTo>
                    <a:pt x="57780" y="18573"/>
                    <a:pt x="58411" y="17143"/>
                    <a:pt x="57838" y="16058"/>
                  </a:cubicBezTo>
                  <a:cubicBezTo>
                    <a:pt x="57595" y="15598"/>
                    <a:pt x="57056" y="15261"/>
                    <a:pt x="56560" y="15261"/>
                  </a:cubicBezTo>
                  <a:cubicBezTo>
                    <a:pt x="56335" y="15261"/>
                    <a:pt x="56120" y="15330"/>
                    <a:pt x="55944" y="15487"/>
                  </a:cubicBezTo>
                  <a:cubicBezTo>
                    <a:pt x="55762" y="14546"/>
                    <a:pt x="54832" y="13810"/>
                    <a:pt x="53866" y="13810"/>
                  </a:cubicBezTo>
                  <a:cubicBezTo>
                    <a:pt x="53816" y="13810"/>
                    <a:pt x="53767" y="13812"/>
                    <a:pt x="53718" y="13816"/>
                  </a:cubicBezTo>
                  <a:cubicBezTo>
                    <a:pt x="53399" y="13843"/>
                    <a:pt x="53014" y="14048"/>
                    <a:pt x="53071" y="14360"/>
                  </a:cubicBezTo>
                  <a:lnTo>
                    <a:pt x="53071" y="14360"/>
                  </a:lnTo>
                  <a:cubicBezTo>
                    <a:pt x="52806" y="13837"/>
                    <a:pt x="52199" y="13568"/>
                    <a:pt x="51598" y="13568"/>
                  </a:cubicBezTo>
                  <a:cubicBezTo>
                    <a:pt x="51448" y="13568"/>
                    <a:pt x="51299" y="13584"/>
                    <a:pt x="51155" y="13618"/>
                  </a:cubicBezTo>
                  <a:cubicBezTo>
                    <a:pt x="50516" y="13765"/>
                    <a:pt x="50169" y="14318"/>
                    <a:pt x="49609" y="14516"/>
                  </a:cubicBezTo>
                  <a:cubicBezTo>
                    <a:pt x="49490" y="14558"/>
                    <a:pt x="49356" y="14568"/>
                    <a:pt x="49218" y="14568"/>
                  </a:cubicBezTo>
                  <a:cubicBezTo>
                    <a:pt x="49092" y="14568"/>
                    <a:pt x="48962" y="14560"/>
                    <a:pt x="48834" y="14560"/>
                  </a:cubicBezTo>
                  <a:cubicBezTo>
                    <a:pt x="48723" y="14560"/>
                    <a:pt x="48614" y="14566"/>
                    <a:pt x="48510" y="14589"/>
                  </a:cubicBezTo>
                  <a:cubicBezTo>
                    <a:pt x="48857" y="13692"/>
                    <a:pt x="48836" y="12676"/>
                    <a:pt x="48357" y="11827"/>
                  </a:cubicBezTo>
                  <a:cubicBezTo>
                    <a:pt x="47787" y="10814"/>
                    <a:pt x="46294" y="10136"/>
                    <a:pt x="44911" y="10136"/>
                  </a:cubicBezTo>
                  <a:cubicBezTo>
                    <a:pt x="43733" y="10136"/>
                    <a:pt x="42635" y="10628"/>
                    <a:pt x="42254" y="11820"/>
                  </a:cubicBezTo>
                  <a:cubicBezTo>
                    <a:pt x="42990" y="9521"/>
                    <a:pt x="41690" y="7020"/>
                    <a:pt x="39190" y="6591"/>
                  </a:cubicBezTo>
                  <a:cubicBezTo>
                    <a:pt x="38942" y="6549"/>
                    <a:pt x="38708" y="6529"/>
                    <a:pt x="38485" y="6529"/>
                  </a:cubicBezTo>
                  <a:cubicBezTo>
                    <a:pt x="36817" y="6529"/>
                    <a:pt x="35788" y="7644"/>
                    <a:pt x="34620" y="8798"/>
                  </a:cubicBezTo>
                  <a:cubicBezTo>
                    <a:pt x="34329" y="7821"/>
                    <a:pt x="33816" y="6805"/>
                    <a:pt x="32805" y="6341"/>
                  </a:cubicBezTo>
                  <a:cubicBezTo>
                    <a:pt x="32504" y="6203"/>
                    <a:pt x="32167" y="6135"/>
                    <a:pt x="31832" y="6135"/>
                  </a:cubicBezTo>
                  <a:cubicBezTo>
                    <a:pt x="31094" y="6135"/>
                    <a:pt x="30362" y="6464"/>
                    <a:pt x="30011" y="7097"/>
                  </a:cubicBezTo>
                  <a:cubicBezTo>
                    <a:pt x="29695" y="6025"/>
                    <a:pt x="28691" y="5182"/>
                    <a:pt x="27565" y="5045"/>
                  </a:cubicBezTo>
                  <a:cubicBezTo>
                    <a:pt x="27457" y="5032"/>
                    <a:pt x="27347" y="5026"/>
                    <a:pt x="27238" y="5026"/>
                  </a:cubicBezTo>
                  <a:cubicBezTo>
                    <a:pt x="26218" y="5026"/>
                    <a:pt x="25204" y="5582"/>
                    <a:pt x="24690" y="6456"/>
                  </a:cubicBezTo>
                  <a:cubicBezTo>
                    <a:pt x="24546" y="6072"/>
                    <a:pt x="24129" y="5865"/>
                    <a:pt x="23719" y="5865"/>
                  </a:cubicBezTo>
                  <a:cubicBezTo>
                    <a:pt x="23394" y="5865"/>
                    <a:pt x="23072" y="5996"/>
                    <a:pt x="22897" y="6272"/>
                  </a:cubicBezTo>
                  <a:cubicBezTo>
                    <a:pt x="22793" y="3886"/>
                    <a:pt x="21309" y="1514"/>
                    <a:pt x="19036" y="691"/>
                  </a:cubicBezTo>
                  <a:cubicBezTo>
                    <a:pt x="18516" y="502"/>
                    <a:pt x="17962" y="412"/>
                    <a:pt x="17407" y="412"/>
                  </a:cubicBezTo>
                  <a:cubicBezTo>
                    <a:pt x="15538" y="412"/>
                    <a:pt x="13653" y="1433"/>
                    <a:pt x="12971" y="3146"/>
                  </a:cubicBezTo>
                  <a:cubicBezTo>
                    <a:pt x="12260" y="1231"/>
                    <a:pt x="10536" y="1"/>
                    <a:pt x="85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0"/>
            <p:cNvSpPr/>
            <p:nvPr/>
          </p:nvSpPr>
          <p:spPr>
            <a:xfrm>
              <a:off x="-3477455" y="-2105490"/>
              <a:ext cx="2162824" cy="651950"/>
            </a:xfrm>
            <a:custGeom>
              <a:avLst/>
              <a:gdLst/>
              <a:ahLst/>
              <a:cxnLst/>
              <a:rect l="l" t="t" r="r" b="b"/>
              <a:pathLst>
                <a:path w="47755" h="14395" extrusionOk="0">
                  <a:moveTo>
                    <a:pt x="8566" y="0"/>
                  </a:moveTo>
                  <a:cubicBezTo>
                    <a:pt x="6796" y="0"/>
                    <a:pt x="4938" y="1048"/>
                    <a:pt x="4310" y="2704"/>
                  </a:cubicBezTo>
                  <a:cubicBezTo>
                    <a:pt x="3967" y="2497"/>
                    <a:pt x="3573" y="2401"/>
                    <a:pt x="3174" y="2401"/>
                  </a:cubicBezTo>
                  <a:cubicBezTo>
                    <a:pt x="2493" y="2401"/>
                    <a:pt x="1798" y="2681"/>
                    <a:pt x="1316" y="3165"/>
                  </a:cubicBezTo>
                  <a:cubicBezTo>
                    <a:pt x="555" y="3933"/>
                    <a:pt x="307" y="5111"/>
                    <a:pt x="535" y="6164"/>
                  </a:cubicBezTo>
                  <a:cubicBezTo>
                    <a:pt x="489" y="6088"/>
                    <a:pt x="403" y="6053"/>
                    <a:pt x="314" y="6053"/>
                  </a:cubicBezTo>
                  <a:cubicBezTo>
                    <a:pt x="189" y="6053"/>
                    <a:pt x="60" y="6123"/>
                    <a:pt x="34" y="6246"/>
                  </a:cubicBezTo>
                  <a:lnTo>
                    <a:pt x="1" y="14391"/>
                  </a:lnTo>
                  <a:cubicBezTo>
                    <a:pt x="58" y="14393"/>
                    <a:pt x="115" y="14394"/>
                    <a:pt x="172" y="14394"/>
                  </a:cubicBezTo>
                  <a:cubicBezTo>
                    <a:pt x="2351" y="14394"/>
                    <a:pt x="4457" y="12885"/>
                    <a:pt x="5106" y="10829"/>
                  </a:cubicBezTo>
                  <a:cubicBezTo>
                    <a:pt x="5468" y="11256"/>
                    <a:pt x="6034" y="11496"/>
                    <a:pt x="6597" y="11496"/>
                  </a:cubicBezTo>
                  <a:cubicBezTo>
                    <a:pt x="6815" y="11496"/>
                    <a:pt x="7032" y="11461"/>
                    <a:pt x="7237" y="11386"/>
                  </a:cubicBezTo>
                  <a:cubicBezTo>
                    <a:pt x="7805" y="11179"/>
                    <a:pt x="8247" y="10682"/>
                    <a:pt x="8414" y="10110"/>
                  </a:cubicBezTo>
                  <a:lnTo>
                    <a:pt x="8414" y="10110"/>
                  </a:lnTo>
                  <a:cubicBezTo>
                    <a:pt x="8276" y="12093"/>
                    <a:pt x="9792" y="13712"/>
                    <a:pt x="11905" y="13712"/>
                  </a:cubicBezTo>
                  <a:cubicBezTo>
                    <a:pt x="11936" y="13712"/>
                    <a:pt x="11966" y="13711"/>
                    <a:pt x="11997" y="13711"/>
                  </a:cubicBezTo>
                  <a:cubicBezTo>
                    <a:pt x="13836" y="13668"/>
                    <a:pt x="15545" y="12249"/>
                    <a:pt x="15889" y="10512"/>
                  </a:cubicBezTo>
                  <a:cubicBezTo>
                    <a:pt x="16627" y="12263"/>
                    <a:pt x="18346" y="13432"/>
                    <a:pt x="20272" y="13529"/>
                  </a:cubicBezTo>
                  <a:cubicBezTo>
                    <a:pt x="20358" y="13534"/>
                    <a:pt x="20442" y="13536"/>
                    <a:pt x="20524" y="13536"/>
                  </a:cubicBezTo>
                  <a:cubicBezTo>
                    <a:pt x="22239" y="13536"/>
                    <a:pt x="23234" y="12641"/>
                    <a:pt x="24728" y="11975"/>
                  </a:cubicBezTo>
                  <a:cubicBezTo>
                    <a:pt x="24957" y="11872"/>
                    <a:pt x="25175" y="11829"/>
                    <a:pt x="25384" y="11829"/>
                  </a:cubicBezTo>
                  <a:cubicBezTo>
                    <a:pt x="26374" y="11829"/>
                    <a:pt x="27199" y="12790"/>
                    <a:pt x="28415" y="12985"/>
                  </a:cubicBezTo>
                  <a:cubicBezTo>
                    <a:pt x="28569" y="13010"/>
                    <a:pt x="28718" y="13021"/>
                    <a:pt x="28863" y="13021"/>
                  </a:cubicBezTo>
                  <a:cubicBezTo>
                    <a:pt x="29859" y="13021"/>
                    <a:pt x="30635" y="12502"/>
                    <a:pt x="31584" y="12482"/>
                  </a:cubicBezTo>
                  <a:cubicBezTo>
                    <a:pt x="31598" y="12482"/>
                    <a:pt x="31612" y="12482"/>
                    <a:pt x="31625" y="12482"/>
                  </a:cubicBezTo>
                  <a:cubicBezTo>
                    <a:pt x="32593" y="12482"/>
                    <a:pt x="33309" y="13192"/>
                    <a:pt x="34333" y="13192"/>
                  </a:cubicBezTo>
                  <a:cubicBezTo>
                    <a:pt x="34422" y="13192"/>
                    <a:pt x="34514" y="13187"/>
                    <a:pt x="34609" y="13175"/>
                  </a:cubicBezTo>
                  <a:cubicBezTo>
                    <a:pt x="34862" y="13143"/>
                    <a:pt x="37513" y="12020"/>
                    <a:pt x="37191" y="11755"/>
                  </a:cubicBezTo>
                  <a:lnTo>
                    <a:pt x="37191" y="11755"/>
                  </a:lnTo>
                  <a:cubicBezTo>
                    <a:pt x="38060" y="12468"/>
                    <a:pt x="39201" y="12821"/>
                    <a:pt x="40332" y="12821"/>
                  </a:cubicBezTo>
                  <a:cubicBezTo>
                    <a:pt x="40424" y="12821"/>
                    <a:pt x="40515" y="12819"/>
                    <a:pt x="40607" y="12814"/>
                  </a:cubicBezTo>
                  <a:cubicBezTo>
                    <a:pt x="41227" y="12783"/>
                    <a:pt x="41842" y="12645"/>
                    <a:pt x="42413" y="12406"/>
                  </a:cubicBezTo>
                  <a:cubicBezTo>
                    <a:pt x="42566" y="12343"/>
                    <a:pt x="43787" y="11535"/>
                    <a:pt x="43800" y="11535"/>
                  </a:cubicBezTo>
                  <a:cubicBezTo>
                    <a:pt x="43800" y="11535"/>
                    <a:pt x="43800" y="11535"/>
                    <a:pt x="43800" y="11535"/>
                  </a:cubicBezTo>
                  <a:cubicBezTo>
                    <a:pt x="44365" y="11815"/>
                    <a:pt x="44991" y="11975"/>
                    <a:pt x="45622" y="12001"/>
                  </a:cubicBezTo>
                  <a:cubicBezTo>
                    <a:pt x="45672" y="12004"/>
                    <a:pt x="45723" y="12005"/>
                    <a:pt x="45774" y="12005"/>
                  </a:cubicBezTo>
                  <a:cubicBezTo>
                    <a:pt x="46297" y="12005"/>
                    <a:pt x="46840" y="11887"/>
                    <a:pt x="47212" y="11531"/>
                  </a:cubicBezTo>
                  <a:cubicBezTo>
                    <a:pt x="47664" y="11092"/>
                    <a:pt x="47754" y="10368"/>
                    <a:pt x="47524" y="9788"/>
                  </a:cubicBezTo>
                  <a:cubicBezTo>
                    <a:pt x="47293" y="9204"/>
                    <a:pt x="46793" y="8756"/>
                    <a:pt x="46230" y="8468"/>
                  </a:cubicBezTo>
                  <a:cubicBezTo>
                    <a:pt x="45848" y="8272"/>
                    <a:pt x="45406" y="8146"/>
                    <a:pt x="44979" y="8146"/>
                  </a:cubicBezTo>
                  <a:cubicBezTo>
                    <a:pt x="44644" y="8146"/>
                    <a:pt x="44317" y="8223"/>
                    <a:pt x="44035" y="8405"/>
                  </a:cubicBezTo>
                  <a:cubicBezTo>
                    <a:pt x="43544" y="7920"/>
                    <a:pt x="42848" y="7662"/>
                    <a:pt x="42155" y="7662"/>
                  </a:cubicBezTo>
                  <a:cubicBezTo>
                    <a:pt x="41743" y="7662"/>
                    <a:pt x="41332" y="7753"/>
                    <a:pt x="40967" y="7942"/>
                  </a:cubicBezTo>
                  <a:cubicBezTo>
                    <a:pt x="40742" y="7079"/>
                    <a:pt x="40511" y="6206"/>
                    <a:pt x="40087" y="5421"/>
                  </a:cubicBezTo>
                  <a:cubicBezTo>
                    <a:pt x="39661" y="4633"/>
                    <a:pt x="39014" y="3931"/>
                    <a:pt x="38171" y="3610"/>
                  </a:cubicBezTo>
                  <a:cubicBezTo>
                    <a:pt x="37771" y="3458"/>
                    <a:pt x="37346" y="3397"/>
                    <a:pt x="36916" y="3397"/>
                  </a:cubicBezTo>
                  <a:cubicBezTo>
                    <a:pt x="36578" y="3397"/>
                    <a:pt x="36238" y="3435"/>
                    <a:pt x="35906" y="3493"/>
                  </a:cubicBezTo>
                  <a:cubicBezTo>
                    <a:pt x="34861" y="3680"/>
                    <a:pt x="33729" y="4200"/>
                    <a:pt x="33430" y="5205"/>
                  </a:cubicBezTo>
                  <a:cubicBezTo>
                    <a:pt x="32603" y="4549"/>
                    <a:pt x="31667" y="3973"/>
                    <a:pt x="30619" y="3814"/>
                  </a:cubicBezTo>
                  <a:cubicBezTo>
                    <a:pt x="30450" y="3788"/>
                    <a:pt x="30278" y="3775"/>
                    <a:pt x="30105" y="3775"/>
                  </a:cubicBezTo>
                  <a:cubicBezTo>
                    <a:pt x="29205" y="3775"/>
                    <a:pt x="28295" y="4128"/>
                    <a:pt x="27788" y="4848"/>
                  </a:cubicBezTo>
                  <a:cubicBezTo>
                    <a:pt x="27273" y="4408"/>
                    <a:pt x="26670" y="4032"/>
                    <a:pt x="25996" y="3943"/>
                  </a:cubicBezTo>
                  <a:cubicBezTo>
                    <a:pt x="25913" y="3933"/>
                    <a:pt x="25829" y="3927"/>
                    <a:pt x="25745" y="3927"/>
                  </a:cubicBezTo>
                  <a:cubicBezTo>
                    <a:pt x="25142" y="3927"/>
                    <a:pt x="24525" y="4195"/>
                    <a:pt x="24239" y="4711"/>
                  </a:cubicBezTo>
                  <a:cubicBezTo>
                    <a:pt x="23759" y="4120"/>
                    <a:pt x="23002" y="3789"/>
                    <a:pt x="22243" y="3755"/>
                  </a:cubicBezTo>
                  <a:cubicBezTo>
                    <a:pt x="22221" y="3754"/>
                    <a:pt x="22200" y="3754"/>
                    <a:pt x="22179" y="3754"/>
                  </a:cubicBezTo>
                  <a:cubicBezTo>
                    <a:pt x="21801" y="3754"/>
                    <a:pt x="21487" y="3889"/>
                    <a:pt x="21125" y="3931"/>
                  </a:cubicBezTo>
                  <a:cubicBezTo>
                    <a:pt x="20970" y="3949"/>
                    <a:pt x="20876" y="3966"/>
                    <a:pt x="20812" y="3966"/>
                  </a:cubicBezTo>
                  <a:cubicBezTo>
                    <a:pt x="20667" y="3966"/>
                    <a:pt x="20682" y="3879"/>
                    <a:pt x="20517" y="3522"/>
                  </a:cubicBezTo>
                  <a:cubicBezTo>
                    <a:pt x="19891" y="2171"/>
                    <a:pt x="18685" y="1090"/>
                    <a:pt x="17167" y="841"/>
                  </a:cubicBezTo>
                  <a:cubicBezTo>
                    <a:pt x="16953" y="806"/>
                    <a:pt x="16734" y="788"/>
                    <a:pt x="16514" y="788"/>
                  </a:cubicBezTo>
                  <a:cubicBezTo>
                    <a:pt x="15729" y="788"/>
                    <a:pt x="14933" y="1015"/>
                    <a:pt x="14310" y="1482"/>
                  </a:cubicBezTo>
                  <a:cubicBezTo>
                    <a:pt x="13773" y="1884"/>
                    <a:pt x="12908" y="2912"/>
                    <a:pt x="13064" y="3657"/>
                  </a:cubicBezTo>
                  <a:cubicBezTo>
                    <a:pt x="12679" y="1821"/>
                    <a:pt x="11046" y="307"/>
                    <a:pt x="9164" y="41"/>
                  </a:cubicBezTo>
                  <a:cubicBezTo>
                    <a:pt x="8967" y="14"/>
                    <a:pt x="8767" y="0"/>
                    <a:pt x="856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2" name="Google Shape;272;p20"/>
          <p:cNvGrpSpPr/>
          <p:nvPr/>
        </p:nvGrpSpPr>
        <p:grpSpPr>
          <a:xfrm>
            <a:off x="-12" y="-439717"/>
            <a:ext cx="2838640" cy="956025"/>
            <a:chOff x="-3849654" y="-595962"/>
            <a:chExt cx="6776415" cy="2282228"/>
          </a:xfrm>
        </p:grpSpPr>
        <p:sp>
          <p:nvSpPr>
            <p:cNvPr id="273" name="Google Shape;273;p20"/>
            <p:cNvSpPr/>
            <p:nvPr/>
          </p:nvSpPr>
          <p:spPr>
            <a:xfrm>
              <a:off x="-3835967" y="-595962"/>
              <a:ext cx="6762728" cy="2281394"/>
            </a:xfrm>
            <a:custGeom>
              <a:avLst/>
              <a:gdLst/>
              <a:ahLst/>
              <a:cxnLst/>
              <a:rect l="l" t="t" r="r" b="b"/>
              <a:pathLst>
                <a:path w="40516" h="13668" extrusionOk="0">
                  <a:moveTo>
                    <a:pt x="10959" y="1"/>
                  </a:moveTo>
                  <a:cubicBezTo>
                    <a:pt x="8739" y="1"/>
                    <a:pt x="6307" y="1140"/>
                    <a:pt x="5018" y="2683"/>
                  </a:cubicBezTo>
                  <a:cubicBezTo>
                    <a:pt x="4049" y="3842"/>
                    <a:pt x="3268" y="5504"/>
                    <a:pt x="3112" y="7009"/>
                  </a:cubicBezTo>
                  <a:cubicBezTo>
                    <a:pt x="2019" y="7179"/>
                    <a:pt x="984" y="7845"/>
                    <a:pt x="492" y="8835"/>
                  </a:cubicBezTo>
                  <a:cubicBezTo>
                    <a:pt x="0" y="9823"/>
                    <a:pt x="126" y="11122"/>
                    <a:pt x="889" y="11922"/>
                  </a:cubicBezTo>
                  <a:cubicBezTo>
                    <a:pt x="1543" y="12605"/>
                    <a:pt x="2603" y="12849"/>
                    <a:pt x="3671" y="12849"/>
                  </a:cubicBezTo>
                  <a:cubicBezTo>
                    <a:pt x="4552" y="12849"/>
                    <a:pt x="5439" y="12683"/>
                    <a:pt x="6108" y="12458"/>
                  </a:cubicBezTo>
                  <a:cubicBezTo>
                    <a:pt x="6414" y="12358"/>
                    <a:pt x="6721" y="12234"/>
                    <a:pt x="7042" y="12234"/>
                  </a:cubicBezTo>
                  <a:cubicBezTo>
                    <a:pt x="7045" y="12234"/>
                    <a:pt x="7049" y="12234"/>
                    <a:pt x="7052" y="12234"/>
                  </a:cubicBezTo>
                  <a:cubicBezTo>
                    <a:pt x="7453" y="12239"/>
                    <a:pt x="7818" y="12440"/>
                    <a:pt x="8189" y="12591"/>
                  </a:cubicBezTo>
                  <a:cubicBezTo>
                    <a:pt x="8908" y="12883"/>
                    <a:pt x="9676" y="12994"/>
                    <a:pt x="10453" y="12994"/>
                  </a:cubicBezTo>
                  <a:cubicBezTo>
                    <a:pt x="11170" y="12994"/>
                    <a:pt x="11895" y="12900"/>
                    <a:pt x="12597" y="12766"/>
                  </a:cubicBezTo>
                  <a:cubicBezTo>
                    <a:pt x="13009" y="12688"/>
                    <a:pt x="13487" y="12547"/>
                    <a:pt x="13985" y="12405"/>
                  </a:cubicBezTo>
                  <a:cubicBezTo>
                    <a:pt x="14741" y="12189"/>
                    <a:pt x="15548" y="11970"/>
                    <a:pt x="16249" y="11970"/>
                  </a:cubicBezTo>
                  <a:cubicBezTo>
                    <a:pt x="16431" y="11970"/>
                    <a:pt x="16607" y="11985"/>
                    <a:pt x="16772" y="12018"/>
                  </a:cubicBezTo>
                  <a:cubicBezTo>
                    <a:pt x="17655" y="12196"/>
                    <a:pt x="18584" y="12946"/>
                    <a:pt x="19511" y="13199"/>
                  </a:cubicBezTo>
                  <a:cubicBezTo>
                    <a:pt x="20586" y="13491"/>
                    <a:pt x="21754" y="13667"/>
                    <a:pt x="22915" y="13667"/>
                  </a:cubicBezTo>
                  <a:cubicBezTo>
                    <a:pt x="23972" y="13667"/>
                    <a:pt x="25023" y="13521"/>
                    <a:pt x="25993" y="13185"/>
                  </a:cubicBezTo>
                  <a:cubicBezTo>
                    <a:pt x="26414" y="13039"/>
                    <a:pt x="26822" y="12852"/>
                    <a:pt x="27258" y="12759"/>
                  </a:cubicBezTo>
                  <a:cubicBezTo>
                    <a:pt x="27985" y="12605"/>
                    <a:pt x="28714" y="12569"/>
                    <a:pt x="29445" y="12569"/>
                  </a:cubicBezTo>
                  <a:cubicBezTo>
                    <a:pt x="30076" y="12569"/>
                    <a:pt x="30707" y="12595"/>
                    <a:pt x="31338" y="12595"/>
                  </a:cubicBezTo>
                  <a:cubicBezTo>
                    <a:pt x="31778" y="12595"/>
                    <a:pt x="32218" y="12582"/>
                    <a:pt x="32658" y="12539"/>
                  </a:cubicBezTo>
                  <a:cubicBezTo>
                    <a:pt x="33006" y="12503"/>
                    <a:pt x="33329" y="12489"/>
                    <a:pt x="33640" y="12489"/>
                  </a:cubicBezTo>
                  <a:cubicBezTo>
                    <a:pt x="34610" y="12489"/>
                    <a:pt x="35455" y="12627"/>
                    <a:pt x="36556" y="12695"/>
                  </a:cubicBezTo>
                  <a:cubicBezTo>
                    <a:pt x="36874" y="12713"/>
                    <a:pt x="37259" y="12733"/>
                    <a:pt x="37659" y="12733"/>
                  </a:cubicBezTo>
                  <a:cubicBezTo>
                    <a:pt x="38373" y="12733"/>
                    <a:pt x="39135" y="12670"/>
                    <a:pt x="39658" y="12422"/>
                  </a:cubicBezTo>
                  <a:cubicBezTo>
                    <a:pt x="40129" y="12198"/>
                    <a:pt x="40515" y="11723"/>
                    <a:pt x="40483" y="11203"/>
                  </a:cubicBezTo>
                  <a:cubicBezTo>
                    <a:pt x="40469" y="10960"/>
                    <a:pt x="40366" y="10730"/>
                    <a:pt x="40244" y="10519"/>
                  </a:cubicBezTo>
                  <a:cubicBezTo>
                    <a:pt x="39944" y="10011"/>
                    <a:pt x="39492" y="9576"/>
                    <a:pt x="38932" y="9391"/>
                  </a:cubicBezTo>
                  <a:cubicBezTo>
                    <a:pt x="38752" y="9331"/>
                    <a:pt x="38560" y="9300"/>
                    <a:pt x="38369" y="9300"/>
                  </a:cubicBezTo>
                  <a:cubicBezTo>
                    <a:pt x="37969" y="9300"/>
                    <a:pt x="37571" y="9435"/>
                    <a:pt x="37284" y="9711"/>
                  </a:cubicBezTo>
                  <a:cubicBezTo>
                    <a:pt x="37368" y="8463"/>
                    <a:pt x="36023" y="7363"/>
                    <a:pt x="34842" y="7363"/>
                  </a:cubicBezTo>
                  <a:cubicBezTo>
                    <a:pt x="34804" y="7363"/>
                    <a:pt x="34766" y="7364"/>
                    <a:pt x="34728" y="7366"/>
                  </a:cubicBezTo>
                  <a:cubicBezTo>
                    <a:pt x="33642" y="7432"/>
                    <a:pt x="32662" y="8333"/>
                    <a:pt x="32507" y="9413"/>
                  </a:cubicBezTo>
                  <a:cubicBezTo>
                    <a:pt x="32118" y="8923"/>
                    <a:pt x="31619" y="8490"/>
                    <a:pt x="31015" y="8329"/>
                  </a:cubicBezTo>
                  <a:cubicBezTo>
                    <a:pt x="30869" y="8290"/>
                    <a:pt x="30716" y="8270"/>
                    <a:pt x="30564" y="8270"/>
                  </a:cubicBezTo>
                  <a:cubicBezTo>
                    <a:pt x="30083" y="8270"/>
                    <a:pt x="29603" y="8465"/>
                    <a:pt x="29335" y="8857"/>
                  </a:cubicBezTo>
                  <a:cubicBezTo>
                    <a:pt x="29259" y="7601"/>
                    <a:pt x="28521" y="6386"/>
                    <a:pt x="27572" y="5588"/>
                  </a:cubicBezTo>
                  <a:cubicBezTo>
                    <a:pt x="27003" y="5110"/>
                    <a:pt x="26302" y="4783"/>
                    <a:pt x="25561" y="4693"/>
                  </a:cubicBezTo>
                  <a:cubicBezTo>
                    <a:pt x="25419" y="4676"/>
                    <a:pt x="25277" y="4667"/>
                    <a:pt x="25135" y="4667"/>
                  </a:cubicBezTo>
                  <a:cubicBezTo>
                    <a:pt x="23673" y="4667"/>
                    <a:pt x="22228" y="5549"/>
                    <a:pt x="21597" y="6875"/>
                  </a:cubicBezTo>
                  <a:cubicBezTo>
                    <a:pt x="21050" y="5854"/>
                    <a:pt x="19954" y="5241"/>
                    <a:pt x="18923" y="5241"/>
                  </a:cubicBezTo>
                  <a:cubicBezTo>
                    <a:pt x="17982" y="5241"/>
                    <a:pt x="17096" y="5751"/>
                    <a:pt x="16727" y="6925"/>
                  </a:cubicBezTo>
                  <a:cubicBezTo>
                    <a:pt x="17445" y="4641"/>
                    <a:pt x="15224" y="1533"/>
                    <a:pt x="13332" y="539"/>
                  </a:cubicBezTo>
                  <a:cubicBezTo>
                    <a:pt x="12622" y="166"/>
                    <a:pt x="11806" y="1"/>
                    <a:pt x="109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0"/>
            <p:cNvSpPr/>
            <p:nvPr/>
          </p:nvSpPr>
          <p:spPr>
            <a:xfrm>
              <a:off x="-3849654" y="2093"/>
              <a:ext cx="6557256" cy="1684172"/>
            </a:xfrm>
            <a:custGeom>
              <a:avLst/>
              <a:gdLst/>
              <a:ahLst/>
              <a:cxnLst/>
              <a:rect l="l" t="t" r="r" b="b"/>
              <a:pathLst>
                <a:path w="39285" h="10090" extrusionOk="0">
                  <a:moveTo>
                    <a:pt x="9924" y="1"/>
                  </a:moveTo>
                  <a:cubicBezTo>
                    <a:pt x="9547" y="1"/>
                    <a:pt x="9171" y="31"/>
                    <a:pt x="8800" y="92"/>
                  </a:cubicBezTo>
                  <a:cubicBezTo>
                    <a:pt x="6167" y="525"/>
                    <a:pt x="4582" y="2600"/>
                    <a:pt x="4488" y="5215"/>
                  </a:cubicBezTo>
                  <a:cubicBezTo>
                    <a:pt x="4082" y="4795"/>
                    <a:pt x="3549" y="4607"/>
                    <a:pt x="3009" y="4607"/>
                  </a:cubicBezTo>
                  <a:cubicBezTo>
                    <a:pt x="2379" y="4607"/>
                    <a:pt x="1739" y="4863"/>
                    <a:pt x="1276" y="5305"/>
                  </a:cubicBezTo>
                  <a:cubicBezTo>
                    <a:pt x="1" y="6521"/>
                    <a:pt x="476" y="8358"/>
                    <a:pt x="2022" y="8979"/>
                  </a:cubicBezTo>
                  <a:cubicBezTo>
                    <a:pt x="2577" y="9203"/>
                    <a:pt x="3196" y="9297"/>
                    <a:pt x="3824" y="9297"/>
                  </a:cubicBezTo>
                  <a:cubicBezTo>
                    <a:pt x="4661" y="9297"/>
                    <a:pt x="5514" y="9130"/>
                    <a:pt x="6254" y="8882"/>
                  </a:cubicBezTo>
                  <a:cubicBezTo>
                    <a:pt x="6560" y="8782"/>
                    <a:pt x="6867" y="8658"/>
                    <a:pt x="7190" y="8658"/>
                  </a:cubicBezTo>
                  <a:cubicBezTo>
                    <a:pt x="7193" y="8658"/>
                    <a:pt x="7197" y="8658"/>
                    <a:pt x="7200" y="8658"/>
                  </a:cubicBezTo>
                  <a:cubicBezTo>
                    <a:pt x="7601" y="8663"/>
                    <a:pt x="7966" y="8864"/>
                    <a:pt x="8336" y="9015"/>
                  </a:cubicBezTo>
                  <a:cubicBezTo>
                    <a:pt x="9055" y="9307"/>
                    <a:pt x="9823" y="9418"/>
                    <a:pt x="10600" y="9418"/>
                  </a:cubicBezTo>
                  <a:cubicBezTo>
                    <a:pt x="11317" y="9418"/>
                    <a:pt x="12042" y="9324"/>
                    <a:pt x="12745" y="9190"/>
                  </a:cubicBezTo>
                  <a:cubicBezTo>
                    <a:pt x="13156" y="9112"/>
                    <a:pt x="13634" y="8971"/>
                    <a:pt x="14131" y="8829"/>
                  </a:cubicBezTo>
                  <a:cubicBezTo>
                    <a:pt x="14891" y="8612"/>
                    <a:pt x="15699" y="8393"/>
                    <a:pt x="16403" y="8393"/>
                  </a:cubicBezTo>
                  <a:cubicBezTo>
                    <a:pt x="16583" y="8393"/>
                    <a:pt x="16756" y="8407"/>
                    <a:pt x="16920" y="8440"/>
                  </a:cubicBezTo>
                  <a:cubicBezTo>
                    <a:pt x="17801" y="8617"/>
                    <a:pt x="18730" y="9367"/>
                    <a:pt x="19658" y="9620"/>
                  </a:cubicBezTo>
                  <a:cubicBezTo>
                    <a:pt x="20732" y="9913"/>
                    <a:pt x="21900" y="10089"/>
                    <a:pt x="23061" y="10089"/>
                  </a:cubicBezTo>
                  <a:cubicBezTo>
                    <a:pt x="24119" y="10089"/>
                    <a:pt x="25171" y="9943"/>
                    <a:pt x="26141" y="9606"/>
                  </a:cubicBezTo>
                  <a:cubicBezTo>
                    <a:pt x="26562" y="9460"/>
                    <a:pt x="26970" y="9275"/>
                    <a:pt x="27406" y="9182"/>
                  </a:cubicBezTo>
                  <a:cubicBezTo>
                    <a:pt x="28132" y="9027"/>
                    <a:pt x="28862" y="8991"/>
                    <a:pt x="29593" y="8991"/>
                  </a:cubicBezTo>
                  <a:cubicBezTo>
                    <a:pt x="30222" y="8991"/>
                    <a:pt x="30851" y="9017"/>
                    <a:pt x="31481" y="9017"/>
                  </a:cubicBezTo>
                  <a:cubicBezTo>
                    <a:pt x="31922" y="9017"/>
                    <a:pt x="32364" y="9004"/>
                    <a:pt x="32804" y="8960"/>
                  </a:cubicBezTo>
                  <a:cubicBezTo>
                    <a:pt x="33151" y="8925"/>
                    <a:pt x="33472" y="8911"/>
                    <a:pt x="33781" y="8911"/>
                  </a:cubicBezTo>
                  <a:cubicBezTo>
                    <a:pt x="34754" y="8911"/>
                    <a:pt x="35600" y="9050"/>
                    <a:pt x="36704" y="9116"/>
                  </a:cubicBezTo>
                  <a:cubicBezTo>
                    <a:pt x="37004" y="9134"/>
                    <a:pt x="37469" y="9212"/>
                    <a:pt x="37904" y="9212"/>
                  </a:cubicBezTo>
                  <a:cubicBezTo>
                    <a:pt x="38265" y="9212"/>
                    <a:pt x="38605" y="9159"/>
                    <a:pt x="38812" y="8972"/>
                  </a:cubicBezTo>
                  <a:cubicBezTo>
                    <a:pt x="39284" y="8547"/>
                    <a:pt x="39103" y="7640"/>
                    <a:pt x="38587" y="7326"/>
                  </a:cubicBezTo>
                  <a:cubicBezTo>
                    <a:pt x="38374" y="7197"/>
                    <a:pt x="38131" y="7141"/>
                    <a:pt x="37883" y="7141"/>
                  </a:cubicBezTo>
                  <a:cubicBezTo>
                    <a:pt x="37571" y="7141"/>
                    <a:pt x="37251" y="7230"/>
                    <a:pt x="36971" y="7371"/>
                  </a:cubicBezTo>
                  <a:cubicBezTo>
                    <a:pt x="36814" y="6381"/>
                    <a:pt x="35826" y="5635"/>
                    <a:pt x="34825" y="5635"/>
                  </a:cubicBezTo>
                  <a:cubicBezTo>
                    <a:pt x="34810" y="5635"/>
                    <a:pt x="34796" y="5635"/>
                    <a:pt x="34781" y="5636"/>
                  </a:cubicBezTo>
                  <a:cubicBezTo>
                    <a:pt x="33766" y="5658"/>
                    <a:pt x="32833" y="6374"/>
                    <a:pt x="32426" y="7307"/>
                  </a:cubicBezTo>
                  <a:cubicBezTo>
                    <a:pt x="32145" y="6699"/>
                    <a:pt x="31485" y="6290"/>
                    <a:pt x="30818" y="6290"/>
                  </a:cubicBezTo>
                  <a:cubicBezTo>
                    <a:pt x="30770" y="6290"/>
                    <a:pt x="30722" y="6292"/>
                    <a:pt x="30674" y="6296"/>
                  </a:cubicBezTo>
                  <a:cubicBezTo>
                    <a:pt x="29957" y="6364"/>
                    <a:pt x="29312" y="6913"/>
                    <a:pt x="29132" y="7609"/>
                  </a:cubicBezTo>
                  <a:cubicBezTo>
                    <a:pt x="28799" y="5803"/>
                    <a:pt x="27848" y="4379"/>
                    <a:pt x="25955" y="4009"/>
                  </a:cubicBezTo>
                  <a:cubicBezTo>
                    <a:pt x="25694" y="3958"/>
                    <a:pt x="25429" y="3933"/>
                    <a:pt x="25164" y="3933"/>
                  </a:cubicBezTo>
                  <a:cubicBezTo>
                    <a:pt x="24465" y="3933"/>
                    <a:pt x="23766" y="4107"/>
                    <a:pt x="23144" y="4427"/>
                  </a:cubicBezTo>
                  <a:cubicBezTo>
                    <a:pt x="22769" y="4622"/>
                    <a:pt x="21328" y="5591"/>
                    <a:pt x="21433" y="6150"/>
                  </a:cubicBezTo>
                  <a:cubicBezTo>
                    <a:pt x="21224" y="5045"/>
                    <a:pt x="20226" y="4139"/>
                    <a:pt x="19106" y="4039"/>
                  </a:cubicBezTo>
                  <a:cubicBezTo>
                    <a:pt x="19035" y="4033"/>
                    <a:pt x="18965" y="4030"/>
                    <a:pt x="18895" y="4030"/>
                  </a:cubicBezTo>
                  <a:cubicBezTo>
                    <a:pt x="17844" y="4030"/>
                    <a:pt x="16815" y="4717"/>
                    <a:pt x="16438" y="5703"/>
                  </a:cubicBezTo>
                  <a:cubicBezTo>
                    <a:pt x="16297" y="3933"/>
                    <a:pt x="15308" y="2266"/>
                    <a:pt x="13864" y="1233"/>
                  </a:cubicBezTo>
                  <a:cubicBezTo>
                    <a:pt x="12725" y="420"/>
                    <a:pt x="11324" y="1"/>
                    <a:pt x="99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5" name="Google Shape;275;p20"/>
          <p:cNvSpPr/>
          <p:nvPr/>
        </p:nvSpPr>
        <p:spPr>
          <a:xfrm>
            <a:off x="5990066" y="192313"/>
            <a:ext cx="334443" cy="341696"/>
          </a:xfrm>
          <a:custGeom>
            <a:avLst/>
            <a:gdLst/>
            <a:ahLst/>
            <a:cxnLst/>
            <a:rect l="l" t="t" r="r" b="b"/>
            <a:pathLst>
              <a:path w="4565" h="4664" extrusionOk="0">
                <a:moveTo>
                  <a:pt x="3082" y="0"/>
                </a:moveTo>
                <a:lnTo>
                  <a:pt x="1839" y="1064"/>
                </a:lnTo>
                <a:lnTo>
                  <a:pt x="259" y="645"/>
                </a:lnTo>
                <a:lnTo>
                  <a:pt x="889" y="2155"/>
                </a:lnTo>
                <a:lnTo>
                  <a:pt x="1" y="3527"/>
                </a:lnTo>
                <a:lnTo>
                  <a:pt x="1630" y="3394"/>
                </a:lnTo>
                <a:lnTo>
                  <a:pt x="2662" y="4664"/>
                </a:lnTo>
                <a:lnTo>
                  <a:pt x="3041" y="3074"/>
                </a:lnTo>
                <a:lnTo>
                  <a:pt x="4565" y="2485"/>
                </a:lnTo>
                <a:lnTo>
                  <a:pt x="3170" y="1633"/>
                </a:lnTo>
                <a:lnTo>
                  <a:pt x="308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308"/>
        <p:cNvGrpSpPr/>
        <p:nvPr/>
      </p:nvGrpSpPr>
      <p:grpSpPr>
        <a:xfrm>
          <a:off x="0" y="0"/>
          <a:ext cx="0" cy="0"/>
          <a:chOff x="0" y="0"/>
          <a:chExt cx="0" cy="0"/>
        </a:xfrm>
      </p:grpSpPr>
      <p:sp>
        <p:nvSpPr>
          <p:cNvPr id="309" name="Google Shape;309;p22"/>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10" name="Google Shape;310;p22"/>
          <p:cNvSpPr txBox="1">
            <a:spLocks noGrp="1"/>
          </p:cNvSpPr>
          <p:nvPr>
            <p:ph type="subTitle" idx="1"/>
          </p:nvPr>
        </p:nvSpPr>
        <p:spPr>
          <a:xfrm>
            <a:off x="1281000" y="1824799"/>
            <a:ext cx="3060300" cy="627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1" name="Google Shape;311;p22"/>
          <p:cNvSpPr txBox="1">
            <a:spLocks noGrp="1"/>
          </p:cNvSpPr>
          <p:nvPr>
            <p:ph type="subTitle" idx="2"/>
          </p:nvPr>
        </p:nvSpPr>
        <p:spPr>
          <a:xfrm>
            <a:off x="5370475" y="1824799"/>
            <a:ext cx="3060300" cy="627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2" name="Google Shape;312;p22"/>
          <p:cNvSpPr txBox="1">
            <a:spLocks noGrp="1"/>
          </p:cNvSpPr>
          <p:nvPr>
            <p:ph type="subTitle" idx="3"/>
          </p:nvPr>
        </p:nvSpPr>
        <p:spPr>
          <a:xfrm>
            <a:off x="1281000" y="3572975"/>
            <a:ext cx="3060300" cy="627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3" name="Google Shape;313;p22"/>
          <p:cNvSpPr txBox="1">
            <a:spLocks noGrp="1"/>
          </p:cNvSpPr>
          <p:nvPr>
            <p:ph type="subTitle" idx="4"/>
          </p:nvPr>
        </p:nvSpPr>
        <p:spPr>
          <a:xfrm>
            <a:off x="5370475" y="3572975"/>
            <a:ext cx="3060300" cy="627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4" name="Google Shape;314;p22"/>
          <p:cNvSpPr txBox="1">
            <a:spLocks noGrp="1"/>
          </p:cNvSpPr>
          <p:nvPr>
            <p:ph type="subTitle" idx="5"/>
          </p:nvPr>
        </p:nvSpPr>
        <p:spPr>
          <a:xfrm>
            <a:off x="1281000" y="1417700"/>
            <a:ext cx="30603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500" b="1">
                <a:latin typeface="Philosopher"/>
                <a:ea typeface="Philosopher"/>
                <a:cs typeface="Philosopher"/>
                <a:sym typeface="Philosopher"/>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15" name="Google Shape;315;p22"/>
          <p:cNvSpPr txBox="1">
            <a:spLocks noGrp="1"/>
          </p:cNvSpPr>
          <p:nvPr>
            <p:ph type="subTitle" idx="6"/>
          </p:nvPr>
        </p:nvSpPr>
        <p:spPr>
          <a:xfrm>
            <a:off x="5370476" y="1417700"/>
            <a:ext cx="30603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500" b="1">
                <a:latin typeface="Philosopher"/>
                <a:ea typeface="Philosopher"/>
                <a:cs typeface="Philosopher"/>
                <a:sym typeface="Philosopher"/>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16" name="Google Shape;316;p22"/>
          <p:cNvSpPr txBox="1">
            <a:spLocks noGrp="1"/>
          </p:cNvSpPr>
          <p:nvPr>
            <p:ph type="subTitle" idx="7"/>
          </p:nvPr>
        </p:nvSpPr>
        <p:spPr>
          <a:xfrm>
            <a:off x="1281000" y="3165903"/>
            <a:ext cx="30603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500" b="1">
                <a:latin typeface="Philosopher"/>
                <a:ea typeface="Philosopher"/>
                <a:cs typeface="Philosopher"/>
                <a:sym typeface="Philosopher"/>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17" name="Google Shape;317;p22"/>
          <p:cNvSpPr txBox="1">
            <a:spLocks noGrp="1"/>
          </p:cNvSpPr>
          <p:nvPr>
            <p:ph type="subTitle" idx="8"/>
          </p:nvPr>
        </p:nvSpPr>
        <p:spPr>
          <a:xfrm>
            <a:off x="5370476" y="3165903"/>
            <a:ext cx="30603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500" b="1">
                <a:latin typeface="Philosopher"/>
                <a:ea typeface="Philosopher"/>
                <a:cs typeface="Philosopher"/>
                <a:sym typeface="Philosopher"/>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318" name="Google Shape;318;p22"/>
          <p:cNvGrpSpPr/>
          <p:nvPr/>
        </p:nvGrpSpPr>
        <p:grpSpPr>
          <a:xfrm>
            <a:off x="8475758" y="2724965"/>
            <a:ext cx="423161" cy="2048799"/>
            <a:chOff x="-3225365" y="-1924789"/>
            <a:chExt cx="544399" cy="2635789"/>
          </a:xfrm>
        </p:grpSpPr>
        <p:grpSp>
          <p:nvGrpSpPr>
            <p:cNvPr id="319" name="Google Shape;319;p22"/>
            <p:cNvGrpSpPr/>
            <p:nvPr/>
          </p:nvGrpSpPr>
          <p:grpSpPr>
            <a:xfrm>
              <a:off x="-3225365" y="-1924789"/>
              <a:ext cx="544399" cy="1583958"/>
              <a:chOff x="2871700" y="3513775"/>
              <a:chExt cx="83475" cy="242875"/>
            </a:xfrm>
          </p:grpSpPr>
          <p:sp>
            <p:nvSpPr>
              <p:cNvPr id="320" name="Google Shape;320;p22"/>
              <p:cNvSpPr/>
              <p:nvPr/>
            </p:nvSpPr>
            <p:spPr>
              <a:xfrm>
                <a:off x="2871700" y="3513775"/>
                <a:ext cx="83475" cy="242875"/>
              </a:xfrm>
              <a:custGeom>
                <a:avLst/>
                <a:gdLst/>
                <a:ahLst/>
                <a:cxnLst/>
                <a:rect l="l" t="t" r="r" b="b"/>
                <a:pathLst>
                  <a:path w="3339" h="9715" extrusionOk="0">
                    <a:moveTo>
                      <a:pt x="1643" y="1"/>
                    </a:moveTo>
                    <a:lnTo>
                      <a:pt x="1535" y="1190"/>
                    </a:lnTo>
                    <a:lnTo>
                      <a:pt x="1261" y="1190"/>
                    </a:lnTo>
                    <a:lnTo>
                      <a:pt x="1261" y="1700"/>
                    </a:lnTo>
                    <a:cubicBezTo>
                      <a:pt x="1261" y="1700"/>
                      <a:pt x="83" y="2124"/>
                      <a:pt x="221" y="3399"/>
                    </a:cubicBezTo>
                    <a:lnTo>
                      <a:pt x="0" y="3569"/>
                    </a:lnTo>
                    <a:lnTo>
                      <a:pt x="165" y="3739"/>
                    </a:lnTo>
                    <a:lnTo>
                      <a:pt x="165" y="4985"/>
                    </a:lnTo>
                    <a:lnTo>
                      <a:pt x="0" y="4985"/>
                    </a:lnTo>
                    <a:lnTo>
                      <a:pt x="0" y="5411"/>
                    </a:lnTo>
                    <a:lnTo>
                      <a:pt x="366" y="5411"/>
                    </a:lnTo>
                    <a:lnTo>
                      <a:pt x="384" y="9715"/>
                    </a:lnTo>
                    <a:lnTo>
                      <a:pt x="2955" y="9715"/>
                    </a:lnTo>
                    <a:lnTo>
                      <a:pt x="2971" y="5411"/>
                    </a:lnTo>
                    <a:lnTo>
                      <a:pt x="3337" y="5411"/>
                    </a:lnTo>
                    <a:lnTo>
                      <a:pt x="3337" y="4985"/>
                    </a:lnTo>
                    <a:lnTo>
                      <a:pt x="3167" y="4985"/>
                    </a:lnTo>
                    <a:lnTo>
                      <a:pt x="3167" y="3739"/>
                    </a:lnTo>
                    <a:lnTo>
                      <a:pt x="3168" y="3739"/>
                    </a:lnTo>
                    <a:lnTo>
                      <a:pt x="3338" y="3569"/>
                    </a:lnTo>
                    <a:lnTo>
                      <a:pt x="3112" y="3399"/>
                    </a:lnTo>
                    <a:cubicBezTo>
                      <a:pt x="3253" y="2124"/>
                      <a:pt x="2038" y="1700"/>
                      <a:pt x="2038" y="1700"/>
                    </a:cubicBezTo>
                    <a:lnTo>
                      <a:pt x="2038" y="1190"/>
                    </a:lnTo>
                    <a:lnTo>
                      <a:pt x="1756" y="1190"/>
                    </a:lnTo>
                    <a:lnTo>
                      <a:pt x="164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2"/>
              <p:cNvSpPr/>
              <p:nvPr/>
            </p:nvSpPr>
            <p:spPr>
              <a:xfrm>
                <a:off x="2899725" y="3597100"/>
                <a:ext cx="27325" cy="40400"/>
              </a:xfrm>
              <a:custGeom>
                <a:avLst/>
                <a:gdLst/>
                <a:ahLst/>
                <a:cxnLst/>
                <a:rect l="l" t="t" r="r" b="b"/>
                <a:pathLst>
                  <a:path w="1093" h="1616" extrusionOk="0">
                    <a:moveTo>
                      <a:pt x="547" y="0"/>
                    </a:moveTo>
                    <a:cubicBezTo>
                      <a:pt x="1" y="0"/>
                      <a:pt x="1" y="478"/>
                      <a:pt x="1" y="478"/>
                    </a:cubicBezTo>
                    <a:lnTo>
                      <a:pt x="1" y="1615"/>
                    </a:lnTo>
                    <a:lnTo>
                      <a:pt x="1093" y="1615"/>
                    </a:lnTo>
                    <a:lnTo>
                      <a:pt x="1093" y="419"/>
                    </a:lnTo>
                    <a:cubicBezTo>
                      <a:pt x="1093" y="419"/>
                      <a:pt x="1093" y="0"/>
                      <a:pt x="5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2"/>
              <p:cNvSpPr/>
              <p:nvPr/>
            </p:nvSpPr>
            <p:spPr>
              <a:xfrm>
                <a:off x="2880800" y="3599275"/>
                <a:ext cx="7575" cy="38250"/>
              </a:xfrm>
              <a:custGeom>
                <a:avLst/>
                <a:gdLst/>
                <a:ahLst/>
                <a:cxnLst/>
                <a:rect l="l" t="t" r="r" b="b"/>
                <a:pathLst>
                  <a:path w="303" h="1530" extrusionOk="0">
                    <a:moveTo>
                      <a:pt x="152" y="0"/>
                    </a:moveTo>
                    <a:cubicBezTo>
                      <a:pt x="0" y="0"/>
                      <a:pt x="0" y="453"/>
                      <a:pt x="0" y="453"/>
                    </a:cubicBezTo>
                    <a:lnTo>
                      <a:pt x="0" y="1528"/>
                    </a:lnTo>
                    <a:lnTo>
                      <a:pt x="0" y="1530"/>
                    </a:lnTo>
                    <a:lnTo>
                      <a:pt x="302" y="1530"/>
                    </a:lnTo>
                    <a:lnTo>
                      <a:pt x="302" y="397"/>
                    </a:lnTo>
                    <a:cubicBezTo>
                      <a:pt x="302" y="397"/>
                      <a:pt x="302" y="0"/>
                      <a:pt x="1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2"/>
              <p:cNvSpPr/>
              <p:nvPr/>
            </p:nvSpPr>
            <p:spPr>
              <a:xfrm>
                <a:off x="2937825" y="3599700"/>
                <a:ext cx="7575" cy="38275"/>
              </a:xfrm>
              <a:custGeom>
                <a:avLst/>
                <a:gdLst/>
                <a:ahLst/>
                <a:cxnLst/>
                <a:rect l="l" t="t" r="r" b="b"/>
                <a:pathLst>
                  <a:path w="303" h="1531" extrusionOk="0">
                    <a:moveTo>
                      <a:pt x="151" y="0"/>
                    </a:moveTo>
                    <a:cubicBezTo>
                      <a:pt x="0" y="0"/>
                      <a:pt x="0" y="454"/>
                      <a:pt x="0" y="454"/>
                    </a:cubicBezTo>
                    <a:lnTo>
                      <a:pt x="0" y="1530"/>
                    </a:lnTo>
                    <a:lnTo>
                      <a:pt x="0" y="1531"/>
                    </a:lnTo>
                    <a:lnTo>
                      <a:pt x="303" y="1531"/>
                    </a:lnTo>
                    <a:lnTo>
                      <a:pt x="303" y="398"/>
                    </a:lnTo>
                    <a:cubicBezTo>
                      <a:pt x="303" y="398"/>
                      <a:pt x="303" y="0"/>
                      <a:pt x="15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4" name="Google Shape;324;p22"/>
            <p:cNvSpPr/>
            <p:nvPr/>
          </p:nvSpPr>
          <p:spPr>
            <a:xfrm>
              <a:off x="-3163200" y="-348600"/>
              <a:ext cx="420000" cy="1059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5" name="Google Shape;325;p22"/>
          <p:cNvSpPr/>
          <p:nvPr/>
        </p:nvSpPr>
        <p:spPr>
          <a:xfrm>
            <a:off x="0" y="4762650"/>
            <a:ext cx="9144000" cy="399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2"/>
          <p:cNvSpPr/>
          <p:nvPr/>
        </p:nvSpPr>
        <p:spPr>
          <a:xfrm flipH="1">
            <a:off x="-802612" y="3241696"/>
            <a:ext cx="2464163" cy="2297247"/>
          </a:xfrm>
          <a:custGeom>
            <a:avLst/>
            <a:gdLst/>
            <a:ahLst/>
            <a:cxnLst/>
            <a:rect l="l" t="t" r="r" b="b"/>
            <a:pathLst>
              <a:path w="40524" h="37779" extrusionOk="0">
                <a:moveTo>
                  <a:pt x="30392" y="14129"/>
                </a:moveTo>
                <a:cubicBezTo>
                  <a:pt x="30583" y="14129"/>
                  <a:pt x="30583" y="14361"/>
                  <a:pt x="30583" y="14361"/>
                </a:cubicBezTo>
                <a:lnTo>
                  <a:pt x="30583" y="15025"/>
                </a:lnTo>
                <a:lnTo>
                  <a:pt x="30200" y="15025"/>
                </a:lnTo>
                <a:lnTo>
                  <a:pt x="30200" y="14395"/>
                </a:lnTo>
                <a:cubicBezTo>
                  <a:pt x="30200" y="14395"/>
                  <a:pt x="30200" y="14129"/>
                  <a:pt x="30392" y="14129"/>
                </a:cubicBezTo>
                <a:close/>
                <a:moveTo>
                  <a:pt x="31712" y="14136"/>
                </a:moveTo>
                <a:cubicBezTo>
                  <a:pt x="31905" y="14136"/>
                  <a:pt x="31905" y="14368"/>
                  <a:pt x="31905" y="14368"/>
                </a:cubicBezTo>
                <a:lnTo>
                  <a:pt x="31905" y="15032"/>
                </a:lnTo>
                <a:lnTo>
                  <a:pt x="31521" y="15032"/>
                </a:lnTo>
                <a:lnTo>
                  <a:pt x="31521" y="14402"/>
                </a:lnTo>
                <a:cubicBezTo>
                  <a:pt x="31521" y="14402"/>
                  <a:pt x="31521" y="14136"/>
                  <a:pt x="31712" y="14136"/>
                </a:cubicBezTo>
                <a:close/>
                <a:moveTo>
                  <a:pt x="31061" y="14148"/>
                </a:moveTo>
                <a:cubicBezTo>
                  <a:pt x="31252" y="14148"/>
                  <a:pt x="31252" y="14380"/>
                  <a:pt x="31252" y="14380"/>
                </a:cubicBezTo>
                <a:lnTo>
                  <a:pt x="31252" y="15040"/>
                </a:lnTo>
                <a:lnTo>
                  <a:pt x="30870" y="15040"/>
                </a:lnTo>
                <a:lnTo>
                  <a:pt x="30870" y="14413"/>
                </a:lnTo>
                <a:cubicBezTo>
                  <a:pt x="30870" y="14413"/>
                  <a:pt x="30870" y="14148"/>
                  <a:pt x="31061" y="14148"/>
                </a:cubicBezTo>
                <a:close/>
                <a:moveTo>
                  <a:pt x="28438" y="14162"/>
                </a:moveTo>
                <a:cubicBezTo>
                  <a:pt x="28630" y="14162"/>
                  <a:pt x="28630" y="14394"/>
                  <a:pt x="28630" y="14394"/>
                </a:cubicBezTo>
                <a:lnTo>
                  <a:pt x="28630" y="15056"/>
                </a:lnTo>
                <a:lnTo>
                  <a:pt x="28246" y="15056"/>
                </a:lnTo>
                <a:lnTo>
                  <a:pt x="28246" y="14427"/>
                </a:lnTo>
                <a:cubicBezTo>
                  <a:pt x="28246" y="14427"/>
                  <a:pt x="28246" y="14162"/>
                  <a:pt x="28438" y="14162"/>
                </a:cubicBezTo>
                <a:close/>
                <a:moveTo>
                  <a:pt x="29088" y="14162"/>
                </a:moveTo>
                <a:cubicBezTo>
                  <a:pt x="29279" y="14162"/>
                  <a:pt x="29279" y="14394"/>
                  <a:pt x="29279" y="14394"/>
                </a:cubicBezTo>
                <a:lnTo>
                  <a:pt x="29279" y="15056"/>
                </a:lnTo>
                <a:lnTo>
                  <a:pt x="28897" y="15056"/>
                </a:lnTo>
                <a:lnTo>
                  <a:pt x="28897" y="14427"/>
                </a:lnTo>
                <a:cubicBezTo>
                  <a:pt x="28897" y="14427"/>
                  <a:pt x="28897" y="14162"/>
                  <a:pt x="29088" y="14162"/>
                </a:cubicBezTo>
                <a:close/>
                <a:moveTo>
                  <a:pt x="29753" y="14162"/>
                </a:moveTo>
                <a:cubicBezTo>
                  <a:pt x="29944" y="14162"/>
                  <a:pt x="29944" y="14394"/>
                  <a:pt x="29944" y="14394"/>
                </a:cubicBezTo>
                <a:lnTo>
                  <a:pt x="29944" y="15056"/>
                </a:lnTo>
                <a:lnTo>
                  <a:pt x="29560" y="15056"/>
                </a:lnTo>
                <a:lnTo>
                  <a:pt x="29560" y="14427"/>
                </a:lnTo>
                <a:cubicBezTo>
                  <a:pt x="29560" y="14427"/>
                  <a:pt x="29560" y="14162"/>
                  <a:pt x="29753" y="14162"/>
                </a:cubicBezTo>
                <a:close/>
                <a:moveTo>
                  <a:pt x="27062" y="14190"/>
                </a:moveTo>
                <a:cubicBezTo>
                  <a:pt x="27254" y="14190"/>
                  <a:pt x="27254" y="14422"/>
                  <a:pt x="27254" y="14422"/>
                </a:cubicBezTo>
                <a:lnTo>
                  <a:pt x="27254" y="15084"/>
                </a:lnTo>
                <a:lnTo>
                  <a:pt x="26871" y="15084"/>
                </a:lnTo>
                <a:lnTo>
                  <a:pt x="26871" y="14456"/>
                </a:lnTo>
                <a:cubicBezTo>
                  <a:pt x="26871" y="14456"/>
                  <a:pt x="26871" y="14190"/>
                  <a:pt x="27062" y="14190"/>
                </a:cubicBezTo>
                <a:close/>
                <a:moveTo>
                  <a:pt x="27750" y="14196"/>
                </a:moveTo>
                <a:cubicBezTo>
                  <a:pt x="27941" y="14196"/>
                  <a:pt x="27941" y="14426"/>
                  <a:pt x="27941" y="14426"/>
                </a:cubicBezTo>
                <a:lnTo>
                  <a:pt x="27941" y="15089"/>
                </a:lnTo>
                <a:lnTo>
                  <a:pt x="27557" y="15089"/>
                </a:lnTo>
                <a:lnTo>
                  <a:pt x="27557" y="14460"/>
                </a:lnTo>
                <a:cubicBezTo>
                  <a:pt x="27557" y="14460"/>
                  <a:pt x="27557" y="14196"/>
                  <a:pt x="27750" y="14196"/>
                </a:cubicBezTo>
                <a:close/>
                <a:moveTo>
                  <a:pt x="21100" y="14218"/>
                </a:moveTo>
                <a:cubicBezTo>
                  <a:pt x="21292" y="14218"/>
                  <a:pt x="21292" y="14450"/>
                  <a:pt x="21292" y="14450"/>
                </a:cubicBezTo>
                <a:lnTo>
                  <a:pt x="21292" y="15112"/>
                </a:lnTo>
                <a:lnTo>
                  <a:pt x="20909" y="15112"/>
                </a:lnTo>
                <a:lnTo>
                  <a:pt x="20909" y="14484"/>
                </a:lnTo>
                <a:cubicBezTo>
                  <a:pt x="20909" y="14484"/>
                  <a:pt x="20909" y="14218"/>
                  <a:pt x="21100" y="14218"/>
                </a:cubicBezTo>
                <a:close/>
                <a:moveTo>
                  <a:pt x="21752" y="14218"/>
                </a:moveTo>
                <a:cubicBezTo>
                  <a:pt x="21943" y="14218"/>
                  <a:pt x="21943" y="14450"/>
                  <a:pt x="21943" y="14450"/>
                </a:cubicBezTo>
                <a:lnTo>
                  <a:pt x="21943" y="15112"/>
                </a:lnTo>
                <a:lnTo>
                  <a:pt x="21561" y="15112"/>
                </a:lnTo>
                <a:lnTo>
                  <a:pt x="21561" y="14484"/>
                </a:lnTo>
                <a:cubicBezTo>
                  <a:pt x="21561" y="14484"/>
                  <a:pt x="21561" y="14218"/>
                  <a:pt x="21752" y="14218"/>
                </a:cubicBezTo>
                <a:close/>
                <a:moveTo>
                  <a:pt x="22404" y="14218"/>
                </a:moveTo>
                <a:cubicBezTo>
                  <a:pt x="22595" y="14218"/>
                  <a:pt x="22595" y="14450"/>
                  <a:pt x="22595" y="14450"/>
                </a:cubicBezTo>
                <a:lnTo>
                  <a:pt x="22595" y="15112"/>
                </a:lnTo>
                <a:lnTo>
                  <a:pt x="22213" y="15112"/>
                </a:lnTo>
                <a:lnTo>
                  <a:pt x="22213" y="14484"/>
                </a:lnTo>
                <a:cubicBezTo>
                  <a:pt x="22213" y="14484"/>
                  <a:pt x="22213" y="14218"/>
                  <a:pt x="22404" y="14218"/>
                </a:cubicBezTo>
                <a:close/>
                <a:moveTo>
                  <a:pt x="26369" y="14224"/>
                </a:moveTo>
                <a:cubicBezTo>
                  <a:pt x="26562" y="14224"/>
                  <a:pt x="26562" y="14456"/>
                  <a:pt x="26562" y="14456"/>
                </a:cubicBezTo>
                <a:lnTo>
                  <a:pt x="26562" y="15118"/>
                </a:lnTo>
                <a:lnTo>
                  <a:pt x="26178" y="15118"/>
                </a:lnTo>
                <a:lnTo>
                  <a:pt x="26178" y="14488"/>
                </a:lnTo>
                <a:cubicBezTo>
                  <a:pt x="26178" y="14488"/>
                  <a:pt x="26178" y="14224"/>
                  <a:pt x="26369" y="14224"/>
                </a:cubicBezTo>
                <a:close/>
                <a:moveTo>
                  <a:pt x="23028" y="14231"/>
                </a:moveTo>
                <a:cubicBezTo>
                  <a:pt x="23219" y="14231"/>
                  <a:pt x="23219" y="14461"/>
                  <a:pt x="23219" y="14461"/>
                </a:cubicBezTo>
                <a:lnTo>
                  <a:pt x="23219" y="15125"/>
                </a:lnTo>
                <a:lnTo>
                  <a:pt x="22837" y="15125"/>
                </a:lnTo>
                <a:lnTo>
                  <a:pt x="22837" y="14495"/>
                </a:lnTo>
                <a:cubicBezTo>
                  <a:pt x="22837" y="14495"/>
                  <a:pt x="22837" y="14231"/>
                  <a:pt x="23028" y="14231"/>
                </a:cubicBezTo>
                <a:close/>
                <a:moveTo>
                  <a:pt x="25643" y="14232"/>
                </a:moveTo>
                <a:cubicBezTo>
                  <a:pt x="25834" y="14232"/>
                  <a:pt x="25834" y="14464"/>
                  <a:pt x="25834" y="14464"/>
                </a:cubicBezTo>
                <a:lnTo>
                  <a:pt x="25834" y="15126"/>
                </a:lnTo>
                <a:lnTo>
                  <a:pt x="25452" y="15126"/>
                </a:lnTo>
                <a:lnTo>
                  <a:pt x="25452" y="14498"/>
                </a:lnTo>
                <a:cubicBezTo>
                  <a:pt x="25452" y="14498"/>
                  <a:pt x="25452" y="14232"/>
                  <a:pt x="25643" y="14232"/>
                </a:cubicBezTo>
                <a:close/>
                <a:moveTo>
                  <a:pt x="23671" y="14240"/>
                </a:moveTo>
                <a:cubicBezTo>
                  <a:pt x="23862" y="14240"/>
                  <a:pt x="23862" y="14472"/>
                  <a:pt x="23862" y="14472"/>
                </a:cubicBezTo>
                <a:lnTo>
                  <a:pt x="23862" y="15134"/>
                </a:lnTo>
                <a:lnTo>
                  <a:pt x="23480" y="15134"/>
                </a:lnTo>
                <a:lnTo>
                  <a:pt x="23480" y="14506"/>
                </a:lnTo>
                <a:cubicBezTo>
                  <a:pt x="23480" y="14506"/>
                  <a:pt x="23480" y="14240"/>
                  <a:pt x="23671" y="14240"/>
                </a:cubicBezTo>
                <a:close/>
                <a:moveTo>
                  <a:pt x="24981" y="14240"/>
                </a:moveTo>
                <a:cubicBezTo>
                  <a:pt x="25172" y="14240"/>
                  <a:pt x="25172" y="14472"/>
                  <a:pt x="25172" y="14472"/>
                </a:cubicBezTo>
                <a:lnTo>
                  <a:pt x="25172" y="15134"/>
                </a:lnTo>
                <a:lnTo>
                  <a:pt x="24788" y="15134"/>
                </a:lnTo>
                <a:lnTo>
                  <a:pt x="24788" y="14506"/>
                </a:lnTo>
                <a:cubicBezTo>
                  <a:pt x="24788" y="14506"/>
                  <a:pt x="24788" y="14240"/>
                  <a:pt x="24981" y="14240"/>
                </a:cubicBezTo>
                <a:close/>
                <a:moveTo>
                  <a:pt x="24314" y="14253"/>
                </a:moveTo>
                <a:cubicBezTo>
                  <a:pt x="24506" y="14253"/>
                  <a:pt x="24506" y="14485"/>
                  <a:pt x="24506" y="14485"/>
                </a:cubicBezTo>
                <a:lnTo>
                  <a:pt x="24506" y="15147"/>
                </a:lnTo>
                <a:lnTo>
                  <a:pt x="24123" y="15147"/>
                </a:lnTo>
                <a:lnTo>
                  <a:pt x="24123" y="14519"/>
                </a:lnTo>
                <a:cubicBezTo>
                  <a:pt x="24123" y="14519"/>
                  <a:pt x="24123" y="14253"/>
                  <a:pt x="24314" y="14253"/>
                </a:cubicBezTo>
                <a:close/>
                <a:moveTo>
                  <a:pt x="26077" y="1"/>
                </a:moveTo>
                <a:lnTo>
                  <a:pt x="26029" y="977"/>
                </a:lnTo>
                <a:cubicBezTo>
                  <a:pt x="25889" y="1006"/>
                  <a:pt x="25779" y="1149"/>
                  <a:pt x="25779" y="1325"/>
                </a:cubicBezTo>
                <a:cubicBezTo>
                  <a:pt x="25779" y="1486"/>
                  <a:pt x="25870" y="1620"/>
                  <a:pt x="25996" y="1662"/>
                </a:cubicBezTo>
                <a:lnTo>
                  <a:pt x="25980" y="2002"/>
                </a:lnTo>
                <a:cubicBezTo>
                  <a:pt x="25813" y="2053"/>
                  <a:pt x="25691" y="2231"/>
                  <a:pt x="25691" y="2446"/>
                </a:cubicBezTo>
                <a:cubicBezTo>
                  <a:pt x="25691" y="2642"/>
                  <a:pt x="25793" y="2807"/>
                  <a:pt x="25938" y="2875"/>
                </a:cubicBezTo>
                <a:lnTo>
                  <a:pt x="25922" y="3202"/>
                </a:lnTo>
                <a:lnTo>
                  <a:pt x="25052" y="3202"/>
                </a:lnTo>
                <a:lnTo>
                  <a:pt x="25052" y="3613"/>
                </a:lnTo>
                <a:lnTo>
                  <a:pt x="24707" y="3613"/>
                </a:lnTo>
                <a:lnTo>
                  <a:pt x="24707" y="4251"/>
                </a:lnTo>
                <a:lnTo>
                  <a:pt x="25013" y="4251"/>
                </a:lnTo>
                <a:lnTo>
                  <a:pt x="25013" y="5435"/>
                </a:lnTo>
                <a:lnTo>
                  <a:pt x="24707" y="5435"/>
                </a:lnTo>
                <a:lnTo>
                  <a:pt x="24707" y="5844"/>
                </a:lnTo>
                <a:cubicBezTo>
                  <a:pt x="24707" y="5844"/>
                  <a:pt x="18069" y="9395"/>
                  <a:pt x="20563" y="14084"/>
                </a:cubicBezTo>
                <a:lnTo>
                  <a:pt x="20525" y="15132"/>
                </a:lnTo>
                <a:lnTo>
                  <a:pt x="20002" y="15132"/>
                </a:lnTo>
                <a:lnTo>
                  <a:pt x="20002" y="19274"/>
                </a:lnTo>
                <a:lnTo>
                  <a:pt x="20410" y="19274"/>
                </a:lnTo>
                <a:lnTo>
                  <a:pt x="20372" y="20003"/>
                </a:lnTo>
                <a:cubicBezTo>
                  <a:pt x="19566" y="20003"/>
                  <a:pt x="18913" y="20778"/>
                  <a:pt x="18913" y="21734"/>
                </a:cubicBezTo>
                <a:lnTo>
                  <a:pt x="18913" y="23054"/>
                </a:lnTo>
                <a:lnTo>
                  <a:pt x="9899" y="23054"/>
                </a:lnTo>
                <a:lnTo>
                  <a:pt x="9899" y="25512"/>
                </a:lnTo>
                <a:lnTo>
                  <a:pt x="5986" y="25512"/>
                </a:lnTo>
                <a:lnTo>
                  <a:pt x="5986" y="28062"/>
                </a:lnTo>
                <a:lnTo>
                  <a:pt x="5640" y="28062"/>
                </a:lnTo>
                <a:lnTo>
                  <a:pt x="5640" y="29109"/>
                </a:lnTo>
                <a:lnTo>
                  <a:pt x="5332" y="29109"/>
                </a:lnTo>
                <a:lnTo>
                  <a:pt x="5332" y="29563"/>
                </a:lnTo>
                <a:lnTo>
                  <a:pt x="4642" y="30292"/>
                </a:lnTo>
                <a:lnTo>
                  <a:pt x="4642" y="31065"/>
                </a:lnTo>
                <a:lnTo>
                  <a:pt x="1" y="31065"/>
                </a:lnTo>
                <a:lnTo>
                  <a:pt x="1" y="37778"/>
                </a:lnTo>
                <a:lnTo>
                  <a:pt x="40524" y="37778"/>
                </a:lnTo>
                <a:lnTo>
                  <a:pt x="40524" y="23054"/>
                </a:lnTo>
                <a:lnTo>
                  <a:pt x="33992" y="23054"/>
                </a:lnTo>
                <a:lnTo>
                  <a:pt x="33992" y="23052"/>
                </a:lnTo>
                <a:lnTo>
                  <a:pt x="33992" y="21914"/>
                </a:lnTo>
                <a:cubicBezTo>
                  <a:pt x="33992" y="20857"/>
                  <a:pt x="33271" y="20002"/>
                  <a:pt x="32381" y="20002"/>
                </a:cubicBezTo>
                <a:lnTo>
                  <a:pt x="32339" y="19272"/>
                </a:lnTo>
                <a:lnTo>
                  <a:pt x="32789" y="19272"/>
                </a:lnTo>
                <a:lnTo>
                  <a:pt x="32789" y="14998"/>
                </a:lnTo>
                <a:lnTo>
                  <a:pt x="32210" y="15021"/>
                </a:lnTo>
                <a:lnTo>
                  <a:pt x="32187" y="13916"/>
                </a:lnTo>
                <a:cubicBezTo>
                  <a:pt x="34942" y="9227"/>
                  <a:pt x="27592" y="5842"/>
                  <a:pt x="27592" y="5842"/>
                </a:cubicBezTo>
                <a:lnTo>
                  <a:pt x="27592" y="5435"/>
                </a:lnTo>
                <a:lnTo>
                  <a:pt x="27254" y="5435"/>
                </a:lnTo>
                <a:lnTo>
                  <a:pt x="27254" y="4251"/>
                </a:lnTo>
                <a:lnTo>
                  <a:pt x="27592" y="4251"/>
                </a:lnTo>
                <a:lnTo>
                  <a:pt x="27592" y="3613"/>
                </a:lnTo>
                <a:lnTo>
                  <a:pt x="27211" y="3613"/>
                </a:lnTo>
                <a:lnTo>
                  <a:pt x="27211" y="3204"/>
                </a:lnTo>
                <a:lnTo>
                  <a:pt x="26227" y="3204"/>
                </a:lnTo>
                <a:lnTo>
                  <a:pt x="26212" y="2876"/>
                </a:lnTo>
                <a:cubicBezTo>
                  <a:pt x="26360" y="2812"/>
                  <a:pt x="26465" y="2644"/>
                  <a:pt x="26465" y="2446"/>
                </a:cubicBezTo>
                <a:cubicBezTo>
                  <a:pt x="26465" y="2230"/>
                  <a:pt x="26338" y="2051"/>
                  <a:pt x="26170" y="1999"/>
                </a:cubicBezTo>
                <a:lnTo>
                  <a:pt x="26154" y="1665"/>
                </a:lnTo>
                <a:cubicBezTo>
                  <a:pt x="26281" y="1624"/>
                  <a:pt x="26374" y="1489"/>
                  <a:pt x="26374" y="1325"/>
                </a:cubicBezTo>
                <a:cubicBezTo>
                  <a:pt x="26374" y="1149"/>
                  <a:pt x="26264" y="1003"/>
                  <a:pt x="26122" y="977"/>
                </a:cubicBezTo>
                <a:lnTo>
                  <a:pt x="260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7" name="Google Shape;327;p22"/>
          <p:cNvGrpSpPr/>
          <p:nvPr/>
        </p:nvGrpSpPr>
        <p:grpSpPr>
          <a:xfrm flipH="1">
            <a:off x="8137410" y="2040429"/>
            <a:ext cx="4600876" cy="3411029"/>
            <a:chOff x="-1311790" y="1267610"/>
            <a:chExt cx="4928630" cy="3654022"/>
          </a:xfrm>
        </p:grpSpPr>
        <p:sp>
          <p:nvSpPr>
            <p:cNvPr id="328" name="Google Shape;328;p22"/>
            <p:cNvSpPr/>
            <p:nvPr/>
          </p:nvSpPr>
          <p:spPr>
            <a:xfrm>
              <a:off x="-1311790" y="1267610"/>
              <a:ext cx="4352150" cy="3654022"/>
            </a:xfrm>
            <a:custGeom>
              <a:avLst/>
              <a:gdLst/>
              <a:ahLst/>
              <a:cxnLst/>
              <a:rect l="l" t="t" r="r" b="b"/>
              <a:pathLst>
                <a:path w="78262" h="65708" extrusionOk="0">
                  <a:moveTo>
                    <a:pt x="58138" y="9062"/>
                  </a:moveTo>
                  <a:cubicBezTo>
                    <a:pt x="58575" y="9062"/>
                    <a:pt x="58575" y="9689"/>
                    <a:pt x="58575" y="9689"/>
                  </a:cubicBezTo>
                  <a:lnTo>
                    <a:pt x="58575" y="11484"/>
                  </a:lnTo>
                  <a:lnTo>
                    <a:pt x="57701" y="11484"/>
                  </a:lnTo>
                  <a:lnTo>
                    <a:pt x="57701" y="9779"/>
                  </a:lnTo>
                  <a:cubicBezTo>
                    <a:pt x="57701" y="9779"/>
                    <a:pt x="57701" y="9062"/>
                    <a:pt x="58138" y="9062"/>
                  </a:cubicBezTo>
                  <a:close/>
                  <a:moveTo>
                    <a:pt x="56880" y="9089"/>
                  </a:moveTo>
                  <a:cubicBezTo>
                    <a:pt x="57317" y="9089"/>
                    <a:pt x="57317" y="9716"/>
                    <a:pt x="57317" y="9716"/>
                  </a:cubicBezTo>
                  <a:lnTo>
                    <a:pt x="57317" y="11510"/>
                  </a:lnTo>
                  <a:lnTo>
                    <a:pt x="56443" y="11510"/>
                  </a:lnTo>
                  <a:lnTo>
                    <a:pt x="56443" y="9806"/>
                  </a:lnTo>
                  <a:cubicBezTo>
                    <a:pt x="56443" y="9806"/>
                    <a:pt x="56443" y="9089"/>
                    <a:pt x="56880" y="9089"/>
                  </a:cubicBezTo>
                  <a:close/>
                  <a:moveTo>
                    <a:pt x="59233" y="9091"/>
                  </a:moveTo>
                  <a:cubicBezTo>
                    <a:pt x="59507" y="9091"/>
                    <a:pt x="59507" y="9717"/>
                    <a:pt x="59507" y="9717"/>
                  </a:cubicBezTo>
                  <a:lnTo>
                    <a:pt x="59507" y="11512"/>
                  </a:lnTo>
                  <a:lnTo>
                    <a:pt x="58960" y="11512"/>
                  </a:lnTo>
                  <a:lnTo>
                    <a:pt x="58960" y="9807"/>
                  </a:lnTo>
                  <a:lnTo>
                    <a:pt x="58959" y="9807"/>
                  </a:lnTo>
                  <a:cubicBezTo>
                    <a:pt x="58959" y="9807"/>
                    <a:pt x="58959" y="9091"/>
                    <a:pt x="59233" y="9091"/>
                  </a:cubicBezTo>
                  <a:close/>
                  <a:moveTo>
                    <a:pt x="55705" y="9117"/>
                  </a:moveTo>
                  <a:cubicBezTo>
                    <a:pt x="55979" y="9117"/>
                    <a:pt x="55979" y="9744"/>
                    <a:pt x="55979" y="9744"/>
                  </a:cubicBezTo>
                  <a:lnTo>
                    <a:pt x="55979" y="11538"/>
                  </a:lnTo>
                  <a:lnTo>
                    <a:pt x="55431" y="11538"/>
                  </a:lnTo>
                  <a:lnTo>
                    <a:pt x="55431" y="9834"/>
                  </a:lnTo>
                  <a:cubicBezTo>
                    <a:pt x="55431" y="9834"/>
                    <a:pt x="55431" y="9117"/>
                    <a:pt x="55705" y="9117"/>
                  </a:cubicBezTo>
                  <a:close/>
                  <a:moveTo>
                    <a:pt x="15537" y="25977"/>
                  </a:moveTo>
                  <a:cubicBezTo>
                    <a:pt x="15838" y="25977"/>
                    <a:pt x="15838" y="26802"/>
                    <a:pt x="15838" y="26802"/>
                  </a:cubicBezTo>
                  <a:lnTo>
                    <a:pt x="15838" y="29162"/>
                  </a:lnTo>
                  <a:lnTo>
                    <a:pt x="15238" y="29162"/>
                  </a:lnTo>
                  <a:lnTo>
                    <a:pt x="15238" y="26920"/>
                  </a:lnTo>
                  <a:cubicBezTo>
                    <a:pt x="15238" y="26920"/>
                    <a:pt x="15238" y="25977"/>
                    <a:pt x="15537" y="25977"/>
                  </a:cubicBezTo>
                  <a:close/>
                  <a:moveTo>
                    <a:pt x="17847" y="25800"/>
                  </a:moveTo>
                  <a:cubicBezTo>
                    <a:pt x="18940" y="25800"/>
                    <a:pt x="18940" y="26672"/>
                    <a:pt x="18940" y="26672"/>
                  </a:cubicBezTo>
                  <a:lnTo>
                    <a:pt x="18940" y="29162"/>
                  </a:lnTo>
                  <a:lnTo>
                    <a:pt x="16752" y="29162"/>
                  </a:lnTo>
                  <a:lnTo>
                    <a:pt x="16752" y="26795"/>
                  </a:lnTo>
                  <a:cubicBezTo>
                    <a:pt x="16752" y="26795"/>
                    <a:pt x="16752" y="25800"/>
                    <a:pt x="17847" y="25800"/>
                  </a:cubicBezTo>
                  <a:close/>
                  <a:moveTo>
                    <a:pt x="20097" y="26018"/>
                  </a:moveTo>
                  <a:cubicBezTo>
                    <a:pt x="20398" y="26018"/>
                    <a:pt x="20398" y="26843"/>
                    <a:pt x="20398" y="26843"/>
                  </a:cubicBezTo>
                  <a:lnTo>
                    <a:pt x="20398" y="29203"/>
                  </a:lnTo>
                  <a:lnTo>
                    <a:pt x="19796" y="29203"/>
                  </a:lnTo>
                  <a:lnTo>
                    <a:pt x="19796" y="26961"/>
                  </a:lnTo>
                  <a:cubicBezTo>
                    <a:pt x="19796" y="26961"/>
                    <a:pt x="19796" y="26018"/>
                    <a:pt x="20097" y="26018"/>
                  </a:cubicBezTo>
                  <a:close/>
                  <a:moveTo>
                    <a:pt x="43351" y="28212"/>
                  </a:moveTo>
                  <a:cubicBezTo>
                    <a:pt x="43625" y="28212"/>
                    <a:pt x="43625" y="28489"/>
                    <a:pt x="43625" y="28489"/>
                  </a:cubicBezTo>
                  <a:lnTo>
                    <a:pt x="43625" y="29286"/>
                  </a:lnTo>
                  <a:lnTo>
                    <a:pt x="43077" y="29286"/>
                  </a:lnTo>
                  <a:lnTo>
                    <a:pt x="43077" y="28530"/>
                  </a:lnTo>
                  <a:cubicBezTo>
                    <a:pt x="43077" y="28530"/>
                    <a:pt x="43077" y="28212"/>
                    <a:pt x="43351" y="28212"/>
                  </a:cubicBezTo>
                  <a:close/>
                  <a:moveTo>
                    <a:pt x="45235" y="28221"/>
                  </a:moveTo>
                  <a:cubicBezTo>
                    <a:pt x="45509" y="28221"/>
                    <a:pt x="45509" y="28499"/>
                    <a:pt x="45509" y="28499"/>
                  </a:cubicBezTo>
                  <a:lnTo>
                    <a:pt x="45509" y="29294"/>
                  </a:lnTo>
                  <a:lnTo>
                    <a:pt x="44961" y="29294"/>
                  </a:lnTo>
                  <a:lnTo>
                    <a:pt x="44961" y="28538"/>
                  </a:lnTo>
                  <a:cubicBezTo>
                    <a:pt x="44961" y="28538"/>
                    <a:pt x="44961" y="28221"/>
                    <a:pt x="45235" y="28221"/>
                  </a:cubicBezTo>
                  <a:close/>
                  <a:moveTo>
                    <a:pt x="44306" y="28232"/>
                  </a:moveTo>
                  <a:cubicBezTo>
                    <a:pt x="44580" y="28232"/>
                    <a:pt x="44580" y="28509"/>
                    <a:pt x="44580" y="28509"/>
                  </a:cubicBezTo>
                  <a:lnTo>
                    <a:pt x="44580" y="29304"/>
                  </a:lnTo>
                  <a:lnTo>
                    <a:pt x="44032" y="29304"/>
                  </a:lnTo>
                  <a:lnTo>
                    <a:pt x="44032" y="28549"/>
                  </a:lnTo>
                  <a:cubicBezTo>
                    <a:pt x="44032" y="28549"/>
                    <a:pt x="44032" y="28232"/>
                    <a:pt x="44306" y="28232"/>
                  </a:cubicBezTo>
                  <a:close/>
                  <a:moveTo>
                    <a:pt x="40564" y="28250"/>
                  </a:moveTo>
                  <a:cubicBezTo>
                    <a:pt x="40838" y="28250"/>
                    <a:pt x="40838" y="28528"/>
                    <a:pt x="40838" y="28528"/>
                  </a:cubicBezTo>
                  <a:lnTo>
                    <a:pt x="40838" y="29324"/>
                  </a:lnTo>
                  <a:lnTo>
                    <a:pt x="40290" y="29324"/>
                  </a:lnTo>
                  <a:lnTo>
                    <a:pt x="40290" y="28569"/>
                  </a:lnTo>
                  <a:cubicBezTo>
                    <a:pt x="40290" y="28569"/>
                    <a:pt x="40290" y="28250"/>
                    <a:pt x="40564" y="28250"/>
                  </a:cubicBezTo>
                  <a:close/>
                  <a:moveTo>
                    <a:pt x="41492" y="28250"/>
                  </a:moveTo>
                  <a:cubicBezTo>
                    <a:pt x="41766" y="28250"/>
                    <a:pt x="41766" y="28528"/>
                    <a:pt x="41766" y="28528"/>
                  </a:cubicBezTo>
                  <a:lnTo>
                    <a:pt x="41766" y="29324"/>
                  </a:lnTo>
                  <a:lnTo>
                    <a:pt x="41218" y="29324"/>
                  </a:lnTo>
                  <a:lnTo>
                    <a:pt x="41218" y="28569"/>
                  </a:lnTo>
                  <a:cubicBezTo>
                    <a:pt x="41218" y="28569"/>
                    <a:pt x="41218" y="28250"/>
                    <a:pt x="41492" y="28250"/>
                  </a:cubicBezTo>
                  <a:close/>
                  <a:moveTo>
                    <a:pt x="42440" y="28250"/>
                  </a:moveTo>
                  <a:cubicBezTo>
                    <a:pt x="42714" y="28250"/>
                    <a:pt x="42714" y="28528"/>
                    <a:pt x="42714" y="28528"/>
                  </a:cubicBezTo>
                  <a:lnTo>
                    <a:pt x="42714" y="29324"/>
                  </a:lnTo>
                  <a:lnTo>
                    <a:pt x="42166" y="29324"/>
                  </a:lnTo>
                  <a:lnTo>
                    <a:pt x="42166" y="28569"/>
                  </a:lnTo>
                  <a:cubicBezTo>
                    <a:pt x="42166" y="28569"/>
                    <a:pt x="42166" y="28250"/>
                    <a:pt x="42440" y="28250"/>
                  </a:cubicBezTo>
                  <a:close/>
                  <a:moveTo>
                    <a:pt x="38603" y="28284"/>
                  </a:moveTo>
                  <a:cubicBezTo>
                    <a:pt x="38877" y="28284"/>
                    <a:pt x="38877" y="28562"/>
                    <a:pt x="38877" y="28562"/>
                  </a:cubicBezTo>
                  <a:lnTo>
                    <a:pt x="38877" y="29358"/>
                  </a:lnTo>
                  <a:lnTo>
                    <a:pt x="38329" y="29358"/>
                  </a:lnTo>
                  <a:lnTo>
                    <a:pt x="38329" y="28601"/>
                  </a:lnTo>
                  <a:cubicBezTo>
                    <a:pt x="38329" y="28601"/>
                    <a:pt x="38329" y="28284"/>
                    <a:pt x="38603" y="28284"/>
                  </a:cubicBezTo>
                  <a:close/>
                  <a:moveTo>
                    <a:pt x="39583" y="28291"/>
                  </a:moveTo>
                  <a:cubicBezTo>
                    <a:pt x="39857" y="28291"/>
                    <a:pt x="39857" y="28569"/>
                    <a:pt x="39857" y="28569"/>
                  </a:cubicBezTo>
                  <a:lnTo>
                    <a:pt x="39857" y="29365"/>
                  </a:lnTo>
                  <a:lnTo>
                    <a:pt x="39309" y="29365"/>
                  </a:lnTo>
                  <a:lnTo>
                    <a:pt x="39309" y="28608"/>
                  </a:lnTo>
                  <a:cubicBezTo>
                    <a:pt x="39309" y="28608"/>
                    <a:pt x="39309" y="28291"/>
                    <a:pt x="39583" y="28291"/>
                  </a:cubicBezTo>
                  <a:close/>
                  <a:moveTo>
                    <a:pt x="30102" y="28319"/>
                  </a:moveTo>
                  <a:cubicBezTo>
                    <a:pt x="30376" y="28319"/>
                    <a:pt x="30376" y="28597"/>
                    <a:pt x="30376" y="28597"/>
                  </a:cubicBezTo>
                  <a:lnTo>
                    <a:pt x="30376" y="29393"/>
                  </a:lnTo>
                  <a:lnTo>
                    <a:pt x="29828" y="29393"/>
                  </a:lnTo>
                  <a:lnTo>
                    <a:pt x="29828" y="28637"/>
                  </a:lnTo>
                  <a:cubicBezTo>
                    <a:pt x="29828" y="28637"/>
                    <a:pt x="29828" y="28319"/>
                    <a:pt x="30102" y="28319"/>
                  </a:cubicBezTo>
                  <a:close/>
                  <a:moveTo>
                    <a:pt x="31031" y="28319"/>
                  </a:moveTo>
                  <a:cubicBezTo>
                    <a:pt x="31305" y="28319"/>
                    <a:pt x="31305" y="28597"/>
                    <a:pt x="31305" y="28597"/>
                  </a:cubicBezTo>
                  <a:lnTo>
                    <a:pt x="31305" y="29393"/>
                  </a:lnTo>
                  <a:lnTo>
                    <a:pt x="30757" y="29393"/>
                  </a:lnTo>
                  <a:lnTo>
                    <a:pt x="30757" y="28637"/>
                  </a:lnTo>
                  <a:cubicBezTo>
                    <a:pt x="30757" y="28637"/>
                    <a:pt x="30757" y="28319"/>
                    <a:pt x="31031" y="28319"/>
                  </a:cubicBezTo>
                  <a:close/>
                  <a:moveTo>
                    <a:pt x="31960" y="28319"/>
                  </a:moveTo>
                  <a:cubicBezTo>
                    <a:pt x="32234" y="28319"/>
                    <a:pt x="32234" y="28597"/>
                    <a:pt x="32234" y="28597"/>
                  </a:cubicBezTo>
                  <a:lnTo>
                    <a:pt x="32234" y="29393"/>
                  </a:lnTo>
                  <a:lnTo>
                    <a:pt x="31686" y="29393"/>
                  </a:lnTo>
                  <a:lnTo>
                    <a:pt x="31686" y="28637"/>
                  </a:lnTo>
                  <a:cubicBezTo>
                    <a:pt x="31686" y="28637"/>
                    <a:pt x="31686" y="28319"/>
                    <a:pt x="31960" y="28319"/>
                  </a:cubicBezTo>
                  <a:close/>
                  <a:moveTo>
                    <a:pt x="37615" y="28325"/>
                  </a:moveTo>
                  <a:cubicBezTo>
                    <a:pt x="37889" y="28325"/>
                    <a:pt x="37889" y="28601"/>
                    <a:pt x="37889" y="28601"/>
                  </a:cubicBezTo>
                  <a:lnTo>
                    <a:pt x="37889" y="29398"/>
                  </a:lnTo>
                  <a:lnTo>
                    <a:pt x="37341" y="29398"/>
                  </a:lnTo>
                  <a:lnTo>
                    <a:pt x="37341" y="28642"/>
                  </a:lnTo>
                  <a:cubicBezTo>
                    <a:pt x="37341" y="28642"/>
                    <a:pt x="37341" y="28325"/>
                    <a:pt x="37615" y="28325"/>
                  </a:cubicBezTo>
                  <a:close/>
                  <a:moveTo>
                    <a:pt x="32850" y="28332"/>
                  </a:moveTo>
                  <a:cubicBezTo>
                    <a:pt x="33124" y="28332"/>
                    <a:pt x="33124" y="28608"/>
                    <a:pt x="33124" y="28608"/>
                  </a:cubicBezTo>
                  <a:lnTo>
                    <a:pt x="33124" y="29405"/>
                  </a:lnTo>
                  <a:lnTo>
                    <a:pt x="32576" y="29405"/>
                  </a:lnTo>
                  <a:lnTo>
                    <a:pt x="32576" y="28649"/>
                  </a:lnTo>
                  <a:cubicBezTo>
                    <a:pt x="32576" y="28649"/>
                    <a:pt x="32576" y="28332"/>
                    <a:pt x="32850" y="28332"/>
                  </a:cubicBezTo>
                  <a:close/>
                  <a:moveTo>
                    <a:pt x="36578" y="28334"/>
                  </a:moveTo>
                  <a:cubicBezTo>
                    <a:pt x="36852" y="28334"/>
                    <a:pt x="36852" y="28613"/>
                    <a:pt x="36852" y="28613"/>
                  </a:cubicBezTo>
                  <a:lnTo>
                    <a:pt x="36852" y="29408"/>
                  </a:lnTo>
                  <a:lnTo>
                    <a:pt x="36304" y="29408"/>
                  </a:lnTo>
                  <a:lnTo>
                    <a:pt x="36304" y="28653"/>
                  </a:lnTo>
                  <a:cubicBezTo>
                    <a:pt x="36304" y="28653"/>
                    <a:pt x="36304" y="28334"/>
                    <a:pt x="36578" y="28334"/>
                  </a:cubicBezTo>
                  <a:close/>
                  <a:moveTo>
                    <a:pt x="33767" y="28346"/>
                  </a:moveTo>
                  <a:cubicBezTo>
                    <a:pt x="34041" y="28346"/>
                    <a:pt x="34041" y="28623"/>
                    <a:pt x="34041" y="28623"/>
                  </a:cubicBezTo>
                  <a:lnTo>
                    <a:pt x="34041" y="29419"/>
                  </a:lnTo>
                  <a:lnTo>
                    <a:pt x="33492" y="29419"/>
                  </a:lnTo>
                  <a:lnTo>
                    <a:pt x="33492" y="28663"/>
                  </a:lnTo>
                  <a:cubicBezTo>
                    <a:pt x="33492" y="28663"/>
                    <a:pt x="33492" y="28346"/>
                    <a:pt x="33767" y="28346"/>
                  </a:cubicBezTo>
                  <a:close/>
                  <a:moveTo>
                    <a:pt x="35635" y="28346"/>
                  </a:moveTo>
                  <a:cubicBezTo>
                    <a:pt x="35909" y="28346"/>
                    <a:pt x="35909" y="28623"/>
                    <a:pt x="35909" y="28623"/>
                  </a:cubicBezTo>
                  <a:lnTo>
                    <a:pt x="35909" y="29419"/>
                  </a:lnTo>
                  <a:lnTo>
                    <a:pt x="35360" y="29419"/>
                  </a:lnTo>
                  <a:lnTo>
                    <a:pt x="35360" y="28663"/>
                  </a:lnTo>
                  <a:cubicBezTo>
                    <a:pt x="35360" y="28663"/>
                    <a:pt x="35360" y="28346"/>
                    <a:pt x="35635" y="28346"/>
                  </a:cubicBezTo>
                  <a:close/>
                  <a:moveTo>
                    <a:pt x="34684" y="28360"/>
                  </a:moveTo>
                  <a:cubicBezTo>
                    <a:pt x="34958" y="28360"/>
                    <a:pt x="34958" y="28637"/>
                    <a:pt x="34958" y="28637"/>
                  </a:cubicBezTo>
                  <a:lnTo>
                    <a:pt x="34958" y="29434"/>
                  </a:lnTo>
                  <a:lnTo>
                    <a:pt x="34410" y="29434"/>
                  </a:lnTo>
                  <a:lnTo>
                    <a:pt x="34410" y="28677"/>
                  </a:lnTo>
                  <a:cubicBezTo>
                    <a:pt x="34410" y="28677"/>
                    <a:pt x="34410" y="28360"/>
                    <a:pt x="34684" y="28360"/>
                  </a:cubicBezTo>
                  <a:close/>
                  <a:moveTo>
                    <a:pt x="3590" y="42479"/>
                  </a:moveTo>
                  <a:cubicBezTo>
                    <a:pt x="3742" y="42479"/>
                    <a:pt x="3742" y="42861"/>
                    <a:pt x="3742" y="42861"/>
                  </a:cubicBezTo>
                  <a:lnTo>
                    <a:pt x="3742" y="43956"/>
                  </a:lnTo>
                  <a:lnTo>
                    <a:pt x="3440" y="43956"/>
                  </a:lnTo>
                  <a:lnTo>
                    <a:pt x="3440" y="42916"/>
                  </a:lnTo>
                  <a:cubicBezTo>
                    <a:pt x="3440" y="42916"/>
                    <a:pt x="3440" y="42479"/>
                    <a:pt x="3590" y="42479"/>
                  </a:cubicBezTo>
                  <a:close/>
                  <a:moveTo>
                    <a:pt x="4743" y="42397"/>
                  </a:moveTo>
                  <a:cubicBezTo>
                    <a:pt x="5289" y="42397"/>
                    <a:pt x="5289" y="42802"/>
                    <a:pt x="5289" y="42802"/>
                  </a:cubicBezTo>
                  <a:lnTo>
                    <a:pt x="5289" y="43956"/>
                  </a:lnTo>
                  <a:lnTo>
                    <a:pt x="4197" y="43956"/>
                  </a:lnTo>
                  <a:lnTo>
                    <a:pt x="4197" y="42860"/>
                  </a:lnTo>
                  <a:cubicBezTo>
                    <a:pt x="4197" y="42860"/>
                    <a:pt x="4197" y="42397"/>
                    <a:pt x="4743" y="42397"/>
                  </a:cubicBezTo>
                  <a:close/>
                  <a:moveTo>
                    <a:pt x="5871" y="42498"/>
                  </a:moveTo>
                  <a:cubicBezTo>
                    <a:pt x="6022" y="42498"/>
                    <a:pt x="6022" y="42881"/>
                    <a:pt x="6022" y="42881"/>
                  </a:cubicBezTo>
                  <a:lnTo>
                    <a:pt x="6022" y="43976"/>
                  </a:lnTo>
                  <a:lnTo>
                    <a:pt x="5719" y="43976"/>
                  </a:lnTo>
                  <a:lnTo>
                    <a:pt x="5719" y="42936"/>
                  </a:lnTo>
                  <a:cubicBezTo>
                    <a:pt x="5719" y="42936"/>
                    <a:pt x="5719" y="42498"/>
                    <a:pt x="5871" y="42498"/>
                  </a:cubicBezTo>
                  <a:close/>
                  <a:moveTo>
                    <a:pt x="57522" y="1"/>
                  </a:moveTo>
                  <a:lnTo>
                    <a:pt x="57480" y="959"/>
                  </a:lnTo>
                  <a:cubicBezTo>
                    <a:pt x="57335" y="968"/>
                    <a:pt x="57220" y="1024"/>
                    <a:pt x="57220" y="1094"/>
                  </a:cubicBezTo>
                  <a:cubicBezTo>
                    <a:pt x="57220" y="1162"/>
                    <a:pt x="57328" y="1218"/>
                    <a:pt x="57469" y="1228"/>
                  </a:cubicBezTo>
                  <a:lnTo>
                    <a:pt x="57446" y="1718"/>
                  </a:lnTo>
                  <a:lnTo>
                    <a:pt x="57451" y="1718"/>
                  </a:lnTo>
                  <a:cubicBezTo>
                    <a:pt x="57170" y="1741"/>
                    <a:pt x="56954" y="1852"/>
                    <a:pt x="56954" y="1987"/>
                  </a:cubicBezTo>
                  <a:cubicBezTo>
                    <a:pt x="56954" y="2123"/>
                    <a:pt x="57170" y="2233"/>
                    <a:pt x="57451" y="2257"/>
                  </a:cubicBezTo>
                  <a:cubicBezTo>
                    <a:pt x="57085" y="2919"/>
                    <a:pt x="55801" y="5124"/>
                    <a:pt x="54191" y="6438"/>
                  </a:cubicBezTo>
                  <a:cubicBezTo>
                    <a:pt x="52852" y="7532"/>
                    <a:pt x="55313" y="9064"/>
                    <a:pt x="55313" y="9064"/>
                  </a:cubicBezTo>
                  <a:lnTo>
                    <a:pt x="55341" y="11580"/>
                  </a:lnTo>
                  <a:lnTo>
                    <a:pt x="54520" y="11580"/>
                  </a:lnTo>
                  <a:lnTo>
                    <a:pt x="54520" y="12238"/>
                  </a:lnTo>
                  <a:lnTo>
                    <a:pt x="55313" y="12620"/>
                  </a:lnTo>
                  <a:lnTo>
                    <a:pt x="54547" y="12620"/>
                  </a:lnTo>
                  <a:lnTo>
                    <a:pt x="54519" y="13032"/>
                  </a:lnTo>
                  <a:lnTo>
                    <a:pt x="53286" y="13032"/>
                  </a:lnTo>
                  <a:lnTo>
                    <a:pt x="53286" y="14173"/>
                  </a:lnTo>
                  <a:lnTo>
                    <a:pt x="54790" y="15521"/>
                  </a:lnTo>
                  <a:lnTo>
                    <a:pt x="54832" y="36876"/>
                  </a:lnTo>
                  <a:lnTo>
                    <a:pt x="53670" y="36876"/>
                  </a:lnTo>
                  <a:lnTo>
                    <a:pt x="53670" y="37897"/>
                  </a:lnTo>
                  <a:lnTo>
                    <a:pt x="54835" y="37897"/>
                  </a:lnTo>
                  <a:lnTo>
                    <a:pt x="54836" y="38937"/>
                  </a:lnTo>
                  <a:lnTo>
                    <a:pt x="48475" y="38937"/>
                  </a:lnTo>
                  <a:lnTo>
                    <a:pt x="48475" y="37568"/>
                  </a:lnTo>
                  <a:cubicBezTo>
                    <a:pt x="48475" y="36300"/>
                    <a:pt x="47446" y="35271"/>
                    <a:pt x="46178" y="35271"/>
                  </a:cubicBezTo>
                  <a:lnTo>
                    <a:pt x="46117" y="34397"/>
                  </a:lnTo>
                  <a:lnTo>
                    <a:pt x="46760" y="34397"/>
                  </a:lnTo>
                  <a:lnTo>
                    <a:pt x="46760" y="29259"/>
                  </a:lnTo>
                  <a:lnTo>
                    <a:pt x="45933" y="29287"/>
                  </a:lnTo>
                  <a:lnTo>
                    <a:pt x="45900" y="27959"/>
                  </a:lnTo>
                  <a:cubicBezTo>
                    <a:pt x="49828" y="22324"/>
                    <a:pt x="39348" y="18256"/>
                    <a:pt x="39348" y="18256"/>
                  </a:cubicBezTo>
                  <a:lnTo>
                    <a:pt x="39348" y="17764"/>
                  </a:lnTo>
                  <a:lnTo>
                    <a:pt x="38865" y="17764"/>
                  </a:lnTo>
                  <a:lnTo>
                    <a:pt x="38865" y="16342"/>
                  </a:lnTo>
                  <a:lnTo>
                    <a:pt x="39348" y="16342"/>
                  </a:lnTo>
                  <a:lnTo>
                    <a:pt x="39348" y="15576"/>
                  </a:lnTo>
                  <a:lnTo>
                    <a:pt x="38804" y="15576"/>
                  </a:lnTo>
                  <a:lnTo>
                    <a:pt x="38804" y="15084"/>
                  </a:lnTo>
                  <a:lnTo>
                    <a:pt x="37401" y="15084"/>
                  </a:lnTo>
                  <a:lnTo>
                    <a:pt x="37380" y="14692"/>
                  </a:lnTo>
                  <a:cubicBezTo>
                    <a:pt x="37591" y="14613"/>
                    <a:pt x="37743" y="14412"/>
                    <a:pt x="37743" y="14173"/>
                  </a:cubicBezTo>
                  <a:cubicBezTo>
                    <a:pt x="37743" y="13913"/>
                    <a:pt x="37563" y="13698"/>
                    <a:pt x="37323" y="13638"/>
                  </a:cubicBezTo>
                  <a:lnTo>
                    <a:pt x="37300" y="13234"/>
                  </a:lnTo>
                  <a:cubicBezTo>
                    <a:pt x="37479" y="13185"/>
                    <a:pt x="37612" y="13021"/>
                    <a:pt x="37612" y="12827"/>
                  </a:cubicBezTo>
                  <a:cubicBezTo>
                    <a:pt x="37612" y="12613"/>
                    <a:pt x="37456" y="12440"/>
                    <a:pt x="37254" y="12408"/>
                  </a:cubicBezTo>
                  <a:lnTo>
                    <a:pt x="37189" y="11234"/>
                  </a:lnTo>
                  <a:lnTo>
                    <a:pt x="37120" y="12408"/>
                  </a:lnTo>
                  <a:cubicBezTo>
                    <a:pt x="36918" y="12441"/>
                    <a:pt x="36763" y="12613"/>
                    <a:pt x="36763" y="12824"/>
                  </a:cubicBezTo>
                  <a:cubicBezTo>
                    <a:pt x="36763" y="13018"/>
                    <a:pt x="36894" y="13179"/>
                    <a:pt x="37071" y="13230"/>
                  </a:cubicBezTo>
                  <a:lnTo>
                    <a:pt x="37049" y="13638"/>
                  </a:lnTo>
                  <a:cubicBezTo>
                    <a:pt x="36811" y="13699"/>
                    <a:pt x="36634" y="13913"/>
                    <a:pt x="36634" y="14172"/>
                  </a:cubicBezTo>
                  <a:cubicBezTo>
                    <a:pt x="36634" y="14408"/>
                    <a:pt x="36782" y="14606"/>
                    <a:pt x="36987" y="14686"/>
                  </a:cubicBezTo>
                  <a:lnTo>
                    <a:pt x="36964" y="15080"/>
                  </a:lnTo>
                  <a:lnTo>
                    <a:pt x="35725" y="15080"/>
                  </a:lnTo>
                  <a:lnTo>
                    <a:pt x="35725" y="15572"/>
                  </a:lnTo>
                  <a:lnTo>
                    <a:pt x="35233" y="15572"/>
                  </a:lnTo>
                  <a:lnTo>
                    <a:pt x="35233" y="16338"/>
                  </a:lnTo>
                  <a:lnTo>
                    <a:pt x="35670" y="16338"/>
                  </a:lnTo>
                  <a:lnTo>
                    <a:pt x="35670" y="17762"/>
                  </a:lnTo>
                  <a:lnTo>
                    <a:pt x="35233" y="17762"/>
                  </a:lnTo>
                  <a:lnTo>
                    <a:pt x="35233" y="18254"/>
                  </a:lnTo>
                  <a:cubicBezTo>
                    <a:pt x="35233" y="18254"/>
                    <a:pt x="25767" y="22521"/>
                    <a:pt x="29323" y="28156"/>
                  </a:cubicBezTo>
                  <a:lnTo>
                    <a:pt x="29269" y="29414"/>
                  </a:lnTo>
                  <a:lnTo>
                    <a:pt x="28524" y="29414"/>
                  </a:lnTo>
                  <a:lnTo>
                    <a:pt x="28524" y="34391"/>
                  </a:lnTo>
                  <a:lnTo>
                    <a:pt x="29104" y="34391"/>
                  </a:lnTo>
                  <a:lnTo>
                    <a:pt x="29049" y="35267"/>
                  </a:lnTo>
                  <a:cubicBezTo>
                    <a:pt x="27902" y="35267"/>
                    <a:pt x="26971" y="36197"/>
                    <a:pt x="26971" y="37344"/>
                  </a:cubicBezTo>
                  <a:lnTo>
                    <a:pt x="26971" y="38931"/>
                  </a:lnTo>
                  <a:lnTo>
                    <a:pt x="20406" y="38931"/>
                  </a:lnTo>
                  <a:lnTo>
                    <a:pt x="20442" y="30125"/>
                  </a:lnTo>
                  <a:lnTo>
                    <a:pt x="21171" y="30125"/>
                  </a:lnTo>
                  <a:lnTo>
                    <a:pt x="21171" y="29240"/>
                  </a:lnTo>
                  <a:lnTo>
                    <a:pt x="20832" y="29240"/>
                  </a:lnTo>
                  <a:lnTo>
                    <a:pt x="20832" y="26643"/>
                  </a:lnTo>
                  <a:lnTo>
                    <a:pt x="21171" y="26288"/>
                  </a:lnTo>
                  <a:lnTo>
                    <a:pt x="20720" y="25934"/>
                  </a:lnTo>
                  <a:cubicBezTo>
                    <a:pt x="21002" y="23278"/>
                    <a:pt x="18571" y="22393"/>
                    <a:pt x="18571" y="22393"/>
                  </a:cubicBezTo>
                  <a:lnTo>
                    <a:pt x="18571" y="21333"/>
                  </a:lnTo>
                  <a:lnTo>
                    <a:pt x="18004" y="21333"/>
                  </a:lnTo>
                  <a:lnTo>
                    <a:pt x="17778" y="18854"/>
                  </a:lnTo>
                  <a:lnTo>
                    <a:pt x="17559" y="21333"/>
                  </a:lnTo>
                  <a:lnTo>
                    <a:pt x="17012" y="21333"/>
                  </a:lnTo>
                  <a:lnTo>
                    <a:pt x="17012" y="22396"/>
                  </a:lnTo>
                  <a:cubicBezTo>
                    <a:pt x="17012" y="22396"/>
                    <a:pt x="14659" y="23281"/>
                    <a:pt x="14933" y="25936"/>
                  </a:cubicBezTo>
                  <a:lnTo>
                    <a:pt x="14496" y="26292"/>
                  </a:lnTo>
                  <a:lnTo>
                    <a:pt x="14825" y="26646"/>
                  </a:lnTo>
                  <a:lnTo>
                    <a:pt x="14825" y="29244"/>
                  </a:lnTo>
                  <a:lnTo>
                    <a:pt x="14496" y="29244"/>
                  </a:lnTo>
                  <a:lnTo>
                    <a:pt x="14496" y="30129"/>
                  </a:lnTo>
                  <a:lnTo>
                    <a:pt x="15225" y="30129"/>
                  </a:lnTo>
                  <a:lnTo>
                    <a:pt x="15261" y="38934"/>
                  </a:lnTo>
                  <a:lnTo>
                    <a:pt x="14114" y="38934"/>
                  </a:lnTo>
                  <a:lnTo>
                    <a:pt x="14114" y="41888"/>
                  </a:lnTo>
                  <a:lnTo>
                    <a:pt x="8533" y="41888"/>
                  </a:lnTo>
                  <a:lnTo>
                    <a:pt x="8533" y="44953"/>
                  </a:lnTo>
                  <a:lnTo>
                    <a:pt x="8042" y="44953"/>
                  </a:lnTo>
                  <a:lnTo>
                    <a:pt x="8042" y="46211"/>
                  </a:lnTo>
                  <a:lnTo>
                    <a:pt x="7603" y="46211"/>
                  </a:lnTo>
                  <a:lnTo>
                    <a:pt x="7603" y="46757"/>
                  </a:lnTo>
                  <a:lnTo>
                    <a:pt x="6619" y="47632"/>
                  </a:lnTo>
                  <a:lnTo>
                    <a:pt x="6619" y="48561"/>
                  </a:lnTo>
                  <a:lnTo>
                    <a:pt x="6017" y="48561"/>
                  </a:lnTo>
                  <a:lnTo>
                    <a:pt x="6034" y="44404"/>
                  </a:lnTo>
                  <a:lnTo>
                    <a:pt x="6400" y="44404"/>
                  </a:lnTo>
                  <a:lnTo>
                    <a:pt x="6400" y="43993"/>
                  </a:lnTo>
                  <a:lnTo>
                    <a:pt x="6230" y="43993"/>
                  </a:lnTo>
                  <a:lnTo>
                    <a:pt x="6230" y="42789"/>
                  </a:lnTo>
                  <a:lnTo>
                    <a:pt x="6400" y="42626"/>
                  </a:lnTo>
                  <a:lnTo>
                    <a:pt x="6173" y="42463"/>
                  </a:lnTo>
                  <a:cubicBezTo>
                    <a:pt x="6314" y="41231"/>
                    <a:pt x="5100" y="40822"/>
                    <a:pt x="5100" y="40822"/>
                  </a:cubicBezTo>
                  <a:lnTo>
                    <a:pt x="5100" y="40330"/>
                  </a:lnTo>
                  <a:lnTo>
                    <a:pt x="4817" y="40330"/>
                  </a:lnTo>
                  <a:lnTo>
                    <a:pt x="4705" y="39181"/>
                  </a:lnTo>
                  <a:lnTo>
                    <a:pt x="4595" y="40330"/>
                  </a:lnTo>
                  <a:lnTo>
                    <a:pt x="4321" y="40330"/>
                  </a:lnTo>
                  <a:lnTo>
                    <a:pt x="4321" y="40822"/>
                  </a:lnTo>
                  <a:cubicBezTo>
                    <a:pt x="4321" y="40822"/>
                    <a:pt x="3146" y="41233"/>
                    <a:pt x="3281" y="42463"/>
                  </a:cubicBezTo>
                  <a:lnTo>
                    <a:pt x="3062" y="42626"/>
                  </a:lnTo>
                  <a:lnTo>
                    <a:pt x="3225" y="42789"/>
                  </a:lnTo>
                  <a:lnTo>
                    <a:pt x="3225" y="43993"/>
                  </a:lnTo>
                  <a:lnTo>
                    <a:pt x="3062" y="43993"/>
                  </a:lnTo>
                  <a:lnTo>
                    <a:pt x="3062" y="44404"/>
                  </a:lnTo>
                  <a:lnTo>
                    <a:pt x="3427" y="44404"/>
                  </a:lnTo>
                  <a:lnTo>
                    <a:pt x="3444" y="48561"/>
                  </a:lnTo>
                  <a:lnTo>
                    <a:pt x="0" y="48561"/>
                  </a:lnTo>
                  <a:lnTo>
                    <a:pt x="0" y="65707"/>
                  </a:lnTo>
                  <a:lnTo>
                    <a:pt x="78262" y="65707"/>
                  </a:lnTo>
                  <a:lnTo>
                    <a:pt x="78262" y="48561"/>
                  </a:lnTo>
                  <a:lnTo>
                    <a:pt x="77203" y="48561"/>
                  </a:lnTo>
                  <a:lnTo>
                    <a:pt x="77203" y="40268"/>
                  </a:lnTo>
                  <a:cubicBezTo>
                    <a:pt x="75981" y="36227"/>
                    <a:pt x="72891" y="34915"/>
                    <a:pt x="72891" y="34915"/>
                  </a:cubicBezTo>
                  <a:cubicBezTo>
                    <a:pt x="72891" y="34915"/>
                    <a:pt x="73065" y="34411"/>
                    <a:pt x="72891" y="33096"/>
                  </a:cubicBezTo>
                  <a:cubicBezTo>
                    <a:pt x="72717" y="31784"/>
                    <a:pt x="71464" y="31278"/>
                    <a:pt x="71464" y="31278"/>
                  </a:cubicBezTo>
                  <a:lnTo>
                    <a:pt x="71961" y="31278"/>
                  </a:lnTo>
                  <a:lnTo>
                    <a:pt x="71961" y="30773"/>
                  </a:lnTo>
                  <a:lnTo>
                    <a:pt x="71553" y="30773"/>
                  </a:lnTo>
                  <a:lnTo>
                    <a:pt x="71553" y="30067"/>
                  </a:lnTo>
                  <a:lnTo>
                    <a:pt x="71287" y="30067"/>
                  </a:lnTo>
                  <a:cubicBezTo>
                    <a:pt x="71311" y="29963"/>
                    <a:pt x="71327" y="29845"/>
                    <a:pt x="71327" y="29717"/>
                  </a:cubicBezTo>
                  <a:cubicBezTo>
                    <a:pt x="71327" y="29374"/>
                    <a:pt x="71224" y="29091"/>
                    <a:pt x="71086" y="29015"/>
                  </a:cubicBezTo>
                  <a:lnTo>
                    <a:pt x="71001" y="26636"/>
                  </a:lnTo>
                  <a:lnTo>
                    <a:pt x="70915" y="29036"/>
                  </a:lnTo>
                  <a:cubicBezTo>
                    <a:pt x="70791" y="29133"/>
                    <a:pt x="70701" y="29400"/>
                    <a:pt x="70701" y="29717"/>
                  </a:cubicBezTo>
                  <a:cubicBezTo>
                    <a:pt x="70701" y="29845"/>
                    <a:pt x="70718" y="29963"/>
                    <a:pt x="70742" y="30067"/>
                  </a:cubicBezTo>
                  <a:lnTo>
                    <a:pt x="70458" y="30067"/>
                  </a:lnTo>
                  <a:lnTo>
                    <a:pt x="70458" y="30766"/>
                  </a:lnTo>
                  <a:lnTo>
                    <a:pt x="70067" y="30766"/>
                  </a:lnTo>
                  <a:lnTo>
                    <a:pt x="70067" y="31265"/>
                  </a:lnTo>
                  <a:lnTo>
                    <a:pt x="70539" y="31265"/>
                  </a:lnTo>
                  <a:cubicBezTo>
                    <a:pt x="70539" y="31265"/>
                    <a:pt x="69343" y="31764"/>
                    <a:pt x="69176" y="33063"/>
                  </a:cubicBezTo>
                  <a:cubicBezTo>
                    <a:pt x="69010" y="34362"/>
                    <a:pt x="69176" y="34860"/>
                    <a:pt x="69176" y="34860"/>
                  </a:cubicBezTo>
                  <a:cubicBezTo>
                    <a:pt x="69176" y="34860"/>
                    <a:pt x="66227" y="36159"/>
                    <a:pt x="65058" y="40151"/>
                  </a:cubicBezTo>
                  <a:lnTo>
                    <a:pt x="65058" y="41888"/>
                  </a:lnTo>
                  <a:lnTo>
                    <a:pt x="62686" y="41888"/>
                  </a:lnTo>
                  <a:lnTo>
                    <a:pt x="62686" y="38935"/>
                  </a:lnTo>
                  <a:lnTo>
                    <a:pt x="57563" y="38935"/>
                  </a:lnTo>
                  <a:lnTo>
                    <a:pt x="57563" y="38925"/>
                  </a:lnTo>
                  <a:lnTo>
                    <a:pt x="60071" y="38925"/>
                  </a:lnTo>
                  <a:lnTo>
                    <a:pt x="60072" y="37897"/>
                  </a:lnTo>
                  <a:lnTo>
                    <a:pt x="61174" y="37897"/>
                  </a:lnTo>
                  <a:lnTo>
                    <a:pt x="61174" y="36876"/>
                  </a:lnTo>
                  <a:lnTo>
                    <a:pt x="60073" y="36876"/>
                  </a:lnTo>
                  <a:lnTo>
                    <a:pt x="60113" y="15513"/>
                  </a:lnTo>
                  <a:lnTo>
                    <a:pt x="61520" y="14165"/>
                  </a:lnTo>
                  <a:lnTo>
                    <a:pt x="61520" y="13023"/>
                  </a:lnTo>
                  <a:lnTo>
                    <a:pt x="60367" y="13023"/>
                  </a:lnTo>
                  <a:lnTo>
                    <a:pt x="60341" y="12612"/>
                  </a:lnTo>
                  <a:lnTo>
                    <a:pt x="59624" y="12612"/>
                  </a:lnTo>
                  <a:lnTo>
                    <a:pt x="60367" y="12229"/>
                  </a:lnTo>
                  <a:lnTo>
                    <a:pt x="60367" y="11571"/>
                  </a:lnTo>
                  <a:lnTo>
                    <a:pt x="59600" y="11571"/>
                  </a:lnTo>
                  <a:lnTo>
                    <a:pt x="59625" y="9055"/>
                  </a:lnTo>
                  <a:cubicBezTo>
                    <a:pt x="59625" y="9055"/>
                    <a:pt x="61929" y="7523"/>
                    <a:pt x="60675" y="6428"/>
                  </a:cubicBezTo>
                  <a:cubicBezTo>
                    <a:pt x="59178" y="5124"/>
                    <a:pt x="57979" y="2934"/>
                    <a:pt x="57629" y="2259"/>
                  </a:cubicBezTo>
                  <a:cubicBezTo>
                    <a:pt x="57930" y="2244"/>
                    <a:pt x="58162" y="2130"/>
                    <a:pt x="58162" y="1990"/>
                  </a:cubicBezTo>
                  <a:cubicBezTo>
                    <a:pt x="58162" y="1853"/>
                    <a:pt x="57948" y="1744"/>
                    <a:pt x="57667" y="1720"/>
                  </a:cubicBezTo>
                  <a:lnTo>
                    <a:pt x="57670" y="1720"/>
                  </a:lnTo>
                  <a:lnTo>
                    <a:pt x="57628" y="1223"/>
                  </a:lnTo>
                  <a:cubicBezTo>
                    <a:pt x="57742" y="1204"/>
                    <a:pt x="57825" y="1155"/>
                    <a:pt x="57825" y="1094"/>
                  </a:cubicBezTo>
                  <a:cubicBezTo>
                    <a:pt x="57825" y="1031"/>
                    <a:pt x="57732" y="980"/>
                    <a:pt x="57605" y="963"/>
                  </a:cubicBezTo>
                  <a:lnTo>
                    <a:pt x="575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9" name="Google Shape;329;p22"/>
            <p:cNvGrpSpPr/>
            <p:nvPr/>
          </p:nvGrpSpPr>
          <p:grpSpPr>
            <a:xfrm>
              <a:off x="2680113" y="3976509"/>
              <a:ext cx="936726" cy="902322"/>
              <a:chOff x="3870075" y="3720225"/>
              <a:chExt cx="873975" cy="841875"/>
            </a:xfrm>
          </p:grpSpPr>
          <p:sp>
            <p:nvSpPr>
              <p:cNvPr id="330" name="Google Shape;330;p22"/>
              <p:cNvSpPr/>
              <p:nvPr/>
            </p:nvSpPr>
            <p:spPr>
              <a:xfrm>
                <a:off x="3870075" y="3720225"/>
                <a:ext cx="521100" cy="841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2"/>
              <p:cNvSpPr/>
              <p:nvPr/>
            </p:nvSpPr>
            <p:spPr>
              <a:xfrm>
                <a:off x="4222950" y="4220400"/>
                <a:ext cx="521100" cy="341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2"/>
              <p:cNvSpPr/>
              <p:nvPr/>
            </p:nvSpPr>
            <p:spPr>
              <a:xfrm>
                <a:off x="4025700" y="3930900"/>
                <a:ext cx="521100" cy="631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33" name="Google Shape;333;p22"/>
          <p:cNvSpPr/>
          <p:nvPr/>
        </p:nvSpPr>
        <p:spPr>
          <a:xfrm>
            <a:off x="8767401" y="2151049"/>
            <a:ext cx="376601" cy="384745"/>
          </a:xfrm>
          <a:custGeom>
            <a:avLst/>
            <a:gdLst/>
            <a:ahLst/>
            <a:cxnLst/>
            <a:rect l="l" t="t" r="r" b="b"/>
            <a:pathLst>
              <a:path w="4565" h="4664" extrusionOk="0">
                <a:moveTo>
                  <a:pt x="3082" y="0"/>
                </a:moveTo>
                <a:lnTo>
                  <a:pt x="1839" y="1064"/>
                </a:lnTo>
                <a:lnTo>
                  <a:pt x="259" y="645"/>
                </a:lnTo>
                <a:lnTo>
                  <a:pt x="889" y="2155"/>
                </a:lnTo>
                <a:lnTo>
                  <a:pt x="1" y="3527"/>
                </a:lnTo>
                <a:lnTo>
                  <a:pt x="1630" y="3394"/>
                </a:lnTo>
                <a:lnTo>
                  <a:pt x="2662" y="4664"/>
                </a:lnTo>
                <a:lnTo>
                  <a:pt x="3041" y="3074"/>
                </a:lnTo>
                <a:lnTo>
                  <a:pt x="4565" y="2485"/>
                </a:lnTo>
                <a:lnTo>
                  <a:pt x="3170" y="1633"/>
                </a:lnTo>
                <a:lnTo>
                  <a:pt x="308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4" name="Google Shape;334;p22"/>
          <p:cNvGrpSpPr/>
          <p:nvPr/>
        </p:nvGrpSpPr>
        <p:grpSpPr>
          <a:xfrm>
            <a:off x="6305351" y="-235404"/>
            <a:ext cx="2838640" cy="956025"/>
            <a:chOff x="-3849654" y="-595962"/>
            <a:chExt cx="6776415" cy="2282228"/>
          </a:xfrm>
        </p:grpSpPr>
        <p:sp>
          <p:nvSpPr>
            <p:cNvPr id="335" name="Google Shape;335;p22"/>
            <p:cNvSpPr/>
            <p:nvPr/>
          </p:nvSpPr>
          <p:spPr>
            <a:xfrm>
              <a:off x="-3835967" y="-595962"/>
              <a:ext cx="6762728" cy="2281394"/>
            </a:xfrm>
            <a:custGeom>
              <a:avLst/>
              <a:gdLst/>
              <a:ahLst/>
              <a:cxnLst/>
              <a:rect l="l" t="t" r="r" b="b"/>
              <a:pathLst>
                <a:path w="40516" h="13668" extrusionOk="0">
                  <a:moveTo>
                    <a:pt x="10959" y="1"/>
                  </a:moveTo>
                  <a:cubicBezTo>
                    <a:pt x="8739" y="1"/>
                    <a:pt x="6307" y="1140"/>
                    <a:pt x="5018" y="2683"/>
                  </a:cubicBezTo>
                  <a:cubicBezTo>
                    <a:pt x="4049" y="3842"/>
                    <a:pt x="3268" y="5504"/>
                    <a:pt x="3112" y="7009"/>
                  </a:cubicBezTo>
                  <a:cubicBezTo>
                    <a:pt x="2019" y="7179"/>
                    <a:pt x="984" y="7845"/>
                    <a:pt x="492" y="8835"/>
                  </a:cubicBezTo>
                  <a:cubicBezTo>
                    <a:pt x="0" y="9823"/>
                    <a:pt x="126" y="11122"/>
                    <a:pt x="889" y="11922"/>
                  </a:cubicBezTo>
                  <a:cubicBezTo>
                    <a:pt x="1543" y="12605"/>
                    <a:pt x="2603" y="12849"/>
                    <a:pt x="3671" y="12849"/>
                  </a:cubicBezTo>
                  <a:cubicBezTo>
                    <a:pt x="4552" y="12849"/>
                    <a:pt x="5439" y="12683"/>
                    <a:pt x="6108" y="12458"/>
                  </a:cubicBezTo>
                  <a:cubicBezTo>
                    <a:pt x="6414" y="12358"/>
                    <a:pt x="6721" y="12234"/>
                    <a:pt x="7042" y="12234"/>
                  </a:cubicBezTo>
                  <a:cubicBezTo>
                    <a:pt x="7045" y="12234"/>
                    <a:pt x="7049" y="12234"/>
                    <a:pt x="7052" y="12234"/>
                  </a:cubicBezTo>
                  <a:cubicBezTo>
                    <a:pt x="7453" y="12239"/>
                    <a:pt x="7818" y="12440"/>
                    <a:pt x="8189" y="12591"/>
                  </a:cubicBezTo>
                  <a:cubicBezTo>
                    <a:pt x="8908" y="12883"/>
                    <a:pt x="9676" y="12994"/>
                    <a:pt x="10453" y="12994"/>
                  </a:cubicBezTo>
                  <a:cubicBezTo>
                    <a:pt x="11170" y="12994"/>
                    <a:pt x="11895" y="12900"/>
                    <a:pt x="12597" y="12766"/>
                  </a:cubicBezTo>
                  <a:cubicBezTo>
                    <a:pt x="13009" y="12688"/>
                    <a:pt x="13487" y="12547"/>
                    <a:pt x="13985" y="12405"/>
                  </a:cubicBezTo>
                  <a:cubicBezTo>
                    <a:pt x="14741" y="12189"/>
                    <a:pt x="15548" y="11970"/>
                    <a:pt x="16249" y="11970"/>
                  </a:cubicBezTo>
                  <a:cubicBezTo>
                    <a:pt x="16431" y="11970"/>
                    <a:pt x="16607" y="11985"/>
                    <a:pt x="16772" y="12018"/>
                  </a:cubicBezTo>
                  <a:cubicBezTo>
                    <a:pt x="17655" y="12196"/>
                    <a:pt x="18584" y="12946"/>
                    <a:pt x="19511" y="13199"/>
                  </a:cubicBezTo>
                  <a:cubicBezTo>
                    <a:pt x="20586" y="13491"/>
                    <a:pt x="21754" y="13667"/>
                    <a:pt x="22915" y="13667"/>
                  </a:cubicBezTo>
                  <a:cubicBezTo>
                    <a:pt x="23972" y="13667"/>
                    <a:pt x="25023" y="13521"/>
                    <a:pt x="25993" y="13185"/>
                  </a:cubicBezTo>
                  <a:cubicBezTo>
                    <a:pt x="26414" y="13039"/>
                    <a:pt x="26822" y="12852"/>
                    <a:pt x="27258" y="12759"/>
                  </a:cubicBezTo>
                  <a:cubicBezTo>
                    <a:pt x="27985" y="12605"/>
                    <a:pt x="28714" y="12569"/>
                    <a:pt x="29445" y="12569"/>
                  </a:cubicBezTo>
                  <a:cubicBezTo>
                    <a:pt x="30076" y="12569"/>
                    <a:pt x="30707" y="12595"/>
                    <a:pt x="31338" y="12595"/>
                  </a:cubicBezTo>
                  <a:cubicBezTo>
                    <a:pt x="31778" y="12595"/>
                    <a:pt x="32218" y="12582"/>
                    <a:pt x="32658" y="12539"/>
                  </a:cubicBezTo>
                  <a:cubicBezTo>
                    <a:pt x="33006" y="12503"/>
                    <a:pt x="33329" y="12489"/>
                    <a:pt x="33640" y="12489"/>
                  </a:cubicBezTo>
                  <a:cubicBezTo>
                    <a:pt x="34610" y="12489"/>
                    <a:pt x="35455" y="12627"/>
                    <a:pt x="36556" y="12695"/>
                  </a:cubicBezTo>
                  <a:cubicBezTo>
                    <a:pt x="36874" y="12713"/>
                    <a:pt x="37259" y="12733"/>
                    <a:pt x="37659" y="12733"/>
                  </a:cubicBezTo>
                  <a:cubicBezTo>
                    <a:pt x="38373" y="12733"/>
                    <a:pt x="39135" y="12670"/>
                    <a:pt x="39658" y="12422"/>
                  </a:cubicBezTo>
                  <a:cubicBezTo>
                    <a:pt x="40129" y="12198"/>
                    <a:pt x="40515" y="11723"/>
                    <a:pt x="40483" y="11203"/>
                  </a:cubicBezTo>
                  <a:cubicBezTo>
                    <a:pt x="40469" y="10960"/>
                    <a:pt x="40366" y="10730"/>
                    <a:pt x="40244" y="10519"/>
                  </a:cubicBezTo>
                  <a:cubicBezTo>
                    <a:pt x="39944" y="10011"/>
                    <a:pt x="39492" y="9576"/>
                    <a:pt x="38932" y="9391"/>
                  </a:cubicBezTo>
                  <a:cubicBezTo>
                    <a:pt x="38752" y="9331"/>
                    <a:pt x="38560" y="9300"/>
                    <a:pt x="38369" y="9300"/>
                  </a:cubicBezTo>
                  <a:cubicBezTo>
                    <a:pt x="37969" y="9300"/>
                    <a:pt x="37571" y="9435"/>
                    <a:pt x="37284" y="9711"/>
                  </a:cubicBezTo>
                  <a:cubicBezTo>
                    <a:pt x="37368" y="8463"/>
                    <a:pt x="36023" y="7363"/>
                    <a:pt x="34842" y="7363"/>
                  </a:cubicBezTo>
                  <a:cubicBezTo>
                    <a:pt x="34804" y="7363"/>
                    <a:pt x="34766" y="7364"/>
                    <a:pt x="34728" y="7366"/>
                  </a:cubicBezTo>
                  <a:cubicBezTo>
                    <a:pt x="33642" y="7432"/>
                    <a:pt x="32662" y="8333"/>
                    <a:pt x="32507" y="9413"/>
                  </a:cubicBezTo>
                  <a:cubicBezTo>
                    <a:pt x="32118" y="8923"/>
                    <a:pt x="31619" y="8490"/>
                    <a:pt x="31015" y="8329"/>
                  </a:cubicBezTo>
                  <a:cubicBezTo>
                    <a:pt x="30869" y="8290"/>
                    <a:pt x="30716" y="8270"/>
                    <a:pt x="30564" y="8270"/>
                  </a:cubicBezTo>
                  <a:cubicBezTo>
                    <a:pt x="30083" y="8270"/>
                    <a:pt x="29603" y="8465"/>
                    <a:pt x="29335" y="8857"/>
                  </a:cubicBezTo>
                  <a:cubicBezTo>
                    <a:pt x="29259" y="7601"/>
                    <a:pt x="28521" y="6386"/>
                    <a:pt x="27572" y="5588"/>
                  </a:cubicBezTo>
                  <a:cubicBezTo>
                    <a:pt x="27003" y="5110"/>
                    <a:pt x="26302" y="4783"/>
                    <a:pt x="25561" y="4693"/>
                  </a:cubicBezTo>
                  <a:cubicBezTo>
                    <a:pt x="25419" y="4676"/>
                    <a:pt x="25277" y="4667"/>
                    <a:pt x="25135" y="4667"/>
                  </a:cubicBezTo>
                  <a:cubicBezTo>
                    <a:pt x="23673" y="4667"/>
                    <a:pt x="22228" y="5549"/>
                    <a:pt x="21597" y="6875"/>
                  </a:cubicBezTo>
                  <a:cubicBezTo>
                    <a:pt x="21050" y="5854"/>
                    <a:pt x="19954" y="5241"/>
                    <a:pt x="18923" y="5241"/>
                  </a:cubicBezTo>
                  <a:cubicBezTo>
                    <a:pt x="17982" y="5241"/>
                    <a:pt x="17096" y="5751"/>
                    <a:pt x="16727" y="6925"/>
                  </a:cubicBezTo>
                  <a:cubicBezTo>
                    <a:pt x="17445" y="4641"/>
                    <a:pt x="15224" y="1533"/>
                    <a:pt x="13332" y="539"/>
                  </a:cubicBezTo>
                  <a:cubicBezTo>
                    <a:pt x="12622" y="166"/>
                    <a:pt x="11806" y="1"/>
                    <a:pt x="109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2"/>
            <p:cNvSpPr/>
            <p:nvPr/>
          </p:nvSpPr>
          <p:spPr>
            <a:xfrm>
              <a:off x="-3849654" y="2093"/>
              <a:ext cx="6557256" cy="1684172"/>
            </a:xfrm>
            <a:custGeom>
              <a:avLst/>
              <a:gdLst/>
              <a:ahLst/>
              <a:cxnLst/>
              <a:rect l="l" t="t" r="r" b="b"/>
              <a:pathLst>
                <a:path w="39285" h="10090" extrusionOk="0">
                  <a:moveTo>
                    <a:pt x="9924" y="1"/>
                  </a:moveTo>
                  <a:cubicBezTo>
                    <a:pt x="9547" y="1"/>
                    <a:pt x="9171" y="31"/>
                    <a:pt x="8800" y="92"/>
                  </a:cubicBezTo>
                  <a:cubicBezTo>
                    <a:pt x="6167" y="525"/>
                    <a:pt x="4582" y="2600"/>
                    <a:pt x="4488" y="5215"/>
                  </a:cubicBezTo>
                  <a:cubicBezTo>
                    <a:pt x="4082" y="4795"/>
                    <a:pt x="3549" y="4607"/>
                    <a:pt x="3009" y="4607"/>
                  </a:cubicBezTo>
                  <a:cubicBezTo>
                    <a:pt x="2379" y="4607"/>
                    <a:pt x="1739" y="4863"/>
                    <a:pt x="1276" y="5305"/>
                  </a:cubicBezTo>
                  <a:cubicBezTo>
                    <a:pt x="1" y="6521"/>
                    <a:pt x="476" y="8358"/>
                    <a:pt x="2022" y="8979"/>
                  </a:cubicBezTo>
                  <a:cubicBezTo>
                    <a:pt x="2577" y="9203"/>
                    <a:pt x="3196" y="9297"/>
                    <a:pt x="3824" y="9297"/>
                  </a:cubicBezTo>
                  <a:cubicBezTo>
                    <a:pt x="4661" y="9297"/>
                    <a:pt x="5514" y="9130"/>
                    <a:pt x="6254" y="8882"/>
                  </a:cubicBezTo>
                  <a:cubicBezTo>
                    <a:pt x="6560" y="8782"/>
                    <a:pt x="6867" y="8658"/>
                    <a:pt x="7190" y="8658"/>
                  </a:cubicBezTo>
                  <a:cubicBezTo>
                    <a:pt x="7193" y="8658"/>
                    <a:pt x="7197" y="8658"/>
                    <a:pt x="7200" y="8658"/>
                  </a:cubicBezTo>
                  <a:cubicBezTo>
                    <a:pt x="7601" y="8663"/>
                    <a:pt x="7966" y="8864"/>
                    <a:pt x="8336" y="9015"/>
                  </a:cubicBezTo>
                  <a:cubicBezTo>
                    <a:pt x="9055" y="9307"/>
                    <a:pt x="9823" y="9418"/>
                    <a:pt x="10600" y="9418"/>
                  </a:cubicBezTo>
                  <a:cubicBezTo>
                    <a:pt x="11317" y="9418"/>
                    <a:pt x="12042" y="9324"/>
                    <a:pt x="12745" y="9190"/>
                  </a:cubicBezTo>
                  <a:cubicBezTo>
                    <a:pt x="13156" y="9112"/>
                    <a:pt x="13634" y="8971"/>
                    <a:pt x="14131" y="8829"/>
                  </a:cubicBezTo>
                  <a:cubicBezTo>
                    <a:pt x="14891" y="8612"/>
                    <a:pt x="15699" y="8393"/>
                    <a:pt x="16403" y="8393"/>
                  </a:cubicBezTo>
                  <a:cubicBezTo>
                    <a:pt x="16583" y="8393"/>
                    <a:pt x="16756" y="8407"/>
                    <a:pt x="16920" y="8440"/>
                  </a:cubicBezTo>
                  <a:cubicBezTo>
                    <a:pt x="17801" y="8617"/>
                    <a:pt x="18730" y="9367"/>
                    <a:pt x="19658" y="9620"/>
                  </a:cubicBezTo>
                  <a:cubicBezTo>
                    <a:pt x="20732" y="9913"/>
                    <a:pt x="21900" y="10089"/>
                    <a:pt x="23061" y="10089"/>
                  </a:cubicBezTo>
                  <a:cubicBezTo>
                    <a:pt x="24119" y="10089"/>
                    <a:pt x="25171" y="9943"/>
                    <a:pt x="26141" y="9606"/>
                  </a:cubicBezTo>
                  <a:cubicBezTo>
                    <a:pt x="26562" y="9460"/>
                    <a:pt x="26970" y="9275"/>
                    <a:pt x="27406" y="9182"/>
                  </a:cubicBezTo>
                  <a:cubicBezTo>
                    <a:pt x="28132" y="9027"/>
                    <a:pt x="28862" y="8991"/>
                    <a:pt x="29593" y="8991"/>
                  </a:cubicBezTo>
                  <a:cubicBezTo>
                    <a:pt x="30222" y="8991"/>
                    <a:pt x="30851" y="9017"/>
                    <a:pt x="31481" y="9017"/>
                  </a:cubicBezTo>
                  <a:cubicBezTo>
                    <a:pt x="31922" y="9017"/>
                    <a:pt x="32364" y="9004"/>
                    <a:pt x="32804" y="8960"/>
                  </a:cubicBezTo>
                  <a:cubicBezTo>
                    <a:pt x="33151" y="8925"/>
                    <a:pt x="33472" y="8911"/>
                    <a:pt x="33781" y="8911"/>
                  </a:cubicBezTo>
                  <a:cubicBezTo>
                    <a:pt x="34754" y="8911"/>
                    <a:pt x="35600" y="9050"/>
                    <a:pt x="36704" y="9116"/>
                  </a:cubicBezTo>
                  <a:cubicBezTo>
                    <a:pt x="37004" y="9134"/>
                    <a:pt x="37469" y="9212"/>
                    <a:pt x="37904" y="9212"/>
                  </a:cubicBezTo>
                  <a:cubicBezTo>
                    <a:pt x="38265" y="9212"/>
                    <a:pt x="38605" y="9159"/>
                    <a:pt x="38812" y="8972"/>
                  </a:cubicBezTo>
                  <a:cubicBezTo>
                    <a:pt x="39284" y="8547"/>
                    <a:pt x="39103" y="7640"/>
                    <a:pt x="38587" y="7326"/>
                  </a:cubicBezTo>
                  <a:cubicBezTo>
                    <a:pt x="38374" y="7197"/>
                    <a:pt x="38131" y="7141"/>
                    <a:pt x="37883" y="7141"/>
                  </a:cubicBezTo>
                  <a:cubicBezTo>
                    <a:pt x="37571" y="7141"/>
                    <a:pt x="37251" y="7230"/>
                    <a:pt x="36971" y="7371"/>
                  </a:cubicBezTo>
                  <a:cubicBezTo>
                    <a:pt x="36814" y="6381"/>
                    <a:pt x="35826" y="5635"/>
                    <a:pt x="34825" y="5635"/>
                  </a:cubicBezTo>
                  <a:cubicBezTo>
                    <a:pt x="34810" y="5635"/>
                    <a:pt x="34796" y="5635"/>
                    <a:pt x="34781" y="5636"/>
                  </a:cubicBezTo>
                  <a:cubicBezTo>
                    <a:pt x="33766" y="5658"/>
                    <a:pt x="32833" y="6374"/>
                    <a:pt x="32426" y="7307"/>
                  </a:cubicBezTo>
                  <a:cubicBezTo>
                    <a:pt x="32145" y="6699"/>
                    <a:pt x="31485" y="6290"/>
                    <a:pt x="30818" y="6290"/>
                  </a:cubicBezTo>
                  <a:cubicBezTo>
                    <a:pt x="30770" y="6290"/>
                    <a:pt x="30722" y="6292"/>
                    <a:pt x="30674" y="6296"/>
                  </a:cubicBezTo>
                  <a:cubicBezTo>
                    <a:pt x="29957" y="6364"/>
                    <a:pt x="29312" y="6913"/>
                    <a:pt x="29132" y="7609"/>
                  </a:cubicBezTo>
                  <a:cubicBezTo>
                    <a:pt x="28799" y="5803"/>
                    <a:pt x="27848" y="4379"/>
                    <a:pt x="25955" y="4009"/>
                  </a:cubicBezTo>
                  <a:cubicBezTo>
                    <a:pt x="25694" y="3958"/>
                    <a:pt x="25429" y="3933"/>
                    <a:pt x="25164" y="3933"/>
                  </a:cubicBezTo>
                  <a:cubicBezTo>
                    <a:pt x="24465" y="3933"/>
                    <a:pt x="23766" y="4107"/>
                    <a:pt x="23144" y="4427"/>
                  </a:cubicBezTo>
                  <a:cubicBezTo>
                    <a:pt x="22769" y="4622"/>
                    <a:pt x="21328" y="5591"/>
                    <a:pt x="21433" y="6150"/>
                  </a:cubicBezTo>
                  <a:cubicBezTo>
                    <a:pt x="21224" y="5045"/>
                    <a:pt x="20226" y="4139"/>
                    <a:pt x="19106" y="4039"/>
                  </a:cubicBezTo>
                  <a:cubicBezTo>
                    <a:pt x="19035" y="4033"/>
                    <a:pt x="18965" y="4030"/>
                    <a:pt x="18895" y="4030"/>
                  </a:cubicBezTo>
                  <a:cubicBezTo>
                    <a:pt x="17844" y="4030"/>
                    <a:pt x="16815" y="4717"/>
                    <a:pt x="16438" y="5703"/>
                  </a:cubicBezTo>
                  <a:cubicBezTo>
                    <a:pt x="16297" y="3933"/>
                    <a:pt x="15308" y="2266"/>
                    <a:pt x="13864" y="1233"/>
                  </a:cubicBezTo>
                  <a:cubicBezTo>
                    <a:pt x="12725" y="420"/>
                    <a:pt x="11324" y="1"/>
                    <a:pt x="99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7" name="Google Shape;337;p22"/>
          <p:cNvGrpSpPr/>
          <p:nvPr/>
        </p:nvGrpSpPr>
        <p:grpSpPr>
          <a:xfrm rot="-1448733" flipH="1">
            <a:off x="-564507" y="-293612"/>
            <a:ext cx="2124879" cy="1099935"/>
            <a:chOff x="-390075" y="-1053725"/>
            <a:chExt cx="1516125" cy="1104275"/>
          </a:xfrm>
        </p:grpSpPr>
        <p:sp>
          <p:nvSpPr>
            <p:cNvPr id="338" name="Google Shape;338;p22"/>
            <p:cNvSpPr/>
            <p:nvPr/>
          </p:nvSpPr>
          <p:spPr>
            <a:xfrm>
              <a:off x="-390075" y="-1053725"/>
              <a:ext cx="1514475" cy="1104275"/>
            </a:xfrm>
            <a:custGeom>
              <a:avLst/>
              <a:gdLst/>
              <a:ahLst/>
              <a:cxnLst/>
              <a:rect l="l" t="t" r="r" b="b"/>
              <a:pathLst>
                <a:path w="60579" h="44171" extrusionOk="0">
                  <a:moveTo>
                    <a:pt x="59573" y="1"/>
                  </a:moveTo>
                  <a:cubicBezTo>
                    <a:pt x="58295" y="1"/>
                    <a:pt x="57056" y="438"/>
                    <a:pt x="56015" y="1230"/>
                  </a:cubicBezTo>
                  <a:cubicBezTo>
                    <a:pt x="54702" y="2230"/>
                    <a:pt x="53832" y="3798"/>
                    <a:pt x="53676" y="5448"/>
                  </a:cubicBezTo>
                  <a:cubicBezTo>
                    <a:pt x="53253" y="5416"/>
                    <a:pt x="52812" y="5392"/>
                    <a:pt x="52371" y="5392"/>
                  </a:cubicBezTo>
                  <a:cubicBezTo>
                    <a:pt x="50891" y="5392"/>
                    <a:pt x="49405" y="5665"/>
                    <a:pt x="48573" y="6823"/>
                  </a:cubicBezTo>
                  <a:cubicBezTo>
                    <a:pt x="47432" y="3555"/>
                    <a:pt x="44387" y="1521"/>
                    <a:pt x="41022" y="1521"/>
                  </a:cubicBezTo>
                  <a:cubicBezTo>
                    <a:pt x="40632" y="1521"/>
                    <a:pt x="40239" y="1548"/>
                    <a:pt x="39843" y="1604"/>
                  </a:cubicBezTo>
                  <a:cubicBezTo>
                    <a:pt x="37572" y="1926"/>
                    <a:pt x="35461" y="3225"/>
                    <a:pt x="34043" y="4986"/>
                  </a:cubicBezTo>
                  <a:cubicBezTo>
                    <a:pt x="33057" y="6212"/>
                    <a:pt x="32357" y="7680"/>
                    <a:pt x="32169" y="9241"/>
                  </a:cubicBezTo>
                  <a:cubicBezTo>
                    <a:pt x="32020" y="10486"/>
                    <a:pt x="32011" y="11851"/>
                    <a:pt x="32890" y="12849"/>
                  </a:cubicBezTo>
                  <a:cubicBezTo>
                    <a:pt x="32523" y="13135"/>
                    <a:pt x="32222" y="13504"/>
                    <a:pt x="32018" y="13921"/>
                  </a:cubicBezTo>
                  <a:cubicBezTo>
                    <a:pt x="31404" y="13599"/>
                    <a:pt x="30715" y="13445"/>
                    <a:pt x="30022" y="13445"/>
                  </a:cubicBezTo>
                  <a:cubicBezTo>
                    <a:pt x="28894" y="13445"/>
                    <a:pt x="27755" y="13851"/>
                    <a:pt x="26909" y="14593"/>
                  </a:cubicBezTo>
                  <a:cubicBezTo>
                    <a:pt x="25449" y="15872"/>
                    <a:pt x="24836" y="18090"/>
                    <a:pt x="25467" y="19917"/>
                  </a:cubicBezTo>
                  <a:cubicBezTo>
                    <a:pt x="25594" y="20283"/>
                    <a:pt x="26074" y="21788"/>
                    <a:pt x="26473" y="21909"/>
                  </a:cubicBezTo>
                  <a:cubicBezTo>
                    <a:pt x="26367" y="21877"/>
                    <a:pt x="26258" y="21862"/>
                    <a:pt x="26149" y="21862"/>
                  </a:cubicBezTo>
                  <a:cubicBezTo>
                    <a:pt x="25756" y="21862"/>
                    <a:pt x="25360" y="22056"/>
                    <a:pt x="25071" y="22331"/>
                  </a:cubicBezTo>
                  <a:cubicBezTo>
                    <a:pt x="24704" y="22685"/>
                    <a:pt x="24476" y="23150"/>
                    <a:pt x="24254" y="23607"/>
                  </a:cubicBezTo>
                  <a:cubicBezTo>
                    <a:pt x="23740" y="23198"/>
                    <a:pt x="23211" y="22779"/>
                    <a:pt x="22586" y="22565"/>
                  </a:cubicBezTo>
                  <a:cubicBezTo>
                    <a:pt x="22235" y="22445"/>
                    <a:pt x="21896" y="22390"/>
                    <a:pt x="21572" y="22390"/>
                  </a:cubicBezTo>
                  <a:cubicBezTo>
                    <a:pt x="19026" y="22390"/>
                    <a:pt x="17380" y="25817"/>
                    <a:pt x="17839" y="28099"/>
                  </a:cubicBezTo>
                  <a:cubicBezTo>
                    <a:pt x="17627" y="28027"/>
                    <a:pt x="17403" y="27992"/>
                    <a:pt x="17179" y="27992"/>
                  </a:cubicBezTo>
                  <a:cubicBezTo>
                    <a:pt x="16695" y="27992"/>
                    <a:pt x="16210" y="28155"/>
                    <a:pt x="15835" y="28462"/>
                  </a:cubicBezTo>
                  <a:cubicBezTo>
                    <a:pt x="15285" y="28909"/>
                    <a:pt x="14990" y="29651"/>
                    <a:pt x="15080" y="30354"/>
                  </a:cubicBezTo>
                  <a:cubicBezTo>
                    <a:pt x="14977" y="30183"/>
                    <a:pt x="14776" y="30098"/>
                    <a:pt x="14574" y="30098"/>
                  </a:cubicBezTo>
                  <a:cubicBezTo>
                    <a:pt x="14500" y="30098"/>
                    <a:pt x="14426" y="30109"/>
                    <a:pt x="14357" y="30132"/>
                  </a:cubicBezTo>
                  <a:cubicBezTo>
                    <a:pt x="14099" y="30215"/>
                    <a:pt x="13899" y="30420"/>
                    <a:pt x="13740" y="30642"/>
                  </a:cubicBezTo>
                  <a:cubicBezTo>
                    <a:pt x="12447" y="32443"/>
                    <a:pt x="13872" y="33512"/>
                    <a:pt x="14373" y="35140"/>
                  </a:cubicBezTo>
                  <a:cubicBezTo>
                    <a:pt x="13465" y="35255"/>
                    <a:pt x="12543" y="35375"/>
                    <a:pt x="11695" y="35719"/>
                  </a:cubicBezTo>
                  <a:cubicBezTo>
                    <a:pt x="10849" y="36066"/>
                    <a:pt x="10069" y="36668"/>
                    <a:pt x="9720" y="37504"/>
                  </a:cubicBezTo>
                  <a:cubicBezTo>
                    <a:pt x="8727" y="36783"/>
                    <a:pt x="7500" y="36435"/>
                    <a:pt x="6273" y="36435"/>
                  </a:cubicBezTo>
                  <a:cubicBezTo>
                    <a:pt x="5738" y="36435"/>
                    <a:pt x="5203" y="36501"/>
                    <a:pt x="4687" y="36631"/>
                  </a:cubicBezTo>
                  <a:cubicBezTo>
                    <a:pt x="3936" y="36821"/>
                    <a:pt x="2875" y="37188"/>
                    <a:pt x="2355" y="37792"/>
                  </a:cubicBezTo>
                  <a:cubicBezTo>
                    <a:pt x="1777" y="38464"/>
                    <a:pt x="2185" y="39334"/>
                    <a:pt x="2580" y="40082"/>
                  </a:cubicBezTo>
                  <a:cubicBezTo>
                    <a:pt x="2449" y="40001"/>
                    <a:pt x="2305" y="39965"/>
                    <a:pt x="2159" y="39965"/>
                  </a:cubicBezTo>
                  <a:cubicBezTo>
                    <a:pt x="1744" y="39965"/>
                    <a:pt x="1311" y="40255"/>
                    <a:pt x="1108" y="40643"/>
                  </a:cubicBezTo>
                  <a:cubicBezTo>
                    <a:pt x="836" y="41168"/>
                    <a:pt x="871" y="41795"/>
                    <a:pt x="928" y="42384"/>
                  </a:cubicBezTo>
                  <a:cubicBezTo>
                    <a:pt x="511" y="42388"/>
                    <a:pt x="126" y="42745"/>
                    <a:pt x="88" y="43166"/>
                  </a:cubicBezTo>
                  <a:cubicBezTo>
                    <a:pt x="1" y="44106"/>
                    <a:pt x="987" y="44162"/>
                    <a:pt x="1624" y="44169"/>
                  </a:cubicBezTo>
                  <a:cubicBezTo>
                    <a:pt x="1665" y="44170"/>
                    <a:pt x="1705" y="44170"/>
                    <a:pt x="1746" y="44170"/>
                  </a:cubicBezTo>
                  <a:cubicBezTo>
                    <a:pt x="2906" y="44170"/>
                    <a:pt x="4136" y="43965"/>
                    <a:pt x="4849" y="42913"/>
                  </a:cubicBezTo>
                  <a:cubicBezTo>
                    <a:pt x="6472" y="43457"/>
                    <a:pt x="8638" y="43663"/>
                    <a:pt x="10371" y="43696"/>
                  </a:cubicBezTo>
                  <a:cubicBezTo>
                    <a:pt x="10468" y="43697"/>
                    <a:pt x="10566" y="43698"/>
                    <a:pt x="10664" y="43698"/>
                  </a:cubicBezTo>
                  <a:cubicBezTo>
                    <a:pt x="12076" y="43698"/>
                    <a:pt x="13601" y="43487"/>
                    <a:pt x="14491" y="42410"/>
                  </a:cubicBezTo>
                  <a:cubicBezTo>
                    <a:pt x="14910" y="43067"/>
                    <a:pt x="15717" y="43304"/>
                    <a:pt x="16517" y="43304"/>
                  </a:cubicBezTo>
                  <a:cubicBezTo>
                    <a:pt x="16726" y="43304"/>
                    <a:pt x="16935" y="43288"/>
                    <a:pt x="17136" y="43258"/>
                  </a:cubicBezTo>
                  <a:cubicBezTo>
                    <a:pt x="17971" y="43136"/>
                    <a:pt x="18799" y="42856"/>
                    <a:pt x="19632" y="42856"/>
                  </a:cubicBezTo>
                  <a:cubicBezTo>
                    <a:pt x="19768" y="42856"/>
                    <a:pt x="19904" y="42864"/>
                    <a:pt x="20040" y="42880"/>
                  </a:cubicBezTo>
                  <a:cubicBezTo>
                    <a:pt x="20467" y="42933"/>
                    <a:pt x="20890" y="43078"/>
                    <a:pt x="21319" y="43078"/>
                  </a:cubicBezTo>
                  <a:cubicBezTo>
                    <a:pt x="21352" y="43078"/>
                    <a:pt x="21385" y="43078"/>
                    <a:pt x="21418" y="43076"/>
                  </a:cubicBezTo>
                  <a:cubicBezTo>
                    <a:pt x="22870" y="42997"/>
                    <a:pt x="23593" y="41213"/>
                    <a:pt x="23544" y="39750"/>
                  </a:cubicBezTo>
                  <a:lnTo>
                    <a:pt x="23544" y="39750"/>
                  </a:lnTo>
                  <a:cubicBezTo>
                    <a:pt x="23744" y="39792"/>
                    <a:pt x="23946" y="39812"/>
                    <a:pt x="24147" y="39812"/>
                  </a:cubicBezTo>
                  <a:cubicBezTo>
                    <a:pt x="25920" y="39812"/>
                    <a:pt x="27636" y="38259"/>
                    <a:pt x="27675" y="36446"/>
                  </a:cubicBezTo>
                  <a:cubicBezTo>
                    <a:pt x="28057" y="36586"/>
                    <a:pt x="28461" y="36653"/>
                    <a:pt x="28866" y="36653"/>
                  </a:cubicBezTo>
                  <a:cubicBezTo>
                    <a:pt x="29743" y="36653"/>
                    <a:pt x="30621" y="36336"/>
                    <a:pt x="31275" y="35746"/>
                  </a:cubicBezTo>
                  <a:cubicBezTo>
                    <a:pt x="31470" y="36963"/>
                    <a:pt x="32624" y="37796"/>
                    <a:pt x="33782" y="38198"/>
                  </a:cubicBezTo>
                  <a:cubicBezTo>
                    <a:pt x="34550" y="38466"/>
                    <a:pt x="35359" y="38595"/>
                    <a:pt x="36170" y="38595"/>
                  </a:cubicBezTo>
                  <a:cubicBezTo>
                    <a:pt x="38287" y="38595"/>
                    <a:pt x="40414" y="37716"/>
                    <a:pt x="41845" y="36139"/>
                  </a:cubicBezTo>
                  <a:cubicBezTo>
                    <a:pt x="43068" y="35954"/>
                    <a:pt x="44265" y="35592"/>
                    <a:pt x="45390" y="35071"/>
                  </a:cubicBezTo>
                  <a:cubicBezTo>
                    <a:pt x="46292" y="34651"/>
                    <a:pt x="47275" y="33880"/>
                    <a:pt x="47114" y="32892"/>
                  </a:cubicBezTo>
                  <a:lnTo>
                    <a:pt x="47114" y="32892"/>
                  </a:lnTo>
                  <a:cubicBezTo>
                    <a:pt x="48037" y="33944"/>
                    <a:pt x="49434" y="34491"/>
                    <a:pt x="50825" y="34491"/>
                  </a:cubicBezTo>
                  <a:cubicBezTo>
                    <a:pt x="51907" y="34491"/>
                    <a:pt x="52986" y="34159"/>
                    <a:pt x="53833" y="33476"/>
                  </a:cubicBezTo>
                  <a:cubicBezTo>
                    <a:pt x="54773" y="34494"/>
                    <a:pt x="56092" y="35018"/>
                    <a:pt x="57408" y="35018"/>
                  </a:cubicBezTo>
                  <a:cubicBezTo>
                    <a:pt x="58550" y="35018"/>
                    <a:pt x="59690" y="34623"/>
                    <a:pt x="60577" y="33813"/>
                  </a:cubicBezTo>
                  <a:lnTo>
                    <a:pt x="60579" y="92"/>
                  </a:lnTo>
                  <a:cubicBezTo>
                    <a:pt x="60243" y="30"/>
                    <a:pt x="59906" y="1"/>
                    <a:pt x="595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2"/>
            <p:cNvSpPr/>
            <p:nvPr/>
          </p:nvSpPr>
          <p:spPr>
            <a:xfrm>
              <a:off x="-54850" y="-958750"/>
              <a:ext cx="1180900" cy="914075"/>
            </a:xfrm>
            <a:custGeom>
              <a:avLst/>
              <a:gdLst/>
              <a:ahLst/>
              <a:cxnLst/>
              <a:rect l="l" t="t" r="r" b="b"/>
              <a:pathLst>
                <a:path w="47236" h="36563" extrusionOk="0">
                  <a:moveTo>
                    <a:pt x="27799" y="1"/>
                  </a:moveTo>
                  <a:cubicBezTo>
                    <a:pt x="25737" y="1"/>
                    <a:pt x="23667" y="863"/>
                    <a:pt x="22306" y="2398"/>
                  </a:cubicBezTo>
                  <a:cubicBezTo>
                    <a:pt x="20442" y="4501"/>
                    <a:pt x="20025" y="7740"/>
                    <a:pt x="21298" y="10236"/>
                  </a:cubicBezTo>
                  <a:cubicBezTo>
                    <a:pt x="20655" y="10312"/>
                    <a:pt x="20077" y="10777"/>
                    <a:pt x="19872" y="11383"/>
                  </a:cubicBezTo>
                  <a:cubicBezTo>
                    <a:pt x="19466" y="11273"/>
                    <a:pt x="19048" y="11221"/>
                    <a:pt x="18630" y="11221"/>
                  </a:cubicBezTo>
                  <a:cubicBezTo>
                    <a:pt x="17007" y="11221"/>
                    <a:pt x="15378" y="12011"/>
                    <a:pt x="14455" y="13335"/>
                  </a:cubicBezTo>
                  <a:cubicBezTo>
                    <a:pt x="13291" y="15001"/>
                    <a:pt x="13330" y="17392"/>
                    <a:pt x="14542" y="19022"/>
                  </a:cubicBezTo>
                  <a:cubicBezTo>
                    <a:pt x="14504" y="19021"/>
                    <a:pt x="14467" y="19020"/>
                    <a:pt x="14430" y="19020"/>
                  </a:cubicBezTo>
                  <a:cubicBezTo>
                    <a:pt x="12573" y="19020"/>
                    <a:pt x="10840" y="20592"/>
                    <a:pt x="10709" y="22425"/>
                  </a:cubicBezTo>
                  <a:cubicBezTo>
                    <a:pt x="10377" y="21470"/>
                    <a:pt x="9357" y="20827"/>
                    <a:pt x="8345" y="20827"/>
                  </a:cubicBezTo>
                  <a:cubicBezTo>
                    <a:pt x="8091" y="20827"/>
                    <a:pt x="7836" y="20868"/>
                    <a:pt x="7594" y="20955"/>
                  </a:cubicBezTo>
                  <a:cubicBezTo>
                    <a:pt x="7068" y="21145"/>
                    <a:pt x="6641" y="21537"/>
                    <a:pt x="6365" y="22011"/>
                  </a:cubicBezTo>
                  <a:cubicBezTo>
                    <a:pt x="6045" y="22562"/>
                    <a:pt x="6281" y="23246"/>
                    <a:pt x="6058" y="23711"/>
                  </a:cubicBezTo>
                  <a:cubicBezTo>
                    <a:pt x="5843" y="24158"/>
                    <a:pt x="4991" y="24208"/>
                    <a:pt x="4504" y="24463"/>
                  </a:cubicBezTo>
                  <a:cubicBezTo>
                    <a:pt x="3866" y="24799"/>
                    <a:pt x="3303" y="25277"/>
                    <a:pt x="2881" y="25859"/>
                  </a:cubicBezTo>
                  <a:cubicBezTo>
                    <a:pt x="2099" y="26934"/>
                    <a:pt x="1816" y="28348"/>
                    <a:pt x="2123" y="29636"/>
                  </a:cubicBezTo>
                  <a:cubicBezTo>
                    <a:pt x="999" y="29871"/>
                    <a:pt x="178" y="30964"/>
                    <a:pt x="89" y="32096"/>
                  </a:cubicBezTo>
                  <a:cubicBezTo>
                    <a:pt x="1" y="33227"/>
                    <a:pt x="549" y="34347"/>
                    <a:pt x="1370" y="35143"/>
                  </a:cubicBezTo>
                  <a:cubicBezTo>
                    <a:pt x="2285" y="36031"/>
                    <a:pt x="3559" y="36562"/>
                    <a:pt x="4840" y="36562"/>
                  </a:cubicBezTo>
                  <a:cubicBezTo>
                    <a:pt x="5012" y="36562"/>
                    <a:pt x="5184" y="36553"/>
                    <a:pt x="5356" y="36533"/>
                  </a:cubicBezTo>
                  <a:cubicBezTo>
                    <a:pt x="6804" y="36366"/>
                    <a:pt x="8159" y="35462"/>
                    <a:pt x="8793" y="34167"/>
                  </a:cubicBezTo>
                  <a:cubicBezTo>
                    <a:pt x="9186" y="34872"/>
                    <a:pt x="10031" y="35232"/>
                    <a:pt x="10854" y="35232"/>
                  </a:cubicBezTo>
                  <a:cubicBezTo>
                    <a:pt x="10958" y="35232"/>
                    <a:pt x="11062" y="35226"/>
                    <a:pt x="11164" y="35215"/>
                  </a:cubicBezTo>
                  <a:cubicBezTo>
                    <a:pt x="12627" y="35052"/>
                    <a:pt x="14284" y="34224"/>
                    <a:pt x="14317" y="32648"/>
                  </a:cubicBezTo>
                  <a:cubicBezTo>
                    <a:pt x="14698" y="32788"/>
                    <a:pt x="15103" y="32856"/>
                    <a:pt x="15508" y="32856"/>
                  </a:cubicBezTo>
                  <a:cubicBezTo>
                    <a:pt x="16385" y="32856"/>
                    <a:pt x="17264" y="32538"/>
                    <a:pt x="17918" y="31948"/>
                  </a:cubicBezTo>
                  <a:cubicBezTo>
                    <a:pt x="18112" y="33167"/>
                    <a:pt x="19267" y="33999"/>
                    <a:pt x="20424" y="34401"/>
                  </a:cubicBezTo>
                  <a:cubicBezTo>
                    <a:pt x="21192" y="34669"/>
                    <a:pt x="22002" y="34797"/>
                    <a:pt x="22813" y="34797"/>
                  </a:cubicBezTo>
                  <a:cubicBezTo>
                    <a:pt x="24929" y="34797"/>
                    <a:pt x="27056" y="33919"/>
                    <a:pt x="28488" y="32342"/>
                  </a:cubicBezTo>
                  <a:cubicBezTo>
                    <a:pt x="29711" y="32156"/>
                    <a:pt x="30907" y="31796"/>
                    <a:pt x="32031" y="31273"/>
                  </a:cubicBezTo>
                  <a:cubicBezTo>
                    <a:pt x="32934" y="30855"/>
                    <a:pt x="33916" y="30083"/>
                    <a:pt x="33756" y="29095"/>
                  </a:cubicBezTo>
                  <a:lnTo>
                    <a:pt x="33756" y="29095"/>
                  </a:lnTo>
                  <a:cubicBezTo>
                    <a:pt x="34679" y="30147"/>
                    <a:pt x="36076" y="30695"/>
                    <a:pt x="37466" y="30695"/>
                  </a:cubicBezTo>
                  <a:cubicBezTo>
                    <a:pt x="38549" y="30695"/>
                    <a:pt x="39627" y="30362"/>
                    <a:pt x="40475" y="29678"/>
                  </a:cubicBezTo>
                  <a:cubicBezTo>
                    <a:pt x="41415" y="30695"/>
                    <a:pt x="42734" y="31220"/>
                    <a:pt x="44050" y="31220"/>
                  </a:cubicBezTo>
                  <a:cubicBezTo>
                    <a:pt x="45192" y="31220"/>
                    <a:pt x="46332" y="30825"/>
                    <a:pt x="47219" y="30014"/>
                  </a:cubicBezTo>
                  <a:lnTo>
                    <a:pt x="47236" y="308"/>
                  </a:lnTo>
                  <a:cubicBezTo>
                    <a:pt x="47058" y="286"/>
                    <a:pt x="46879" y="275"/>
                    <a:pt x="46697" y="275"/>
                  </a:cubicBezTo>
                  <a:cubicBezTo>
                    <a:pt x="45370" y="275"/>
                    <a:pt x="43975" y="861"/>
                    <a:pt x="43091" y="1803"/>
                  </a:cubicBezTo>
                  <a:cubicBezTo>
                    <a:pt x="42339" y="2604"/>
                    <a:pt x="41357" y="4335"/>
                    <a:pt x="41969" y="5477"/>
                  </a:cubicBezTo>
                  <a:cubicBezTo>
                    <a:pt x="41364" y="4350"/>
                    <a:pt x="40119" y="3827"/>
                    <a:pt x="38875" y="3827"/>
                  </a:cubicBezTo>
                  <a:cubicBezTo>
                    <a:pt x="38416" y="3827"/>
                    <a:pt x="37957" y="3899"/>
                    <a:pt x="37530" y="4037"/>
                  </a:cubicBezTo>
                  <a:cubicBezTo>
                    <a:pt x="36401" y="4404"/>
                    <a:pt x="34798" y="5305"/>
                    <a:pt x="34874" y="6669"/>
                  </a:cubicBezTo>
                  <a:cubicBezTo>
                    <a:pt x="34719" y="3881"/>
                    <a:pt x="32726" y="1275"/>
                    <a:pt x="30048" y="365"/>
                  </a:cubicBezTo>
                  <a:cubicBezTo>
                    <a:pt x="29324" y="119"/>
                    <a:pt x="28562" y="1"/>
                    <a:pt x="27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0" name="Google Shape;340;p22"/>
          <p:cNvGrpSpPr/>
          <p:nvPr/>
        </p:nvGrpSpPr>
        <p:grpSpPr>
          <a:xfrm>
            <a:off x="156560" y="3579292"/>
            <a:ext cx="544399" cy="1583958"/>
            <a:chOff x="2871700" y="3513775"/>
            <a:chExt cx="83475" cy="242875"/>
          </a:xfrm>
        </p:grpSpPr>
        <p:sp>
          <p:nvSpPr>
            <p:cNvPr id="341" name="Google Shape;341;p22"/>
            <p:cNvSpPr/>
            <p:nvPr/>
          </p:nvSpPr>
          <p:spPr>
            <a:xfrm>
              <a:off x="2871700" y="3513775"/>
              <a:ext cx="83475" cy="242875"/>
            </a:xfrm>
            <a:custGeom>
              <a:avLst/>
              <a:gdLst/>
              <a:ahLst/>
              <a:cxnLst/>
              <a:rect l="l" t="t" r="r" b="b"/>
              <a:pathLst>
                <a:path w="3339" h="9715" extrusionOk="0">
                  <a:moveTo>
                    <a:pt x="1643" y="1"/>
                  </a:moveTo>
                  <a:lnTo>
                    <a:pt x="1535" y="1190"/>
                  </a:lnTo>
                  <a:lnTo>
                    <a:pt x="1261" y="1190"/>
                  </a:lnTo>
                  <a:lnTo>
                    <a:pt x="1261" y="1700"/>
                  </a:lnTo>
                  <a:cubicBezTo>
                    <a:pt x="1261" y="1700"/>
                    <a:pt x="83" y="2124"/>
                    <a:pt x="221" y="3399"/>
                  </a:cubicBezTo>
                  <a:lnTo>
                    <a:pt x="0" y="3569"/>
                  </a:lnTo>
                  <a:lnTo>
                    <a:pt x="165" y="3739"/>
                  </a:lnTo>
                  <a:lnTo>
                    <a:pt x="165" y="4985"/>
                  </a:lnTo>
                  <a:lnTo>
                    <a:pt x="0" y="4985"/>
                  </a:lnTo>
                  <a:lnTo>
                    <a:pt x="0" y="5411"/>
                  </a:lnTo>
                  <a:lnTo>
                    <a:pt x="366" y="5411"/>
                  </a:lnTo>
                  <a:lnTo>
                    <a:pt x="384" y="9715"/>
                  </a:lnTo>
                  <a:lnTo>
                    <a:pt x="2955" y="9715"/>
                  </a:lnTo>
                  <a:lnTo>
                    <a:pt x="2971" y="5411"/>
                  </a:lnTo>
                  <a:lnTo>
                    <a:pt x="3337" y="5411"/>
                  </a:lnTo>
                  <a:lnTo>
                    <a:pt x="3337" y="4985"/>
                  </a:lnTo>
                  <a:lnTo>
                    <a:pt x="3167" y="4985"/>
                  </a:lnTo>
                  <a:lnTo>
                    <a:pt x="3167" y="3739"/>
                  </a:lnTo>
                  <a:lnTo>
                    <a:pt x="3168" y="3739"/>
                  </a:lnTo>
                  <a:lnTo>
                    <a:pt x="3338" y="3569"/>
                  </a:lnTo>
                  <a:lnTo>
                    <a:pt x="3112" y="3399"/>
                  </a:lnTo>
                  <a:cubicBezTo>
                    <a:pt x="3253" y="2124"/>
                    <a:pt x="2038" y="1700"/>
                    <a:pt x="2038" y="1700"/>
                  </a:cubicBezTo>
                  <a:lnTo>
                    <a:pt x="2038" y="1190"/>
                  </a:lnTo>
                  <a:lnTo>
                    <a:pt x="1756" y="1190"/>
                  </a:lnTo>
                  <a:lnTo>
                    <a:pt x="164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2"/>
            <p:cNvSpPr/>
            <p:nvPr/>
          </p:nvSpPr>
          <p:spPr>
            <a:xfrm>
              <a:off x="2899725" y="3597100"/>
              <a:ext cx="27325" cy="40400"/>
            </a:xfrm>
            <a:custGeom>
              <a:avLst/>
              <a:gdLst/>
              <a:ahLst/>
              <a:cxnLst/>
              <a:rect l="l" t="t" r="r" b="b"/>
              <a:pathLst>
                <a:path w="1093" h="1616" extrusionOk="0">
                  <a:moveTo>
                    <a:pt x="547" y="0"/>
                  </a:moveTo>
                  <a:cubicBezTo>
                    <a:pt x="1" y="0"/>
                    <a:pt x="1" y="478"/>
                    <a:pt x="1" y="478"/>
                  </a:cubicBezTo>
                  <a:lnTo>
                    <a:pt x="1" y="1615"/>
                  </a:lnTo>
                  <a:lnTo>
                    <a:pt x="1093" y="1615"/>
                  </a:lnTo>
                  <a:lnTo>
                    <a:pt x="1093" y="419"/>
                  </a:lnTo>
                  <a:cubicBezTo>
                    <a:pt x="1093" y="419"/>
                    <a:pt x="1093" y="0"/>
                    <a:pt x="5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2"/>
            <p:cNvSpPr/>
            <p:nvPr/>
          </p:nvSpPr>
          <p:spPr>
            <a:xfrm>
              <a:off x="2880800" y="3599275"/>
              <a:ext cx="7575" cy="38250"/>
            </a:xfrm>
            <a:custGeom>
              <a:avLst/>
              <a:gdLst/>
              <a:ahLst/>
              <a:cxnLst/>
              <a:rect l="l" t="t" r="r" b="b"/>
              <a:pathLst>
                <a:path w="303" h="1530" extrusionOk="0">
                  <a:moveTo>
                    <a:pt x="152" y="0"/>
                  </a:moveTo>
                  <a:cubicBezTo>
                    <a:pt x="0" y="0"/>
                    <a:pt x="0" y="453"/>
                    <a:pt x="0" y="453"/>
                  </a:cubicBezTo>
                  <a:lnTo>
                    <a:pt x="0" y="1528"/>
                  </a:lnTo>
                  <a:lnTo>
                    <a:pt x="0" y="1530"/>
                  </a:lnTo>
                  <a:lnTo>
                    <a:pt x="302" y="1530"/>
                  </a:lnTo>
                  <a:lnTo>
                    <a:pt x="302" y="397"/>
                  </a:lnTo>
                  <a:cubicBezTo>
                    <a:pt x="302" y="397"/>
                    <a:pt x="302" y="0"/>
                    <a:pt x="1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2"/>
            <p:cNvSpPr/>
            <p:nvPr/>
          </p:nvSpPr>
          <p:spPr>
            <a:xfrm>
              <a:off x="2937825" y="3599700"/>
              <a:ext cx="7575" cy="38275"/>
            </a:xfrm>
            <a:custGeom>
              <a:avLst/>
              <a:gdLst/>
              <a:ahLst/>
              <a:cxnLst/>
              <a:rect l="l" t="t" r="r" b="b"/>
              <a:pathLst>
                <a:path w="303" h="1531" extrusionOk="0">
                  <a:moveTo>
                    <a:pt x="151" y="0"/>
                  </a:moveTo>
                  <a:cubicBezTo>
                    <a:pt x="0" y="0"/>
                    <a:pt x="0" y="454"/>
                    <a:pt x="0" y="454"/>
                  </a:cubicBezTo>
                  <a:lnTo>
                    <a:pt x="0" y="1530"/>
                  </a:lnTo>
                  <a:lnTo>
                    <a:pt x="0" y="1531"/>
                  </a:lnTo>
                  <a:lnTo>
                    <a:pt x="303" y="1531"/>
                  </a:lnTo>
                  <a:lnTo>
                    <a:pt x="303" y="398"/>
                  </a:lnTo>
                  <a:cubicBezTo>
                    <a:pt x="303" y="398"/>
                    <a:pt x="303" y="0"/>
                    <a:pt x="1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six columns">
  <p:cSld name="CUSTOM_7_1">
    <p:spTree>
      <p:nvGrpSpPr>
        <p:cNvPr id="1" name="Shape 345"/>
        <p:cNvGrpSpPr/>
        <p:nvPr/>
      </p:nvGrpSpPr>
      <p:grpSpPr>
        <a:xfrm>
          <a:off x="0" y="0"/>
          <a:ext cx="0" cy="0"/>
          <a:chOff x="0" y="0"/>
          <a:chExt cx="0" cy="0"/>
        </a:xfrm>
      </p:grpSpPr>
      <p:sp>
        <p:nvSpPr>
          <p:cNvPr id="346" name="Google Shape;346;p23"/>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47" name="Google Shape;347;p23"/>
          <p:cNvSpPr txBox="1">
            <a:spLocks noGrp="1"/>
          </p:cNvSpPr>
          <p:nvPr>
            <p:ph type="subTitle" idx="1"/>
          </p:nvPr>
        </p:nvSpPr>
        <p:spPr>
          <a:xfrm>
            <a:off x="1269250" y="1828287"/>
            <a:ext cx="19782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48" name="Google Shape;348;p23"/>
          <p:cNvSpPr txBox="1">
            <a:spLocks noGrp="1"/>
          </p:cNvSpPr>
          <p:nvPr>
            <p:ph type="subTitle" idx="2"/>
          </p:nvPr>
        </p:nvSpPr>
        <p:spPr>
          <a:xfrm>
            <a:off x="3864088" y="1828288"/>
            <a:ext cx="19782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49" name="Google Shape;349;p23"/>
          <p:cNvSpPr txBox="1">
            <a:spLocks noGrp="1"/>
          </p:cNvSpPr>
          <p:nvPr>
            <p:ph type="subTitle" idx="3"/>
          </p:nvPr>
        </p:nvSpPr>
        <p:spPr>
          <a:xfrm>
            <a:off x="1269250" y="3469737"/>
            <a:ext cx="19782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0" name="Google Shape;350;p23"/>
          <p:cNvSpPr txBox="1">
            <a:spLocks noGrp="1"/>
          </p:cNvSpPr>
          <p:nvPr>
            <p:ph type="subTitle" idx="4"/>
          </p:nvPr>
        </p:nvSpPr>
        <p:spPr>
          <a:xfrm>
            <a:off x="3864088" y="3469737"/>
            <a:ext cx="19782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1" name="Google Shape;351;p23"/>
          <p:cNvSpPr txBox="1">
            <a:spLocks noGrp="1"/>
          </p:cNvSpPr>
          <p:nvPr>
            <p:ph type="subTitle" idx="5"/>
          </p:nvPr>
        </p:nvSpPr>
        <p:spPr>
          <a:xfrm>
            <a:off x="6458925" y="1828288"/>
            <a:ext cx="19782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2" name="Google Shape;352;p23"/>
          <p:cNvSpPr txBox="1">
            <a:spLocks noGrp="1"/>
          </p:cNvSpPr>
          <p:nvPr>
            <p:ph type="subTitle" idx="6"/>
          </p:nvPr>
        </p:nvSpPr>
        <p:spPr>
          <a:xfrm>
            <a:off x="6458925" y="3469737"/>
            <a:ext cx="19782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3" name="Google Shape;353;p23"/>
          <p:cNvSpPr txBox="1">
            <a:spLocks noGrp="1"/>
          </p:cNvSpPr>
          <p:nvPr>
            <p:ph type="subTitle" idx="7"/>
          </p:nvPr>
        </p:nvSpPr>
        <p:spPr>
          <a:xfrm>
            <a:off x="1269250" y="1508062"/>
            <a:ext cx="1978200" cy="492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500" b="1">
                <a:solidFill>
                  <a:schemeClr val="dk1"/>
                </a:solidFill>
                <a:latin typeface="Philosopher"/>
                <a:ea typeface="Philosopher"/>
                <a:cs typeface="Philosopher"/>
                <a:sym typeface="Philosopher"/>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54" name="Google Shape;354;p23"/>
          <p:cNvSpPr txBox="1">
            <a:spLocks noGrp="1"/>
          </p:cNvSpPr>
          <p:nvPr>
            <p:ph type="subTitle" idx="8"/>
          </p:nvPr>
        </p:nvSpPr>
        <p:spPr>
          <a:xfrm>
            <a:off x="3864088" y="1508062"/>
            <a:ext cx="1978200" cy="492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500" b="1">
                <a:solidFill>
                  <a:schemeClr val="dk1"/>
                </a:solidFill>
                <a:latin typeface="Philosopher"/>
                <a:ea typeface="Philosopher"/>
                <a:cs typeface="Philosopher"/>
                <a:sym typeface="Philosopher"/>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55" name="Google Shape;355;p23"/>
          <p:cNvSpPr txBox="1">
            <a:spLocks noGrp="1"/>
          </p:cNvSpPr>
          <p:nvPr>
            <p:ph type="subTitle" idx="9"/>
          </p:nvPr>
        </p:nvSpPr>
        <p:spPr>
          <a:xfrm>
            <a:off x="6458925" y="1508062"/>
            <a:ext cx="1978200" cy="492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500" b="1">
                <a:solidFill>
                  <a:schemeClr val="dk1"/>
                </a:solidFill>
                <a:latin typeface="Philosopher"/>
                <a:ea typeface="Philosopher"/>
                <a:cs typeface="Philosopher"/>
                <a:sym typeface="Philosopher"/>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56" name="Google Shape;356;p23"/>
          <p:cNvSpPr txBox="1">
            <a:spLocks noGrp="1"/>
          </p:cNvSpPr>
          <p:nvPr>
            <p:ph type="subTitle" idx="13"/>
          </p:nvPr>
        </p:nvSpPr>
        <p:spPr>
          <a:xfrm>
            <a:off x="1269250" y="3149487"/>
            <a:ext cx="1978200" cy="492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500" b="1">
                <a:solidFill>
                  <a:schemeClr val="dk1"/>
                </a:solidFill>
                <a:latin typeface="Philosopher"/>
                <a:ea typeface="Philosopher"/>
                <a:cs typeface="Philosopher"/>
                <a:sym typeface="Philosopher"/>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57" name="Google Shape;357;p23"/>
          <p:cNvSpPr txBox="1">
            <a:spLocks noGrp="1"/>
          </p:cNvSpPr>
          <p:nvPr>
            <p:ph type="subTitle" idx="14"/>
          </p:nvPr>
        </p:nvSpPr>
        <p:spPr>
          <a:xfrm>
            <a:off x="3864088" y="3149487"/>
            <a:ext cx="1978200" cy="492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500" b="1">
                <a:solidFill>
                  <a:schemeClr val="dk1"/>
                </a:solidFill>
                <a:latin typeface="Philosopher"/>
                <a:ea typeface="Philosopher"/>
                <a:cs typeface="Philosopher"/>
                <a:sym typeface="Philosopher"/>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58" name="Google Shape;358;p23"/>
          <p:cNvSpPr txBox="1">
            <a:spLocks noGrp="1"/>
          </p:cNvSpPr>
          <p:nvPr>
            <p:ph type="subTitle" idx="15"/>
          </p:nvPr>
        </p:nvSpPr>
        <p:spPr>
          <a:xfrm>
            <a:off x="6458925" y="3149487"/>
            <a:ext cx="1978200" cy="492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500" b="1">
                <a:solidFill>
                  <a:schemeClr val="dk1"/>
                </a:solidFill>
                <a:latin typeface="Philosopher"/>
                <a:ea typeface="Philosopher"/>
                <a:cs typeface="Philosopher"/>
                <a:sym typeface="Philosopher"/>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59" name="Google Shape;359;p23"/>
          <p:cNvSpPr/>
          <p:nvPr/>
        </p:nvSpPr>
        <p:spPr>
          <a:xfrm>
            <a:off x="8515144" y="2479101"/>
            <a:ext cx="1295606" cy="2400257"/>
          </a:xfrm>
          <a:custGeom>
            <a:avLst/>
            <a:gdLst/>
            <a:ahLst/>
            <a:cxnLst/>
            <a:rect l="l" t="t" r="r" b="b"/>
            <a:pathLst>
              <a:path w="15918" h="29489" extrusionOk="0">
                <a:moveTo>
                  <a:pt x="7788" y="1"/>
                </a:moveTo>
                <a:lnTo>
                  <a:pt x="7675" y="2402"/>
                </a:lnTo>
                <a:cubicBezTo>
                  <a:pt x="7514" y="2499"/>
                  <a:pt x="7397" y="2766"/>
                  <a:pt x="7397" y="3083"/>
                </a:cubicBezTo>
                <a:cubicBezTo>
                  <a:pt x="7397" y="3211"/>
                  <a:pt x="7418" y="3329"/>
                  <a:pt x="7449" y="3433"/>
                </a:cubicBezTo>
                <a:lnTo>
                  <a:pt x="7076" y="3433"/>
                </a:lnTo>
                <a:lnTo>
                  <a:pt x="7076" y="4132"/>
                </a:lnTo>
                <a:lnTo>
                  <a:pt x="6565" y="4132"/>
                </a:lnTo>
                <a:lnTo>
                  <a:pt x="6565" y="4631"/>
                </a:lnTo>
                <a:lnTo>
                  <a:pt x="7186" y="4631"/>
                </a:lnTo>
                <a:cubicBezTo>
                  <a:pt x="7186" y="4631"/>
                  <a:pt x="5616" y="5130"/>
                  <a:pt x="5398" y="6429"/>
                </a:cubicBezTo>
                <a:cubicBezTo>
                  <a:pt x="5179" y="7727"/>
                  <a:pt x="5398" y="8226"/>
                  <a:pt x="5398" y="8226"/>
                </a:cubicBezTo>
                <a:cubicBezTo>
                  <a:pt x="5398" y="8226"/>
                  <a:pt x="1533" y="9524"/>
                  <a:pt x="1" y="13516"/>
                </a:cubicBezTo>
                <a:lnTo>
                  <a:pt x="1" y="29489"/>
                </a:lnTo>
                <a:lnTo>
                  <a:pt x="7806" y="29314"/>
                </a:lnTo>
                <a:lnTo>
                  <a:pt x="7806" y="29489"/>
                </a:lnTo>
                <a:lnTo>
                  <a:pt x="15918" y="29489"/>
                </a:lnTo>
                <a:lnTo>
                  <a:pt x="15918" y="13635"/>
                </a:lnTo>
                <a:cubicBezTo>
                  <a:pt x="14317" y="9593"/>
                  <a:pt x="10271" y="8280"/>
                  <a:pt x="10271" y="8280"/>
                </a:cubicBezTo>
                <a:cubicBezTo>
                  <a:pt x="10271" y="8280"/>
                  <a:pt x="10499" y="7777"/>
                  <a:pt x="10271" y="6462"/>
                </a:cubicBezTo>
                <a:cubicBezTo>
                  <a:pt x="10042" y="5150"/>
                  <a:pt x="8399" y="4644"/>
                  <a:pt x="8399" y="4644"/>
                </a:cubicBezTo>
                <a:lnTo>
                  <a:pt x="9048" y="4644"/>
                </a:lnTo>
                <a:lnTo>
                  <a:pt x="9048" y="4139"/>
                </a:lnTo>
                <a:lnTo>
                  <a:pt x="8514" y="4139"/>
                </a:lnTo>
                <a:lnTo>
                  <a:pt x="8514" y="3433"/>
                </a:lnTo>
                <a:lnTo>
                  <a:pt x="8166" y="3433"/>
                </a:lnTo>
                <a:cubicBezTo>
                  <a:pt x="8199" y="3329"/>
                  <a:pt x="8219" y="3211"/>
                  <a:pt x="8219" y="3083"/>
                </a:cubicBezTo>
                <a:cubicBezTo>
                  <a:pt x="8219" y="2740"/>
                  <a:pt x="8083" y="2456"/>
                  <a:pt x="7903" y="2381"/>
                </a:cubicBezTo>
                <a:lnTo>
                  <a:pt x="778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3"/>
          <p:cNvSpPr/>
          <p:nvPr/>
        </p:nvSpPr>
        <p:spPr>
          <a:xfrm>
            <a:off x="8256827" y="3132733"/>
            <a:ext cx="544400" cy="1651193"/>
          </a:xfrm>
          <a:custGeom>
            <a:avLst/>
            <a:gdLst/>
            <a:ahLst/>
            <a:cxnLst/>
            <a:rect l="l" t="t" r="r" b="b"/>
            <a:pathLst>
              <a:path w="3944" h="11963" extrusionOk="0">
                <a:moveTo>
                  <a:pt x="1940" y="1"/>
                </a:moveTo>
                <a:lnTo>
                  <a:pt x="1811" y="1465"/>
                </a:lnTo>
                <a:lnTo>
                  <a:pt x="1488" y="1465"/>
                </a:lnTo>
                <a:lnTo>
                  <a:pt x="1488" y="2094"/>
                </a:lnTo>
                <a:cubicBezTo>
                  <a:pt x="1488" y="2094"/>
                  <a:pt x="97" y="2616"/>
                  <a:pt x="259" y="4185"/>
                </a:cubicBezTo>
                <a:lnTo>
                  <a:pt x="0" y="4394"/>
                </a:lnTo>
                <a:lnTo>
                  <a:pt x="194" y="4604"/>
                </a:lnTo>
                <a:lnTo>
                  <a:pt x="194" y="6137"/>
                </a:lnTo>
                <a:lnTo>
                  <a:pt x="0" y="6137"/>
                </a:lnTo>
                <a:lnTo>
                  <a:pt x="0" y="6662"/>
                </a:lnTo>
                <a:lnTo>
                  <a:pt x="431" y="6662"/>
                </a:lnTo>
                <a:lnTo>
                  <a:pt x="452" y="11962"/>
                </a:lnTo>
                <a:lnTo>
                  <a:pt x="3490" y="11962"/>
                </a:lnTo>
                <a:lnTo>
                  <a:pt x="3512" y="6662"/>
                </a:lnTo>
                <a:lnTo>
                  <a:pt x="3942" y="6662"/>
                </a:lnTo>
                <a:lnTo>
                  <a:pt x="3942" y="6137"/>
                </a:lnTo>
                <a:lnTo>
                  <a:pt x="3741" y="6137"/>
                </a:lnTo>
                <a:lnTo>
                  <a:pt x="3741" y="4604"/>
                </a:lnTo>
                <a:lnTo>
                  <a:pt x="3743" y="4604"/>
                </a:lnTo>
                <a:lnTo>
                  <a:pt x="3943" y="4394"/>
                </a:lnTo>
                <a:lnTo>
                  <a:pt x="3676" y="4185"/>
                </a:lnTo>
                <a:cubicBezTo>
                  <a:pt x="3843" y="2616"/>
                  <a:pt x="2408" y="2094"/>
                  <a:pt x="2408" y="2094"/>
                </a:cubicBezTo>
                <a:lnTo>
                  <a:pt x="2408" y="1465"/>
                </a:lnTo>
                <a:lnTo>
                  <a:pt x="2074" y="1465"/>
                </a:lnTo>
                <a:lnTo>
                  <a:pt x="194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3"/>
          <p:cNvSpPr/>
          <p:nvPr/>
        </p:nvSpPr>
        <p:spPr>
          <a:xfrm>
            <a:off x="129759" y="3065686"/>
            <a:ext cx="519149" cy="1574600"/>
          </a:xfrm>
          <a:custGeom>
            <a:avLst/>
            <a:gdLst/>
            <a:ahLst/>
            <a:cxnLst/>
            <a:rect l="l" t="t" r="r" b="b"/>
            <a:pathLst>
              <a:path w="3944" h="11963" extrusionOk="0">
                <a:moveTo>
                  <a:pt x="1940" y="1"/>
                </a:moveTo>
                <a:lnTo>
                  <a:pt x="1811" y="1465"/>
                </a:lnTo>
                <a:lnTo>
                  <a:pt x="1488" y="1465"/>
                </a:lnTo>
                <a:lnTo>
                  <a:pt x="1488" y="2094"/>
                </a:lnTo>
                <a:cubicBezTo>
                  <a:pt x="1488" y="2094"/>
                  <a:pt x="97" y="2616"/>
                  <a:pt x="259" y="4185"/>
                </a:cubicBezTo>
                <a:lnTo>
                  <a:pt x="0" y="4394"/>
                </a:lnTo>
                <a:lnTo>
                  <a:pt x="194" y="4604"/>
                </a:lnTo>
                <a:lnTo>
                  <a:pt x="194" y="6137"/>
                </a:lnTo>
                <a:lnTo>
                  <a:pt x="0" y="6137"/>
                </a:lnTo>
                <a:lnTo>
                  <a:pt x="0" y="6662"/>
                </a:lnTo>
                <a:lnTo>
                  <a:pt x="431" y="6662"/>
                </a:lnTo>
                <a:lnTo>
                  <a:pt x="452" y="11962"/>
                </a:lnTo>
                <a:lnTo>
                  <a:pt x="3490" y="11962"/>
                </a:lnTo>
                <a:lnTo>
                  <a:pt x="3512" y="6662"/>
                </a:lnTo>
                <a:lnTo>
                  <a:pt x="3942" y="6662"/>
                </a:lnTo>
                <a:lnTo>
                  <a:pt x="3942" y="6137"/>
                </a:lnTo>
                <a:lnTo>
                  <a:pt x="3741" y="6137"/>
                </a:lnTo>
                <a:lnTo>
                  <a:pt x="3741" y="4604"/>
                </a:lnTo>
                <a:lnTo>
                  <a:pt x="3743" y="4604"/>
                </a:lnTo>
                <a:lnTo>
                  <a:pt x="3943" y="4394"/>
                </a:lnTo>
                <a:lnTo>
                  <a:pt x="3676" y="4185"/>
                </a:lnTo>
                <a:cubicBezTo>
                  <a:pt x="3843" y="2616"/>
                  <a:pt x="2408" y="2094"/>
                  <a:pt x="2408" y="2094"/>
                </a:cubicBezTo>
                <a:lnTo>
                  <a:pt x="2408" y="1465"/>
                </a:lnTo>
                <a:lnTo>
                  <a:pt x="2074" y="1465"/>
                </a:lnTo>
                <a:lnTo>
                  <a:pt x="194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3"/>
          <p:cNvSpPr/>
          <p:nvPr/>
        </p:nvSpPr>
        <p:spPr>
          <a:xfrm flipH="1">
            <a:off x="-813912" y="3089246"/>
            <a:ext cx="2464163" cy="2297247"/>
          </a:xfrm>
          <a:custGeom>
            <a:avLst/>
            <a:gdLst/>
            <a:ahLst/>
            <a:cxnLst/>
            <a:rect l="l" t="t" r="r" b="b"/>
            <a:pathLst>
              <a:path w="40524" h="37779" extrusionOk="0">
                <a:moveTo>
                  <a:pt x="30392" y="14129"/>
                </a:moveTo>
                <a:cubicBezTo>
                  <a:pt x="30583" y="14129"/>
                  <a:pt x="30583" y="14361"/>
                  <a:pt x="30583" y="14361"/>
                </a:cubicBezTo>
                <a:lnTo>
                  <a:pt x="30583" y="15025"/>
                </a:lnTo>
                <a:lnTo>
                  <a:pt x="30200" y="15025"/>
                </a:lnTo>
                <a:lnTo>
                  <a:pt x="30200" y="14395"/>
                </a:lnTo>
                <a:cubicBezTo>
                  <a:pt x="30200" y="14395"/>
                  <a:pt x="30200" y="14129"/>
                  <a:pt x="30392" y="14129"/>
                </a:cubicBezTo>
                <a:close/>
                <a:moveTo>
                  <a:pt x="31712" y="14136"/>
                </a:moveTo>
                <a:cubicBezTo>
                  <a:pt x="31905" y="14136"/>
                  <a:pt x="31905" y="14368"/>
                  <a:pt x="31905" y="14368"/>
                </a:cubicBezTo>
                <a:lnTo>
                  <a:pt x="31905" y="15032"/>
                </a:lnTo>
                <a:lnTo>
                  <a:pt x="31521" y="15032"/>
                </a:lnTo>
                <a:lnTo>
                  <a:pt x="31521" y="14402"/>
                </a:lnTo>
                <a:cubicBezTo>
                  <a:pt x="31521" y="14402"/>
                  <a:pt x="31521" y="14136"/>
                  <a:pt x="31712" y="14136"/>
                </a:cubicBezTo>
                <a:close/>
                <a:moveTo>
                  <a:pt x="31061" y="14148"/>
                </a:moveTo>
                <a:cubicBezTo>
                  <a:pt x="31252" y="14148"/>
                  <a:pt x="31252" y="14380"/>
                  <a:pt x="31252" y="14380"/>
                </a:cubicBezTo>
                <a:lnTo>
                  <a:pt x="31252" y="15040"/>
                </a:lnTo>
                <a:lnTo>
                  <a:pt x="30870" y="15040"/>
                </a:lnTo>
                <a:lnTo>
                  <a:pt x="30870" y="14413"/>
                </a:lnTo>
                <a:cubicBezTo>
                  <a:pt x="30870" y="14413"/>
                  <a:pt x="30870" y="14148"/>
                  <a:pt x="31061" y="14148"/>
                </a:cubicBezTo>
                <a:close/>
                <a:moveTo>
                  <a:pt x="28438" y="14162"/>
                </a:moveTo>
                <a:cubicBezTo>
                  <a:pt x="28630" y="14162"/>
                  <a:pt x="28630" y="14394"/>
                  <a:pt x="28630" y="14394"/>
                </a:cubicBezTo>
                <a:lnTo>
                  <a:pt x="28630" y="15056"/>
                </a:lnTo>
                <a:lnTo>
                  <a:pt x="28246" y="15056"/>
                </a:lnTo>
                <a:lnTo>
                  <a:pt x="28246" y="14427"/>
                </a:lnTo>
                <a:cubicBezTo>
                  <a:pt x="28246" y="14427"/>
                  <a:pt x="28246" y="14162"/>
                  <a:pt x="28438" y="14162"/>
                </a:cubicBezTo>
                <a:close/>
                <a:moveTo>
                  <a:pt x="29088" y="14162"/>
                </a:moveTo>
                <a:cubicBezTo>
                  <a:pt x="29279" y="14162"/>
                  <a:pt x="29279" y="14394"/>
                  <a:pt x="29279" y="14394"/>
                </a:cubicBezTo>
                <a:lnTo>
                  <a:pt x="29279" y="15056"/>
                </a:lnTo>
                <a:lnTo>
                  <a:pt x="28897" y="15056"/>
                </a:lnTo>
                <a:lnTo>
                  <a:pt x="28897" y="14427"/>
                </a:lnTo>
                <a:cubicBezTo>
                  <a:pt x="28897" y="14427"/>
                  <a:pt x="28897" y="14162"/>
                  <a:pt x="29088" y="14162"/>
                </a:cubicBezTo>
                <a:close/>
                <a:moveTo>
                  <a:pt x="29753" y="14162"/>
                </a:moveTo>
                <a:cubicBezTo>
                  <a:pt x="29944" y="14162"/>
                  <a:pt x="29944" y="14394"/>
                  <a:pt x="29944" y="14394"/>
                </a:cubicBezTo>
                <a:lnTo>
                  <a:pt x="29944" y="15056"/>
                </a:lnTo>
                <a:lnTo>
                  <a:pt x="29560" y="15056"/>
                </a:lnTo>
                <a:lnTo>
                  <a:pt x="29560" y="14427"/>
                </a:lnTo>
                <a:cubicBezTo>
                  <a:pt x="29560" y="14427"/>
                  <a:pt x="29560" y="14162"/>
                  <a:pt x="29753" y="14162"/>
                </a:cubicBezTo>
                <a:close/>
                <a:moveTo>
                  <a:pt x="27062" y="14190"/>
                </a:moveTo>
                <a:cubicBezTo>
                  <a:pt x="27254" y="14190"/>
                  <a:pt x="27254" y="14422"/>
                  <a:pt x="27254" y="14422"/>
                </a:cubicBezTo>
                <a:lnTo>
                  <a:pt x="27254" y="15084"/>
                </a:lnTo>
                <a:lnTo>
                  <a:pt x="26871" y="15084"/>
                </a:lnTo>
                <a:lnTo>
                  <a:pt x="26871" y="14456"/>
                </a:lnTo>
                <a:cubicBezTo>
                  <a:pt x="26871" y="14456"/>
                  <a:pt x="26871" y="14190"/>
                  <a:pt x="27062" y="14190"/>
                </a:cubicBezTo>
                <a:close/>
                <a:moveTo>
                  <a:pt x="27750" y="14196"/>
                </a:moveTo>
                <a:cubicBezTo>
                  <a:pt x="27941" y="14196"/>
                  <a:pt x="27941" y="14426"/>
                  <a:pt x="27941" y="14426"/>
                </a:cubicBezTo>
                <a:lnTo>
                  <a:pt x="27941" y="15089"/>
                </a:lnTo>
                <a:lnTo>
                  <a:pt x="27557" y="15089"/>
                </a:lnTo>
                <a:lnTo>
                  <a:pt x="27557" y="14460"/>
                </a:lnTo>
                <a:cubicBezTo>
                  <a:pt x="27557" y="14460"/>
                  <a:pt x="27557" y="14196"/>
                  <a:pt x="27750" y="14196"/>
                </a:cubicBezTo>
                <a:close/>
                <a:moveTo>
                  <a:pt x="21100" y="14218"/>
                </a:moveTo>
                <a:cubicBezTo>
                  <a:pt x="21292" y="14218"/>
                  <a:pt x="21292" y="14450"/>
                  <a:pt x="21292" y="14450"/>
                </a:cubicBezTo>
                <a:lnTo>
                  <a:pt x="21292" y="15112"/>
                </a:lnTo>
                <a:lnTo>
                  <a:pt x="20909" y="15112"/>
                </a:lnTo>
                <a:lnTo>
                  <a:pt x="20909" y="14484"/>
                </a:lnTo>
                <a:cubicBezTo>
                  <a:pt x="20909" y="14484"/>
                  <a:pt x="20909" y="14218"/>
                  <a:pt x="21100" y="14218"/>
                </a:cubicBezTo>
                <a:close/>
                <a:moveTo>
                  <a:pt x="21752" y="14218"/>
                </a:moveTo>
                <a:cubicBezTo>
                  <a:pt x="21943" y="14218"/>
                  <a:pt x="21943" y="14450"/>
                  <a:pt x="21943" y="14450"/>
                </a:cubicBezTo>
                <a:lnTo>
                  <a:pt x="21943" y="15112"/>
                </a:lnTo>
                <a:lnTo>
                  <a:pt x="21561" y="15112"/>
                </a:lnTo>
                <a:lnTo>
                  <a:pt x="21561" y="14484"/>
                </a:lnTo>
                <a:cubicBezTo>
                  <a:pt x="21561" y="14484"/>
                  <a:pt x="21561" y="14218"/>
                  <a:pt x="21752" y="14218"/>
                </a:cubicBezTo>
                <a:close/>
                <a:moveTo>
                  <a:pt x="22404" y="14218"/>
                </a:moveTo>
                <a:cubicBezTo>
                  <a:pt x="22595" y="14218"/>
                  <a:pt x="22595" y="14450"/>
                  <a:pt x="22595" y="14450"/>
                </a:cubicBezTo>
                <a:lnTo>
                  <a:pt x="22595" y="15112"/>
                </a:lnTo>
                <a:lnTo>
                  <a:pt x="22213" y="15112"/>
                </a:lnTo>
                <a:lnTo>
                  <a:pt x="22213" y="14484"/>
                </a:lnTo>
                <a:cubicBezTo>
                  <a:pt x="22213" y="14484"/>
                  <a:pt x="22213" y="14218"/>
                  <a:pt x="22404" y="14218"/>
                </a:cubicBezTo>
                <a:close/>
                <a:moveTo>
                  <a:pt x="26369" y="14224"/>
                </a:moveTo>
                <a:cubicBezTo>
                  <a:pt x="26562" y="14224"/>
                  <a:pt x="26562" y="14456"/>
                  <a:pt x="26562" y="14456"/>
                </a:cubicBezTo>
                <a:lnTo>
                  <a:pt x="26562" y="15118"/>
                </a:lnTo>
                <a:lnTo>
                  <a:pt x="26178" y="15118"/>
                </a:lnTo>
                <a:lnTo>
                  <a:pt x="26178" y="14488"/>
                </a:lnTo>
                <a:cubicBezTo>
                  <a:pt x="26178" y="14488"/>
                  <a:pt x="26178" y="14224"/>
                  <a:pt x="26369" y="14224"/>
                </a:cubicBezTo>
                <a:close/>
                <a:moveTo>
                  <a:pt x="23028" y="14231"/>
                </a:moveTo>
                <a:cubicBezTo>
                  <a:pt x="23219" y="14231"/>
                  <a:pt x="23219" y="14461"/>
                  <a:pt x="23219" y="14461"/>
                </a:cubicBezTo>
                <a:lnTo>
                  <a:pt x="23219" y="15125"/>
                </a:lnTo>
                <a:lnTo>
                  <a:pt x="22837" y="15125"/>
                </a:lnTo>
                <a:lnTo>
                  <a:pt x="22837" y="14495"/>
                </a:lnTo>
                <a:cubicBezTo>
                  <a:pt x="22837" y="14495"/>
                  <a:pt x="22837" y="14231"/>
                  <a:pt x="23028" y="14231"/>
                </a:cubicBezTo>
                <a:close/>
                <a:moveTo>
                  <a:pt x="25643" y="14232"/>
                </a:moveTo>
                <a:cubicBezTo>
                  <a:pt x="25834" y="14232"/>
                  <a:pt x="25834" y="14464"/>
                  <a:pt x="25834" y="14464"/>
                </a:cubicBezTo>
                <a:lnTo>
                  <a:pt x="25834" y="15126"/>
                </a:lnTo>
                <a:lnTo>
                  <a:pt x="25452" y="15126"/>
                </a:lnTo>
                <a:lnTo>
                  <a:pt x="25452" y="14498"/>
                </a:lnTo>
                <a:cubicBezTo>
                  <a:pt x="25452" y="14498"/>
                  <a:pt x="25452" y="14232"/>
                  <a:pt x="25643" y="14232"/>
                </a:cubicBezTo>
                <a:close/>
                <a:moveTo>
                  <a:pt x="23671" y="14240"/>
                </a:moveTo>
                <a:cubicBezTo>
                  <a:pt x="23862" y="14240"/>
                  <a:pt x="23862" y="14472"/>
                  <a:pt x="23862" y="14472"/>
                </a:cubicBezTo>
                <a:lnTo>
                  <a:pt x="23862" y="15134"/>
                </a:lnTo>
                <a:lnTo>
                  <a:pt x="23480" y="15134"/>
                </a:lnTo>
                <a:lnTo>
                  <a:pt x="23480" y="14506"/>
                </a:lnTo>
                <a:cubicBezTo>
                  <a:pt x="23480" y="14506"/>
                  <a:pt x="23480" y="14240"/>
                  <a:pt x="23671" y="14240"/>
                </a:cubicBezTo>
                <a:close/>
                <a:moveTo>
                  <a:pt x="24981" y="14240"/>
                </a:moveTo>
                <a:cubicBezTo>
                  <a:pt x="25172" y="14240"/>
                  <a:pt x="25172" y="14472"/>
                  <a:pt x="25172" y="14472"/>
                </a:cubicBezTo>
                <a:lnTo>
                  <a:pt x="25172" y="15134"/>
                </a:lnTo>
                <a:lnTo>
                  <a:pt x="24788" y="15134"/>
                </a:lnTo>
                <a:lnTo>
                  <a:pt x="24788" y="14506"/>
                </a:lnTo>
                <a:cubicBezTo>
                  <a:pt x="24788" y="14506"/>
                  <a:pt x="24788" y="14240"/>
                  <a:pt x="24981" y="14240"/>
                </a:cubicBezTo>
                <a:close/>
                <a:moveTo>
                  <a:pt x="24314" y="14253"/>
                </a:moveTo>
                <a:cubicBezTo>
                  <a:pt x="24506" y="14253"/>
                  <a:pt x="24506" y="14485"/>
                  <a:pt x="24506" y="14485"/>
                </a:cubicBezTo>
                <a:lnTo>
                  <a:pt x="24506" y="15147"/>
                </a:lnTo>
                <a:lnTo>
                  <a:pt x="24123" y="15147"/>
                </a:lnTo>
                <a:lnTo>
                  <a:pt x="24123" y="14519"/>
                </a:lnTo>
                <a:cubicBezTo>
                  <a:pt x="24123" y="14519"/>
                  <a:pt x="24123" y="14253"/>
                  <a:pt x="24314" y="14253"/>
                </a:cubicBezTo>
                <a:close/>
                <a:moveTo>
                  <a:pt x="26077" y="1"/>
                </a:moveTo>
                <a:lnTo>
                  <a:pt x="26029" y="977"/>
                </a:lnTo>
                <a:cubicBezTo>
                  <a:pt x="25889" y="1006"/>
                  <a:pt x="25779" y="1149"/>
                  <a:pt x="25779" y="1325"/>
                </a:cubicBezTo>
                <a:cubicBezTo>
                  <a:pt x="25779" y="1486"/>
                  <a:pt x="25870" y="1620"/>
                  <a:pt x="25996" y="1662"/>
                </a:cubicBezTo>
                <a:lnTo>
                  <a:pt x="25980" y="2002"/>
                </a:lnTo>
                <a:cubicBezTo>
                  <a:pt x="25813" y="2053"/>
                  <a:pt x="25691" y="2231"/>
                  <a:pt x="25691" y="2446"/>
                </a:cubicBezTo>
                <a:cubicBezTo>
                  <a:pt x="25691" y="2642"/>
                  <a:pt x="25793" y="2807"/>
                  <a:pt x="25938" y="2875"/>
                </a:cubicBezTo>
                <a:lnTo>
                  <a:pt x="25922" y="3202"/>
                </a:lnTo>
                <a:lnTo>
                  <a:pt x="25052" y="3202"/>
                </a:lnTo>
                <a:lnTo>
                  <a:pt x="25052" y="3613"/>
                </a:lnTo>
                <a:lnTo>
                  <a:pt x="24707" y="3613"/>
                </a:lnTo>
                <a:lnTo>
                  <a:pt x="24707" y="4251"/>
                </a:lnTo>
                <a:lnTo>
                  <a:pt x="25013" y="4251"/>
                </a:lnTo>
                <a:lnTo>
                  <a:pt x="25013" y="5435"/>
                </a:lnTo>
                <a:lnTo>
                  <a:pt x="24707" y="5435"/>
                </a:lnTo>
                <a:lnTo>
                  <a:pt x="24707" y="5844"/>
                </a:lnTo>
                <a:cubicBezTo>
                  <a:pt x="24707" y="5844"/>
                  <a:pt x="18069" y="9395"/>
                  <a:pt x="20563" y="14084"/>
                </a:cubicBezTo>
                <a:lnTo>
                  <a:pt x="20525" y="15132"/>
                </a:lnTo>
                <a:lnTo>
                  <a:pt x="20002" y="15132"/>
                </a:lnTo>
                <a:lnTo>
                  <a:pt x="20002" y="19274"/>
                </a:lnTo>
                <a:lnTo>
                  <a:pt x="20410" y="19274"/>
                </a:lnTo>
                <a:lnTo>
                  <a:pt x="20372" y="20003"/>
                </a:lnTo>
                <a:cubicBezTo>
                  <a:pt x="19566" y="20003"/>
                  <a:pt x="18913" y="20778"/>
                  <a:pt x="18913" y="21734"/>
                </a:cubicBezTo>
                <a:lnTo>
                  <a:pt x="18913" y="23054"/>
                </a:lnTo>
                <a:lnTo>
                  <a:pt x="9899" y="23054"/>
                </a:lnTo>
                <a:lnTo>
                  <a:pt x="9899" y="25512"/>
                </a:lnTo>
                <a:lnTo>
                  <a:pt x="5986" y="25512"/>
                </a:lnTo>
                <a:lnTo>
                  <a:pt x="5986" y="28062"/>
                </a:lnTo>
                <a:lnTo>
                  <a:pt x="5640" y="28062"/>
                </a:lnTo>
                <a:lnTo>
                  <a:pt x="5640" y="29109"/>
                </a:lnTo>
                <a:lnTo>
                  <a:pt x="5332" y="29109"/>
                </a:lnTo>
                <a:lnTo>
                  <a:pt x="5332" y="29563"/>
                </a:lnTo>
                <a:lnTo>
                  <a:pt x="4642" y="30292"/>
                </a:lnTo>
                <a:lnTo>
                  <a:pt x="4642" y="31065"/>
                </a:lnTo>
                <a:lnTo>
                  <a:pt x="1" y="31065"/>
                </a:lnTo>
                <a:lnTo>
                  <a:pt x="1" y="37778"/>
                </a:lnTo>
                <a:lnTo>
                  <a:pt x="40524" y="37778"/>
                </a:lnTo>
                <a:lnTo>
                  <a:pt x="40524" y="23054"/>
                </a:lnTo>
                <a:lnTo>
                  <a:pt x="33992" y="23054"/>
                </a:lnTo>
                <a:lnTo>
                  <a:pt x="33992" y="23052"/>
                </a:lnTo>
                <a:lnTo>
                  <a:pt x="33992" y="21914"/>
                </a:lnTo>
                <a:cubicBezTo>
                  <a:pt x="33992" y="20857"/>
                  <a:pt x="33271" y="20002"/>
                  <a:pt x="32381" y="20002"/>
                </a:cubicBezTo>
                <a:lnTo>
                  <a:pt x="32339" y="19272"/>
                </a:lnTo>
                <a:lnTo>
                  <a:pt x="32789" y="19272"/>
                </a:lnTo>
                <a:lnTo>
                  <a:pt x="32789" y="14998"/>
                </a:lnTo>
                <a:lnTo>
                  <a:pt x="32210" y="15021"/>
                </a:lnTo>
                <a:lnTo>
                  <a:pt x="32187" y="13916"/>
                </a:lnTo>
                <a:cubicBezTo>
                  <a:pt x="34942" y="9227"/>
                  <a:pt x="27592" y="5842"/>
                  <a:pt x="27592" y="5842"/>
                </a:cubicBezTo>
                <a:lnTo>
                  <a:pt x="27592" y="5435"/>
                </a:lnTo>
                <a:lnTo>
                  <a:pt x="27254" y="5435"/>
                </a:lnTo>
                <a:lnTo>
                  <a:pt x="27254" y="4251"/>
                </a:lnTo>
                <a:lnTo>
                  <a:pt x="27592" y="4251"/>
                </a:lnTo>
                <a:lnTo>
                  <a:pt x="27592" y="3613"/>
                </a:lnTo>
                <a:lnTo>
                  <a:pt x="27211" y="3613"/>
                </a:lnTo>
                <a:lnTo>
                  <a:pt x="27211" y="3204"/>
                </a:lnTo>
                <a:lnTo>
                  <a:pt x="26227" y="3204"/>
                </a:lnTo>
                <a:lnTo>
                  <a:pt x="26212" y="2876"/>
                </a:lnTo>
                <a:cubicBezTo>
                  <a:pt x="26360" y="2812"/>
                  <a:pt x="26465" y="2644"/>
                  <a:pt x="26465" y="2446"/>
                </a:cubicBezTo>
                <a:cubicBezTo>
                  <a:pt x="26465" y="2230"/>
                  <a:pt x="26338" y="2051"/>
                  <a:pt x="26170" y="1999"/>
                </a:cubicBezTo>
                <a:lnTo>
                  <a:pt x="26154" y="1665"/>
                </a:lnTo>
                <a:cubicBezTo>
                  <a:pt x="26281" y="1624"/>
                  <a:pt x="26374" y="1489"/>
                  <a:pt x="26374" y="1325"/>
                </a:cubicBezTo>
                <a:cubicBezTo>
                  <a:pt x="26374" y="1149"/>
                  <a:pt x="26264" y="1003"/>
                  <a:pt x="26122" y="977"/>
                </a:cubicBezTo>
                <a:lnTo>
                  <a:pt x="260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3"/>
          <p:cNvSpPr/>
          <p:nvPr/>
        </p:nvSpPr>
        <p:spPr>
          <a:xfrm>
            <a:off x="0" y="4762650"/>
            <a:ext cx="9144000" cy="399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4" name="Google Shape;364;p23"/>
          <p:cNvGrpSpPr/>
          <p:nvPr/>
        </p:nvGrpSpPr>
        <p:grpSpPr>
          <a:xfrm>
            <a:off x="260576" y="-355317"/>
            <a:ext cx="2838640" cy="956025"/>
            <a:chOff x="-3849654" y="-595962"/>
            <a:chExt cx="6776415" cy="2282228"/>
          </a:xfrm>
        </p:grpSpPr>
        <p:sp>
          <p:nvSpPr>
            <p:cNvPr id="365" name="Google Shape;365;p23"/>
            <p:cNvSpPr/>
            <p:nvPr/>
          </p:nvSpPr>
          <p:spPr>
            <a:xfrm>
              <a:off x="-3835967" y="-595962"/>
              <a:ext cx="6762728" cy="2281394"/>
            </a:xfrm>
            <a:custGeom>
              <a:avLst/>
              <a:gdLst/>
              <a:ahLst/>
              <a:cxnLst/>
              <a:rect l="l" t="t" r="r" b="b"/>
              <a:pathLst>
                <a:path w="40516" h="13668" extrusionOk="0">
                  <a:moveTo>
                    <a:pt x="10959" y="1"/>
                  </a:moveTo>
                  <a:cubicBezTo>
                    <a:pt x="8739" y="1"/>
                    <a:pt x="6307" y="1140"/>
                    <a:pt x="5018" y="2683"/>
                  </a:cubicBezTo>
                  <a:cubicBezTo>
                    <a:pt x="4049" y="3842"/>
                    <a:pt x="3268" y="5504"/>
                    <a:pt x="3112" y="7009"/>
                  </a:cubicBezTo>
                  <a:cubicBezTo>
                    <a:pt x="2019" y="7179"/>
                    <a:pt x="984" y="7845"/>
                    <a:pt x="492" y="8835"/>
                  </a:cubicBezTo>
                  <a:cubicBezTo>
                    <a:pt x="0" y="9823"/>
                    <a:pt x="126" y="11122"/>
                    <a:pt x="889" y="11922"/>
                  </a:cubicBezTo>
                  <a:cubicBezTo>
                    <a:pt x="1543" y="12605"/>
                    <a:pt x="2603" y="12849"/>
                    <a:pt x="3671" y="12849"/>
                  </a:cubicBezTo>
                  <a:cubicBezTo>
                    <a:pt x="4552" y="12849"/>
                    <a:pt x="5439" y="12683"/>
                    <a:pt x="6108" y="12458"/>
                  </a:cubicBezTo>
                  <a:cubicBezTo>
                    <a:pt x="6414" y="12358"/>
                    <a:pt x="6721" y="12234"/>
                    <a:pt x="7042" y="12234"/>
                  </a:cubicBezTo>
                  <a:cubicBezTo>
                    <a:pt x="7045" y="12234"/>
                    <a:pt x="7049" y="12234"/>
                    <a:pt x="7052" y="12234"/>
                  </a:cubicBezTo>
                  <a:cubicBezTo>
                    <a:pt x="7453" y="12239"/>
                    <a:pt x="7818" y="12440"/>
                    <a:pt x="8189" y="12591"/>
                  </a:cubicBezTo>
                  <a:cubicBezTo>
                    <a:pt x="8908" y="12883"/>
                    <a:pt x="9676" y="12994"/>
                    <a:pt x="10453" y="12994"/>
                  </a:cubicBezTo>
                  <a:cubicBezTo>
                    <a:pt x="11170" y="12994"/>
                    <a:pt x="11895" y="12900"/>
                    <a:pt x="12597" y="12766"/>
                  </a:cubicBezTo>
                  <a:cubicBezTo>
                    <a:pt x="13009" y="12688"/>
                    <a:pt x="13487" y="12547"/>
                    <a:pt x="13985" y="12405"/>
                  </a:cubicBezTo>
                  <a:cubicBezTo>
                    <a:pt x="14741" y="12189"/>
                    <a:pt x="15548" y="11970"/>
                    <a:pt x="16249" y="11970"/>
                  </a:cubicBezTo>
                  <a:cubicBezTo>
                    <a:pt x="16431" y="11970"/>
                    <a:pt x="16607" y="11985"/>
                    <a:pt x="16772" y="12018"/>
                  </a:cubicBezTo>
                  <a:cubicBezTo>
                    <a:pt x="17655" y="12196"/>
                    <a:pt x="18584" y="12946"/>
                    <a:pt x="19511" y="13199"/>
                  </a:cubicBezTo>
                  <a:cubicBezTo>
                    <a:pt x="20586" y="13491"/>
                    <a:pt x="21754" y="13667"/>
                    <a:pt x="22915" y="13667"/>
                  </a:cubicBezTo>
                  <a:cubicBezTo>
                    <a:pt x="23972" y="13667"/>
                    <a:pt x="25023" y="13521"/>
                    <a:pt x="25993" y="13185"/>
                  </a:cubicBezTo>
                  <a:cubicBezTo>
                    <a:pt x="26414" y="13039"/>
                    <a:pt x="26822" y="12852"/>
                    <a:pt x="27258" y="12759"/>
                  </a:cubicBezTo>
                  <a:cubicBezTo>
                    <a:pt x="27985" y="12605"/>
                    <a:pt x="28714" y="12569"/>
                    <a:pt x="29445" y="12569"/>
                  </a:cubicBezTo>
                  <a:cubicBezTo>
                    <a:pt x="30076" y="12569"/>
                    <a:pt x="30707" y="12595"/>
                    <a:pt x="31338" y="12595"/>
                  </a:cubicBezTo>
                  <a:cubicBezTo>
                    <a:pt x="31778" y="12595"/>
                    <a:pt x="32218" y="12582"/>
                    <a:pt x="32658" y="12539"/>
                  </a:cubicBezTo>
                  <a:cubicBezTo>
                    <a:pt x="33006" y="12503"/>
                    <a:pt x="33329" y="12489"/>
                    <a:pt x="33640" y="12489"/>
                  </a:cubicBezTo>
                  <a:cubicBezTo>
                    <a:pt x="34610" y="12489"/>
                    <a:pt x="35455" y="12627"/>
                    <a:pt x="36556" y="12695"/>
                  </a:cubicBezTo>
                  <a:cubicBezTo>
                    <a:pt x="36874" y="12713"/>
                    <a:pt x="37259" y="12733"/>
                    <a:pt x="37659" y="12733"/>
                  </a:cubicBezTo>
                  <a:cubicBezTo>
                    <a:pt x="38373" y="12733"/>
                    <a:pt x="39135" y="12670"/>
                    <a:pt x="39658" y="12422"/>
                  </a:cubicBezTo>
                  <a:cubicBezTo>
                    <a:pt x="40129" y="12198"/>
                    <a:pt x="40515" y="11723"/>
                    <a:pt x="40483" y="11203"/>
                  </a:cubicBezTo>
                  <a:cubicBezTo>
                    <a:pt x="40469" y="10960"/>
                    <a:pt x="40366" y="10730"/>
                    <a:pt x="40244" y="10519"/>
                  </a:cubicBezTo>
                  <a:cubicBezTo>
                    <a:pt x="39944" y="10011"/>
                    <a:pt x="39492" y="9576"/>
                    <a:pt x="38932" y="9391"/>
                  </a:cubicBezTo>
                  <a:cubicBezTo>
                    <a:pt x="38752" y="9331"/>
                    <a:pt x="38560" y="9300"/>
                    <a:pt x="38369" y="9300"/>
                  </a:cubicBezTo>
                  <a:cubicBezTo>
                    <a:pt x="37969" y="9300"/>
                    <a:pt x="37571" y="9435"/>
                    <a:pt x="37284" y="9711"/>
                  </a:cubicBezTo>
                  <a:cubicBezTo>
                    <a:pt x="37368" y="8463"/>
                    <a:pt x="36023" y="7363"/>
                    <a:pt x="34842" y="7363"/>
                  </a:cubicBezTo>
                  <a:cubicBezTo>
                    <a:pt x="34804" y="7363"/>
                    <a:pt x="34766" y="7364"/>
                    <a:pt x="34728" y="7366"/>
                  </a:cubicBezTo>
                  <a:cubicBezTo>
                    <a:pt x="33642" y="7432"/>
                    <a:pt x="32662" y="8333"/>
                    <a:pt x="32507" y="9413"/>
                  </a:cubicBezTo>
                  <a:cubicBezTo>
                    <a:pt x="32118" y="8923"/>
                    <a:pt x="31619" y="8490"/>
                    <a:pt x="31015" y="8329"/>
                  </a:cubicBezTo>
                  <a:cubicBezTo>
                    <a:pt x="30869" y="8290"/>
                    <a:pt x="30716" y="8270"/>
                    <a:pt x="30564" y="8270"/>
                  </a:cubicBezTo>
                  <a:cubicBezTo>
                    <a:pt x="30083" y="8270"/>
                    <a:pt x="29603" y="8465"/>
                    <a:pt x="29335" y="8857"/>
                  </a:cubicBezTo>
                  <a:cubicBezTo>
                    <a:pt x="29259" y="7601"/>
                    <a:pt x="28521" y="6386"/>
                    <a:pt x="27572" y="5588"/>
                  </a:cubicBezTo>
                  <a:cubicBezTo>
                    <a:pt x="27003" y="5110"/>
                    <a:pt x="26302" y="4783"/>
                    <a:pt x="25561" y="4693"/>
                  </a:cubicBezTo>
                  <a:cubicBezTo>
                    <a:pt x="25419" y="4676"/>
                    <a:pt x="25277" y="4667"/>
                    <a:pt x="25135" y="4667"/>
                  </a:cubicBezTo>
                  <a:cubicBezTo>
                    <a:pt x="23673" y="4667"/>
                    <a:pt x="22228" y="5549"/>
                    <a:pt x="21597" y="6875"/>
                  </a:cubicBezTo>
                  <a:cubicBezTo>
                    <a:pt x="21050" y="5854"/>
                    <a:pt x="19954" y="5241"/>
                    <a:pt x="18923" y="5241"/>
                  </a:cubicBezTo>
                  <a:cubicBezTo>
                    <a:pt x="17982" y="5241"/>
                    <a:pt x="17096" y="5751"/>
                    <a:pt x="16727" y="6925"/>
                  </a:cubicBezTo>
                  <a:cubicBezTo>
                    <a:pt x="17445" y="4641"/>
                    <a:pt x="15224" y="1533"/>
                    <a:pt x="13332" y="539"/>
                  </a:cubicBezTo>
                  <a:cubicBezTo>
                    <a:pt x="12622" y="166"/>
                    <a:pt x="11806" y="1"/>
                    <a:pt x="109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3"/>
            <p:cNvSpPr/>
            <p:nvPr/>
          </p:nvSpPr>
          <p:spPr>
            <a:xfrm>
              <a:off x="-3849654" y="2093"/>
              <a:ext cx="6557256" cy="1684172"/>
            </a:xfrm>
            <a:custGeom>
              <a:avLst/>
              <a:gdLst/>
              <a:ahLst/>
              <a:cxnLst/>
              <a:rect l="l" t="t" r="r" b="b"/>
              <a:pathLst>
                <a:path w="39285" h="10090" extrusionOk="0">
                  <a:moveTo>
                    <a:pt x="9924" y="1"/>
                  </a:moveTo>
                  <a:cubicBezTo>
                    <a:pt x="9547" y="1"/>
                    <a:pt x="9171" y="31"/>
                    <a:pt x="8800" y="92"/>
                  </a:cubicBezTo>
                  <a:cubicBezTo>
                    <a:pt x="6167" y="525"/>
                    <a:pt x="4582" y="2600"/>
                    <a:pt x="4488" y="5215"/>
                  </a:cubicBezTo>
                  <a:cubicBezTo>
                    <a:pt x="4082" y="4795"/>
                    <a:pt x="3549" y="4607"/>
                    <a:pt x="3009" y="4607"/>
                  </a:cubicBezTo>
                  <a:cubicBezTo>
                    <a:pt x="2379" y="4607"/>
                    <a:pt x="1739" y="4863"/>
                    <a:pt x="1276" y="5305"/>
                  </a:cubicBezTo>
                  <a:cubicBezTo>
                    <a:pt x="1" y="6521"/>
                    <a:pt x="476" y="8358"/>
                    <a:pt x="2022" y="8979"/>
                  </a:cubicBezTo>
                  <a:cubicBezTo>
                    <a:pt x="2577" y="9203"/>
                    <a:pt x="3196" y="9297"/>
                    <a:pt x="3824" y="9297"/>
                  </a:cubicBezTo>
                  <a:cubicBezTo>
                    <a:pt x="4661" y="9297"/>
                    <a:pt x="5514" y="9130"/>
                    <a:pt x="6254" y="8882"/>
                  </a:cubicBezTo>
                  <a:cubicBezTo>
                    <a:pt x="6560" y="8782"/>
                    <a:pt x="6867" y="8658"/>
                    <a:pt x="7190" y="8658"/>
                  </a:cubicBezTo>
                  <a:cubicBezTo>
                    <a:pt x="7193" y="8658"/>
                    <a:pt x="7197" y="8658"/>
                    <a:pt x="7200" y="8658"/>
                  </a:cubicBezTo>
                  <a:cubicBezTo>
                    <a:pt x="7601" y="8663"/>
                    <a:pt x="7966" y="8864"/>
                    <a:pt x="8336" y="9015"/>
                  </a:cubicBezTo>
                  <a:cubicBezTo>
                    <a:pt x="9055" y="9307"/>
                    <a:pt x="9823" y="9418"/>
                    <a:pt x="10600" y="9418"/>
                  </a:cubicBezTo>
                  <a:cubicBezTo>
                    <a:pt x="11317" y="9418"/>
                    <a:pt x="12042" y="9324"/>
                    <a:pt x="12745" y="9190"/>
                  </a:cubicBezTo>
                  <a:cubicBezTo>
                    <a:pt x="13156" y="9112"/>
                    <a:pt x="13634" y="8971"/>
                    <a:pt x="14131" y="8829"/>
                  </a:cubicBezTo>
                  <a:cubicBezTo>
                    <a:pt x="14891" y="8612"/>
                    <a:pt x="15699" y="8393"/>
                    <a:pt x="16403" y="8393"/>
                  </a:cubicBezTo>
                  <a:cubicBezTo>
                    <a:pt x="16583" y="8393"/>
                    <a:pt x="16756" y="8407"/>
                    <a:pt x="16920" y="8440"/>
                  </a:cubicBezTo>
                  <a:cubicBezTo>
                    <a:pt x="17801" y="8617"/>
                    <a:pt x="18730" y="9367"/>
                    <a:pt x="19658" y="9620"/>
                  </a:cubicBezTo>
                  <a:cubicBezTo>
                    <a:pt x="20732" y="9913"/>
                    <a:pt x="21900" y="10089"/>
                    <a:pt x="23061" y="10089"/>
                  </a:cubicBezTo>
                  <a:cubicBezTo>
                    <a:pt x="24119" y="10089"/>
                    <a:pt x="25171" y="9943"/>
                    <a:pt x="26141" y="9606"/>
                  </a:cubicBezTo>
                  <a:cubicBezTo>
                    <a:pt x="26562" y="9460"/>
                    <a:pt x="26970" y="9275"/>
                    <a:pt x="27406" y="9182"/>
                  </a:cubicBezTo>
                  <a:cubicBezTo>
                    <a:pt x="28132" y="9027"/>
                    <a:pt x="28862" y="8991"/>
                    <a:pt x="29593" y="8991"/>
                  </a:cubicBezTo>
                  <a:cubicBezTo>
                    <a:pt x="30222" y="8991"/>
                    <a:pt x="30851" y="9017"/>
                    <a:pt x="31481" y="9017"/>
                  </a:cubicBezTo>
                  <a:cubicBezTo>
                    <a:pt x="31922" y="9017"/>
                    <a:pt x="32364" y="9004"/>
                    <a:pt x="32804" y="8960"/>
                  </a:cubicBezTo>
                  <a:cubicBezTo>
                    <a:pt x="33151" y="8925"/>
                    <a:pt x="33472" y="8911"/>
                    <a:pt x="33781" y="8911"/>
                  </a:cubicBezTo>
                  <a:cubicBezTo>
                    <a:pt x="34754" y="8911"/>
                    <a:pt x="35600" y="9050"/>
                    <a:pt x="36704" y="9116"/>
                  </a:cubicBezTo>
                  <a:cubicBezTo>
                    <a:pt x="37004" y="9134"/>
                    <a:pt x="37469" y="9212"/>
                    <a:pt x="37904" y="9212"/>
                  </a:cubicBezTo>
                  <a:cubicBezTo>
                    <a:pt x="38265" y="9212"/>
                    <a:pt x="38605" y="9159"/>
                    <a:pt x="38812" y="8972"/>
                  </a:cubicBezTo>
                  <a:cubicBezTo>
                    <a:pt x="39284" y="8547"/>
                    <a:pt x="39103" y="7640"/>
                    <a:pt x="38587" y="7326"/>
                  </a:cubicBezTo>
                  <a:cubicBezTo>
                    <a:pt x="38374" y="7197"/>
                    <a:pt x="38131" y="7141"/>
                    <a:pt x="37883" y="7141"/>
                  </a:cubicBezTo>
                  <a:cubicBezTo>
                    <a:pt x="37571" y="7141"/>
                    <a:pt x="37251" y="7230"/>
                    <a:pt x="36971" y="7371"/>
                  </a:cubicBezTo>
                  <a:cubicBezTo>
                    <a:pt x="36814" y="6381"/>
                    <a:pt x="35826" y="5635"/>
                    <a:pt x="34825" y="5635"/>
                  </a:cubicBezTo>
                  <a:cubicBezTo>
                    <a:pt x="34810" y="5635"/>
                    <a:pt x="34796" y="5635"/>
                    <a:pt x="34781" y="5636"/>
                  </a:cubicBezTo>
                  <a:cubicBezTo>
                    <a:pt x="33766" y="5658"/>
                    <a:pt x="32833" y="6374"/>
                    <a:pt x="32426" y="7307"/>
                  </a:cubicBezTo>
                  <a:cubicBezTo>
                    <a:pt x="32145" y="6699"/>
                    <a:pt x="31485" y="6290"/>
                    <a:pt x="30818" y="6290"/>
                  </a:cubicBezTo>
                  <a:cubicBezTo>
                    <a:pt x="30770" y="6290"/>
                    <a:pt x="30722" y="6292"/>
                    <a:pt x="30674" y="6296"/>
                  </a:cubicBezTo>
                  <a:cubicBezTo>
                    <a:pt x="29957" y="6364"/>
                    <a:pt x="29312" y="6913"/>
                    <a:pt x="29132" y="7609"/>
                  </a:cubicBezTo>
                  <a:cubicBezTo>
                    <a:pt x="28799" y="5803"/>
                    <a:pt x="27848" y="4379"/>
                    <a:pt x="25955" y="4009"/>
                  </a:cubicBezTo>
                  <a:cubicBezTo>
                    <a:pt x="25694" y="3958"/>
                    <a:pt x="25429" y="3933"/>
                    <a:pt x="25164" y="3933"/>
                  </a:cubicBezTo>
                  <a:cubicBezTo>
                    <a:pt x="24465" y="3933"/>
                    <a:pt x="23766" y="4107"/>
                    <a:pt x="23144" y="4427"/>
                  </a:cubicBezTo>
                  <a:cubicBezTo>
                    <a:pt x="22769" y="4622"/>
                    <a:pt x="21328" y="5591"/>
                    <a:pt x="21433" y="6150"/>
                  </a:cubicBezTo>
                  <a:cubicBezTo>
                    <a:pt x="21224" y="5045"/>
                    <a:pt x="20226" y="4139"/>
                    <a:pt x="19106" y="4039"/>
                  </a:cubicBezTo>
                  <a:cubicBezTo>
                    <a:pt x="19035" y="4033"/>
                    <a:pt x="18965" y="4030"/>
                    <a:pt x="18895" y="4030"/>
                  </a:cubicBezTo>
                  <a:cubicBezTo>
                    <a:pt x="17844" y="4030"/>
                    <a:pt x="16815" y="4717"/>
                    <a:pt x="16438" y="5703"/>
                  </a:cubicBezTo>
                  <a:cubicBezTo>
                    <a:pt x="16297" y="3933"/>
                    <a:pt x="15308" y="2266"/>
                    <a:pt x="13864" y="1233"/>
                  </a:cubicBezTo>
                  <a:cubicBezTo>
                    <a:pt x="12725" y="420"/>
                    <a:pt x="11324" y="1"/>
                    <a:pt x="99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7" name="Google Shape;367;p23"/>
          <p:cNvGrpSpPr/>
          <p:nvPr/>
        </p:nvGrpSpPr>
        <p:grpSpPr>
          <a:xfrm>
            <a:off x="173810" y="3578592"/>
            <a:ext cx="544399" cy="1583958"/>
            <a:chOff x="2871700" y="3513775"/>
            <a:chExt cx="83475" cy="242875"/>
          </a:xfrm>
        </p:grpSpPr>
        <p:sp>
          <p:nvSpPr>
            <p:cNvPr id="368" name="Google Shape;368;p23"/>
            <p:cNvSpPr/>
            <p:nvPr/>
          </p:nvSpPr>
          <p:spPr>
            <a:xfrm>
              <a:off x="2871700" y="3513775"/>
              <a:ext cx="83475" cy="242875"/>
            </a:xfrm>
            <a:custGeom>
              <a:avLst/>
              <a:gdLst/>
              <a:ahLst/>
              <a:cxnLst/>
              <a:rect l="l" t="t" r="r" b="b"/>
              <a:pathLst>
                <a:path w="3339" h="9715" extrusionOk="0">
                  <a:moveTo>
                    <a:pt x="1643" y="1"/>
                  </a:moveTo>
                  <a:lnTo>
                    <a:pt x="1535" y="1190"/>
                  </a:lnTo>
                  <a:lnTo>
                    <a:pt x="1261" y="1190"/>
                  </a:lnTo>
                  <a:lnTo>
                    <a:pt x="1261" y="1700"/>
                  </a:lnTo>
                  <a:cubicBezTo>
                    <a:pt x="1261" y="1700"/>
                    <a:pt x="83" y="2124"/>
                    <a:pt x="221" y="3399"/>
                  </a:cubicBezTo>
                  <a:lnTo>
                    <a:pt x="0" y="3569"/>
                  </a:lnTo>
                  <a:lnTo>
                    <a:pt x="165" y="3739"/>
                  </a:lnTo>
                  <a:lnTo>
                    <a:pt x="165" y="4985"/>
                  </a:lnTo>
                  <a:lnTo>
                    <a:pt x="0" y="4985"/>
                  </a:lnTo>
                  <a:lnTo>
                    <a:pt x="0" y="5411"/>
                  </a:lnTo>
                  <a:lnTo>
                    <a:pt x="366" y="5411"/>
                  </a:lnTo>
                  <a:lnTo>
                    <a:pt x="384" y="9715"/>
                  </a:lnTo>
                  <a:lnTo>
                    <a:pt x="2955" y="9715"/>
                  </a:lnTo>
                  <a:lnTo>
                    <a:pt x="2971" y="5411"/>
                  </a:lnTo>
                  <a:lnTo>
                    <a:pt x="3337" y="5411"/>
                  </a:lnTo>
                  <a:lnTo>
                    <a:pt x="3337" y="4985"/>
                  </a:lnTo>
                  <a:lnTo>
                    <a:pt x="3167" y="4985"/>
                  </a:lnTo>
                  <a:lnTo>
                    <a:pt x="3167" y="3739"/>
                  </a:lnTo>
                  <a:lnTo>
                    <a:pt x="3168" y="3739"/>
                  </a:lnTo>
                  <a:lnTo>
                    <a:pt x="3338" y="3569"/>
                  </a:lnTo>
                  <a:lnTo>
                    <a:pt x="3112" y="3399"/>
                  </a:lnTo>
                  <a:cubicBezTo>
                    <a:pt x="3253" y="2124"/>
                    <a:pt x="2038" y="1700"/>
                    <a:pt x="2038" y="1700"/>
                  </a:cubicBezTo>
                  <a:lnTo>
                    <a:pt x="2038" y="1190"/>
                  </a:lnTo>
                  <a:lnTo>
                    <a:pt x="1756" y="1190"/>
                  </a:lnTo>
                  <a:lnTo>
                    <a:pt x="164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3"/>
            <p:cNvSpPr/>
            <p:nvPr/>
          </p:nvSpPr>
          <p:spPr>
            <a:xfrm>
              <a:off x="2899725" y="3597100"/>
              <a:ext cx="27325" cy="40400"/>
            </a:xfrm>
            <a:custGeom>
              <a:avLst/>
              <a:gdLst/>
              <a:ahLst/>
              <a:cxnLst/>
              <a:rect l="l" t="t" r="r" b="b"/>
              <a:pathLst>
                <a:path w="1093" h="1616" extrusionOk="0">
                  <a:moveTo>
                    <a:pt x="547" y="0"/>
                  </a:moveTo>
                  <a:cubicBezTo>
                    <a:pt x="1" y="0"/>
                    <a:pt x="1" y="478"/>
                    <a:pt x="1" y="478"/>
                  </a:cubicBezTo>
                  <a:lnTo>
                    <a:pt x="1" y="1615"/>
                  </a:lnTo>
                  <a:lnTo>
                    <a:pt x="1093" y="1615"/>
                  </a:lnTo>
                  <a:lnTo>
                    <a:pt x="1093" y="419"/>
                  </a:lnTo>
                  <a:cubicBezTo>
                    <a:pt x="1093" y="419"/>
                    <a:pt x="1093" y="0"/>
                    <a:pt x="5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3"/>
            <p:cNvSpPr/>
            <p:nvPr/>
          </p:nvSpPr>
          <p:spPr>
            <a:xfrm>
              <a:off x="2880800" y="3599275"/>
              <a:ext cx="7575" cy="38250"/>
            </a:xfrm>
            <a:custGeom>
              <a:avLst/>
              <a:gdLst/>
              <a:ahLst/>
              <a:cxnLst/>
              <a:rect l="l" t="t" r="r" b="b"/>
              <a:pathLst>
                <a:path w="303" h="1530" extrusionOk="0">
                  <a:moveTo>
                    <a:pt x="152" y="0"/>
                  </a:moveTo>
                  <a:cubicBezTo>
                    <a:pt x="0" y="0"/>
                    <a:pt x="0" y="453"/>
                    <a:pt x="0" y="453"/>
                  </a:cubicBezTo>
                  <a:lnTo>
                    <a:pt x="0" y="1528"/>
                  </a:lnTo>
                  <a:lnTo>
                    <a:pt x="0" y="1530"/>
                  </a:lnTo>
                  <a:lnTo>
                    <a:pt x="302" y="1530"/>
                  </a:lnTo>
                  <a:lnTo>
                    <a:pt x="302" y="397"/>
                  </a:lnTo>
                  <a:cubicBezTo>
                    <a:pt x="302" y="397"/>
                    <a:pt x="302" y="0"/>
                    <a:pt x="1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3"/>
            <p:cNvSpPr/>
            <p:nvPr/>
          </p:nvSpPr>
          <p:spPr>
            <a:xfrm>
              <a:off x="2937825" y="3599700"/>
              <a:ext cx="7575" cy="38275"/>
            </a:xfrm>
            <a:custGeom>
              <a:avLst/>
              <a:gdLst/>
              <a:ahLst/>
              <a:cxnLst/>
              <a:rect l="l" t="t" r="r" b="b"/>
              <a:pathLst>
                <a:path w="303" h="1531" extrusionOk="0">
                  <a:moveTo>
                    <a:pt x="151" y="0"/>
                  </a:moveTo>
                  <a:cubicBezTo>
                    <a:pt x="0" y="0"/>
                    <a:pt x="0" y="454"/>
                    <a:pt x="0" y="454"/>
                  </a:cubicBezTo>
                  <a:lnTo>
                    <a:pt x="0" y="1530"/>
                  </a:lnTo>
                  <a:lnTo>
                    <a:pt x="0" y="1531"/>
                  </a:lnTo>
                  <a:lnTo>
                    <a:pt x="303" y="1531"/>
                  </a:lnTo>
                  <a:lnTo>
                    <a:pt x="303" y="398"/>
                  </a:lnTo>
                  <a:cubicBezTo>
                    <a:pt x="303" y="398"/>
                    <a:pt x="303" y="0"/>
                    <a:pt x="1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2" name="Google Shape;372;p23"/>
          <p:cNvGrpSpPr/>
          <p:nvPr/>
        </p:nvGrpSpPr>
        <p:grpSpPr>
          <a:xfrm flipH="1">
            <a:off x="6800751" y="-416453"/>
            <a:ext cx="2838551" cy="1013425"/>
            <a:chOff x="-3505263" y="-2342175"/>
            <a:chExt cx="2645434" cy="944478"/>
          </a:xfrm>
        </p:grpSpPr>
        <p:sp>
          <p:nvSpPr>
            <p:cNvPr id="373" name="Google Shape;373;p23"/>
            <p:cNvSpPr/>
            <p:nvPr/>
          </p:nvSpPr>
          <p:spPr>
            <a:xfrm>
              <a:off x="-3505263" y="-2342175"/>
              <a:ext cx="2645434" cy="944478"/>
            </a:xfrm>
            <a:custGeom>
              <a:avLst/>
              <a:gdLst/>
              <a:ahLst/>
              <a:cxnLst/>
              <a:rect l="l" t="t" r="r" b="b"/>
              <a:pathLst>
                <a:path w="58411" h="20854" extrusionOk="0">
                  <a:moveTo>
                    <a:pt x="8551" y="1"/>
                  </a:moveTo>
                  <a:cubicBezTo>
                    <a:pt x="8250" y="1"/>
                    <a:pt x="7943" y="29"/>
                    <a:pt x="7633" y="88"/>
                  </a:cubicBezTo>
                  <a:cubicBezTo>
                    <a:pt x="5925" y="410"/>
                    <a:pt x="4521" y="1672"/>
                    <a:pt x="4247" y="3134"/>
                  </a:cubicBezTo>
                  <a:cubicBezTo>
                    <a:pt x="3866" y="2557"/>
                    <a:pt x="2723" y="1765"/>
                    <a:pt x="1752" y="1765"/>
                  </a:cubicBezTo>
                  <a:cubicBezTo>
                    <a:pt x="1405" y="1765"/>
                    <a:pt x="1080" y="1865"/>
                    <a:pt x="819" y="2113"/>
                  </a:cubicBezTo>
                  <a:cubicBezTo>
                    <a:pt x="324" y="8386"/>
                    <a:pt x="81" y="14564"/>
                    <a:pt x="0" y="20854"/>
                  </a:cubicBezTo>
                  <a:cubicBezTo>
                    <a:pt x="350" y="20567"/>
                    <a:pt x="381" y="19928"/>
                    <a:pt x="730" y="19642"/>
                  </a:cubicBezTo>
                  <a:cubicBezTo>
                    <a:pt x="788" y="19644"/>
                    <a:pt x="846" y="19645"/>
                    <a:pt x="904" y="19645"/>
                  </a:cubicBezTo>
                  <a:cubicBezTo>
                    <a:pt x="3080" y="19645"/>
                    <a:pt x="5185" y="18137"/>
                    <a:pt x="5834" y="16082"/>
                  </a:cubicBezTo>
                  <a:cubicBezTo>
                    <a:pt x="6196" y="16509"/>
                    <a:pt x="6762" y="16749"/>
                    <a:pt x="7326" y="16749"/>
                  </a:cubicBezTo>
                  <a:cubicBezTo>
                    <a:pt x="7543" y="16749"/>
                    <a:pt x="7760" y="16713"/>
                    <a:pt x="7965" y="16639"/>
                  </a:cubicBezTo>
                  <a:cubicBezTo>
                    <a:pt x="8533" y="16432"/>
                    <a:pt x="8975" y="15935"/>
                    <a:pt x="9142" y="15363"/>
                  </a:cubicBezTo>
                  <a:lnTo>
                    <a:pt x="9142" y="15363"/>
                  </a:lnTo>
                  <a:cubicBezTo>
                    <a:pt x="9004" y="17346"/>
                    <a:pt x="10520" y="18964"/>
                    <a:pt x="12634" y="18964"/>
                  </a:cubicBezTo>
                  <a:cubicBezTo>
                    <a:pt x="12665" y="18964"/>
                    <a:pt x="12696" y="18964"/>
                    <a:pt x="12727" y="18963"/>
                  </a:cubicBezTo>
                  <a:cubicBezTo>
                    <a:pt x="14564" y="18921"/>
                    <a:pt x="16273" y="17502"/>
                    <a:pt x="16617" y="15763"/>
                  </a:cubicBezTo>
                  <a:cubicBezTo>
                    <a:pt x="17355" y="17516"/>
                    <a:pt x="19074" y="18685"/>
                    <a:pt x="21000" y="18782"/>
                  </a:cubicBezTo>
                  <a:cubicBezTo>
                    <a:pt x="21086" y="18786"/>
                    <a:pt x="21170" y="18788"/>
                    <a:pt x="21252" y="18788"/>
                  </a:cubicBezTo>
                  <a:cubicBezTo>
                    <a:pt x="22967" y="18788"/>
                    <a:pt x="23962" y="17894"/>
                    <a:pt x="25456" y="17227"/>
                  </a:cubicBezTo>
                  <a:cubicBezTo>
                    <a:pt x="25685" y="17125"/>
                    <a:pt x="25902" y="17082"/>
                    <a:pt x="26112" y="17082"/>
                  </a:cubicBezTo>
                  <a:cubicBezTo>
                    <a:pt x="27102" y="17082"/>
                    <a:pt x="27927" y="18043"/>
                    <a:pt x="29144" y="18237"/>
                  </a:cubicBezTo>
                  <a:cubicBezTo>
                    <a:pt x="29299" y="18262"/>
                    <a:pt x="29448" y="18273"/>
                    <a:pt x="29593" y="18273"/>
                  </a:cubicBezTo>
                  <a:cubicBezTo>
                    <a:pt x="30588" y="18273"/>
                    <a:pt x="31363" y="17755"/>
                    <a:pt x="32313" y="17735"/>
                  </a:cubicBezTo>
                  <a:cubicBezTo>
                    <a:pt x="32327" y="17735"/>
                    <a:pt x="32341" y="17734"/>
                    <a:pt x="32355" y="17734"/>
                  </a:cubicBezTo>
                  <a:cubicBezTo>
                    <a:pt x="33320" y="17734"/>
                    <a:pt x="34036" y="18444"/>
                    <a:pt x="35058" y="18444"/>
                  </a:cubicBezTo>
                  <a:cubicBezTo>
                    <a:pt x="35149" y="18444"/>
                    <a:pt x="35241" y="18438"/>
                    <a:pt x="35337" y="18426"/>
                  </a:cubicBezTo>
                  <a:cubicBezTo>
                    <a:pt x="35590" y="18395"/>
                    <a:pt x="38241" y="17272"/>
                    <a:pt x="37919" y="17007"/>
                  </a:cubicBezTo>
                  <a:lnTo>
                    <a:pt x="37919" y="17007"/>
                  </a:lnTo>
                  <a:cubicBezTo>
                    <a:pt x="39122" y="17997"/>
                    <a:pt x="40691" y="18512"/>
                    <a:pt x="42256" y="18512"/>
                  </a:cubicBezTo>
                  <a:cubicBezTo>
                    <a:pt x="43295" y="18512"/>
                    <a:pt x="44333" y="18285"/>
                    <a:pt x="45260" y="17818"/>
                  </a:cubicBezTo>
                  <a:cubicBezTo>
                    <a:pt x="45406" y="17745"/>
                    <a:pt x="45571" y="17713"/>
                    <a:pt x="45751" y="17713"/>
                  </a:cubicBezTo>
                  <a:cubicBezTo>
                    <a:pt x="46688" y="17713"/>
                    <a:pt x="47996" y="18569"/>
                    <a:pt x="48717" y="18783"/>
                  </a:cubicBezTo>
                  <a:cubicBezTo>
                    <a:pt x="50082" y="19193"/>
                    <a:pt x="52228" y="19736"/>
                    <a:pt x="54110" y="19736"/>
                  </a:cubicBezTo>
                  <a:cubicBezTo>
                    <a:pt x="55100" y="19736"/>
                    <a:pt x="56016" y="19586"/>
                    <a:pt x="56709" y="19188"/>
                  </a:cubicBezTo>
                  <a:cubicBezTo>
                    <a:pt x="57780" y="18573"/>
                    <a:pt x="58411" y="17143"/>
                    <a:pt x="57838" y="16058"/>
                  </a:cubicBezTo>
                  <a:cubicBezTo>
                    <a:pt x="57595" y="15598"/>
                    <a:pt x="57056" y="15261"/>
                    <a:pt x="56560" y="15261"/>
                  </a:cubicBezTo>
                  <a:cubicBezTo>
                    <a:pt x="56335" y="15261"/>
                    <a:pt x="56120" y="15330"/>
                    <a:pt x="55944" y="15487"/>
                  </a:cubicBezTo>
                  <a:cubicBezTo>
                    <a:pt x="55762" y="14546"/>
                    <a:pt x="54832" y="13810"/>
                    <a:pt x="53866" y="13810"/>
                  </a:cubicBezTo>
                  <a:cubicBezTo>
                    <a:pt x="53816" y="13810"/>
                    <a:pt x="53767" y="13812"/>
                    <a:pt x="53718" y="13816"/>
                  </a:cubicBezTo>
                  <a:cubicBezTo>
                    <a:pt x="53399" y="13843"/>
                    <a:pt x="53014" y="14048"/>
                    <a:pt x="53071" y="14360"/>
                  </a:cubicBezTo>
                  <a:lnTo>
                    <a:pt x="53071" y="14360"/>
                  </a:lnTo>
                  <a:cubicBezTo>
                    <a:pt x="52806" y="13837"/>
                    <a:pt x="52199" y="13568"/>
                    <a:pt x="51598" y="13568"/>
                  </a:cubicBezTo>
                  <a:cubicBezTo>
                    <a:pt x="51448" y="13568"/>
                    <a:pt x="51299" y="13584"/>
                    <a:pt x="51155" y="13618"/>
                  </a:cubicBezTo>
                  <a:cubicBezTo>
                    <a:pt x="50516" y="13765"/>
                    <a:pt x="50169" y="14318"/>
                    <a:pt x="49609" y="14516"/>
                  </a:cubicBezTo>
                  <a:cubicBezTo>
                    <a:pt x="49490" y="14558"/>
                    <a:pt x="49356" y="14568"/>
                    <a:pt x="49218" y="14568"/>
                  </a:cubicBezTo>
                  <a:cubicBezTo>
                    <a:pt x="49092" y="14568"/>
                    <a:pt x="48962" y="14560"/>
                    <a:pt x="48834" y="14560"/>
                  </a:cubicBezTo>
                  <a:cubicBezTo>
                    <a:pt x="48723" y="14560"/>
                    <a:pt x="48614" y="14566"/>
                    <a:pt x="48510" y="14589"/>
                  </a:cubicBezTo>
                  <a:cubicBezTo>
                    <a:pt x="48857" y="13692"/>
                    <a:pt x="48836" y="12676"/>
                    <a:pt x="48357" y="11827"/>
                  </a:cubicBezTo>
                  <a:cubicBezTo>
                    <a:pt x="47787" y="10814"/>
                    <a:pt x="46294" y="10136"/>
                    <a:pt x="44911" y="10136"/>
                  </a:cubicBezTo>
                  <a:cubicBezTo>
                    <a:pt x="43733" y="10136"/>
                    <a:pt x="42635" y="10628"/>
                    <a:pt x="42254" y="11820"/>
                  </a:cubicBezTo>
                  <a:cubicBezTo>
                    <a:pt x="42990" y="9521"/>
                    <a:pt x="41690" y="7020"/>
                    <a:pt x="39190" y="6591"/>
                  </a:cubicBezTo>
                  <a:cubicBezTo>
                    <a:pt x="38942" y="6549"/>
                    <a:pt x="38708" y="6529"/>
                    <a:pt x="38485" y="6529"/>
                  </a:cubicBezTo>
                  <a:cubicBezTo>
                    <a:pt x="36817" y="6529"/>
                    <a:pt x="35788" y="7644"/>
                    <a:pt x="34620" y="8798"/>
                  </a:cubicBezTo>
                  <a:cubicBezTo>
                    <a:pt x="34329" y="7821"/>
                    <a:pt x="33816" y="6805"/>
                    <a:pt x="32805" y="6341"/>
                  </a:cubicBezTo>
                  <a:cubicBezTo>
                    <a:pt x="32504" y="6203"/>
                    <a:pt x="32167" y="6135"/>
                    <a:pt x="31832" y="6135"/>
                  </a:cubicBezTo>
                  <a:cubicBezTo>
                    <a:pt x="31094" y="6135"/>
                    <a:pt x="30362" y="6464"/>
                    <a:pt x="30011" y="7097"/>
                  </a:cubicBezTo>
                  <a:cubicBezTo>
                    <a:pt x="29695" y="6025"/>
                    <a:pt x="28691" y="5182"/>
                    <a:pt x="27565" y="5045"/>
                  </a:cubicBezTo>
                  <a:cubicBezTo>
                    <a:pt x="27457" y="5032"/>
                    <a:pt x="27347" y="5026"/>
                    <a:pt x="27238" y="5026"/>
                  </a:cubicBezTo>
                  <a:cubicBezTo>
                    <a:pt x="26218" y="5026"/>
                    <a:pt x="25204" y="5582"/>
                    <a:pt x="24690" y="6456"/>
                  </a:cubicBezTo>
                  <a:cubicBezTo>
                    <a:pt x="24546" y="6072"/>
                    <a:pt x="24129" y="5865"/>
                    <a:pt x="23719" y="5865"/>
                  </a:cubicBezTo>
                  <a:cubicBezTo>
                    <a:pt x="23394" y="5865"/>
                    <a:pt x="23072" y="5996"/>
                    <a:pt x="22897" y="6272"/>
                  </a:cubicBezTo>
                  <a:cubicBezTo>
                    <a:pt x="22793" y="3886"/>
                    <a:pt x="21309" y="1514"/>
                    <a:pt x="19036" y="691"/>
                  </a:cubicBezTo>
                  <a:cubicBezTo>
                    <a:pt x="18516" y="502"/>
                    <a:pt x="17962" y="412"/>
                    <a:pt x="17407" y="412"/>
                  </a:cubicBezTo>
                  <a:cubicBezTo>
                    <a:pt x="15538" y="412"/>
                    <a:pt x="13653" y="1433"/>
                    <a:pt x="12971" y="3146"/>
                  </a:cubicBezTo>
                  <a:cubicBezTo>
                    <a:pt x="12260" y="1231"/>
                    <a:pt x="10536" y="1"/>
                    <a:pt x="85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3"/>
            <p:cNvSpPr/>
            <p:nvPr/>
          </p:nvSpPr>
          <p:spPr>
            <a:xfrm>
              <a:off x="-3477455" y="-2105490"/>
              <a:ext cx="2162824" cy="651950"/>
            </a:xfrm>
            <a:custGeom>
              <a:avLst/>
              <a:gdLst/>
              <a:ahLst/>
              <a:cxnLst/>
              <a:rect l="l" t="t" r="r" b="b"/>
              <a:pathLst>
                <a:path w="47755" h="14395" extrusionOk="0">
                  <a:moveTo>
                    <a:pt x="8566" y="0"/>
                  </a:moveTo>
                  <a:cubicBezTo>
                    <a:pt x="6796" y="0"/>
                    <a:pt x="4938" y="1048"/>
                    <a:pt x="4310" y="2704"/>
                  </a:cubicBezTo>
                  <a:cubicBezTo>
                    <a:pt x="3967" y="2497"/>
                    <a:pt x="3573" y="2401"/>
                    <a:pt x="3174" y="2401"/>
                  </a:cubicBezTo>
                  <a:cubicBezTo>
                    <a:pt x="2493" y="2401"/>
                    <a:pt x="1798" y="2681"/>
                    <a:pt x="1316" y="3165"/>
                  </a:cubicBezTo>
                  <a:cubicBezTo>
                    <a:pt x="555" y="3933"/>
                    <a:pt x="307" y="5111"/>
                    <a:pt x="535" y="6164"/>
                  </a:cubicBezTo>
                  <a:cubicBezTo>
                    <a:pt x="489" y="6088"/>
                    <a:pt x="403" y="6053"/>
                    <a:pt x="314" y="6053"/>
                  </a:cubicBezTo>
                  <a:cubicBezTo>
                    <a:pt x="189" y="6053"/>
                    <a:pt x="60" y="6123"/>
                    <a:pt x="34" y="6246"/>
                  </a:cubicBezTo>
                  <a:lnTo>
                    <a:pt x="1" y="14391"/>
                  </a:lnTo>
                  <a:cubicBezTo>
                    <a:pt x="58" y="14393"/>
                    <a:pt x="115" y="14394"/>
                    <a:pt x="172" y="14394"/>
                  </a:cubicBezTo>
                  <a:cubicBezTo>
                    <a:pt x="2351" y="14394"/>
                    <a:pt x="4457" y="12885"/>
                    <a:pt x="5106" y="10829"/>
                  </a:cubicBezTo>
                  <a:cubicBezTo>
                    <a:pt x="5468" y="11256"/>
                    <a:pt x="6034" y="11496"/>
                    <a:pt x="6597" y="11496"/>
                  </a:cubicBezTo>
                  <a:cubicBezTo>
                    <a:pt x="6815" y="11496"/>
                    <a:pt x="7032" y="11461"/>
                    <a:pt x="7237" y="11386"/>
                  </a:cubicBezTo>
                  <a:cubicBezTo>
                    <a:pt x="7805" y="11179"/>
                    <a:pt x="8247" y="10682"/>
                    <a:pt x="8414" y="10110"/>
                  </a:cubicBezTo>
                  <a:lnTo>
                    <a:pt x="8414" y="10110"/>
                  </a:lnTo>
                  <a:cubicBezTo>
                    <a:pt x="8276" y="12093"/>
                    <a:pt x="9792" y="13712"/>
                    <a:pt x="11905" y="13712"/>
                  </a:cubicBezTo>
                  <a:cubicBezTo>
                    <a:pt x="11936" y="13712"/>
                    <a:pt x="11966" y="13711"/>
                    <a:pt x="11997" y="13711"/>
                  </a:cubicBezTo>
                  <a:cubicBezTo>
                    <a:pt x="13836" y="13668"/>
                    <a:pt x="15545" y="12249"/>
                    <a:pt x="15889" y="10512"/>
                  </a:cubicBezTo>
                  <a:cubicBezTo>
                    <a:pt x="16627" y="12263"/>
                    <a:pt x="18346" y="13432"/>
                    <a:pt x="20272" y="13529"/>
                  </a:cubicBezTo>
                  <a:cubicBezTo>
                    <a:pt x="20358" y="13534"/>
                    <a:pt x="20442" y="13536"/>
                    <a:pt x="20524" y="13536"/>
                  </a:cubicBezTo>
                  <a:cubicBezTo>
                    <a:pt x="22239" y="13536"/>
                    <a:pt x="23234" y="12641"/>
                    <a:pt x="24728" y="11975"/>
                  </a:cubicBezTo>
                  <a:cubicBezTo>
                    <a:pt x="24957" y="11872"/>
                    <a:pt x="25175" y="11829"/>
                    <a:pt x="25384" y="11829"/>
                  </a:cubicBezTo>
                  <a:cubicBezTo>
                    <a:pt x="26374" y="11829"/>
                    <a:pt x="27199" y="12790"/>
                    <a:pt x="28415" y="12985"/>
                  </a:cubicBezTo>
                  <a:cubicBezTo>
                    <a:pt x="28569" y="13010"/>
                    <a:pt x="28718" y="13021"/>
                    <a:pt x="28863" y="13021"/>
                  </a:cubicBezTo>
                  <a:cubicBezTo>
                    <a:pt x="29859" y="13021"/>
                    <a:pt x="30635" y="12502"/>
                    <a:pt x="31584" y="12482"/>
                  </a:cubicBezTo>
                  <a:cubicBezTo>
                    <a:pt x="31598" y="12482"/>
                    <a:pt x="31612" y="12482"/>
                    <a:pt x="31625" y="12482"/>
                  </a:cubicBezTo>
                  <a:cubicBezTo>
                    <a:pt x="32593" y="12482"/>
                    <a:pt x="33309" y="13192"/>
                    <a:pt x="34333" y="13192"/>
                  </a:cubicBezTo>
                  <a:cubicBezTo>
                    <a:pt x="34422" y="13192"/>
                    <a:pt x="34514" y="13187"/>
                    <a:pt x="34609" y="13175"/>
                  </a:cubicBezTo>
                  <a:cubicBezTo>
                    <a:pt x="34862" y="13143"/>
                    <a:pt x="37513" y="12020"/>
                    <a:pt x="37191" y="11755"/>
                  </a:cubicBezTo>
                  <a:lnTo>
                    <a:pt x="37191" y="11755"/>
                  </a:lnTo>
                  <a:cubicBezTo>
                    <a:pt x="38060" y="12468"/>
                    <a:pt x="39201" y="12821"/>
                    <a:pt x="40332" y="12821"/>
                  </a:cubicBezTo>
                  <a:cubicBezTo>
                    <a:pt x="40424" y="12821"/>
                    <a:pt x="40515" y="12819"/>
                    <a:pt x="40607" y="12814"/>
                  </a:cubicBezTo>
                  <a:cubicBezTo>
                    <a:pt x="41227" y="12783"/>
                    <a:pt x="41842" y="12645"/>
                    <a:pt x="42413" y="12406"/>
                  </a:cubicBezTo>
                  <a:cubicBezTo>
                    <a:pt x="42566" y="12343"/>
                    <a:pt x="43787" y="11535"/>
                    <a:pt x="43800" y="11535"/>
                  </a:cubicBezTo>
                  <a:cubicBezTo>
                    <a:pt x="43800" y="11535"/>
                    <a:pt x="43800" y="11535"/>
                    <a:pt x="43800" y="11535"/>
                  </a:cubicBezTo>
                  <a:cubicBezTo>
                    <a:pt x="44365" y="11815"/>
                    <a:pt x="44991" y="11975"/>
                    <a:pt x="45622" y="12001"/>
                  </a:cubicBezTo>
                  <a:cubicBezTo>
                    <a:pt x="45672" y="12004"/>
                    <a:pt x="45723" y="12005"/>
                    <a:pt x="45774" y="12005"/>
                  </a:cubicBezTo>
                  <a:cubicBezTo>
                    <a:pt x="46297" y="12005"/>
                    <a:pt x="46840" y="11887"/>
                    <a:pt x="47212" y="11531"/>
                  </a:cubicBezTo>
                  <a:cubicBezTo>
                    <a:pt x="47664" y="11092"/>
                    <a:pt x="47754" y="10368"/>
                    <a:pt x="47524" y="9788"/>
                  </a:cubicBezTo>
                  <a:cubicBezTo>
                    <a:pt x="47293" y="9204"/>
                    <a:pt x="46793" y="8756"/>
                    <a:pt x="46230" y="8468"/>
                  </a:cubicBezTo>
                  <a:cubicBezTo>
                    <a:pt x="45848" y="8272"/>
                    <a:pt x="45406" y="8146"/>
                    <a:pt x="44979" y="8146"/>
                  </a:cubicBezTo>
                  <a:cubicBezTo>
                    <a:pt x="44644" y="8146"/>
                    <a:pt x="44317" y="8223"/>
                    <a:pt x="44035" y="8405"/>
                  </a:cubicBezTo>
                  <a:cubicBezTo>
                    <a:pt x="43544" y="7920"/>
                    <a:pt x="42848" y="7662"/>
                    <a:pt x="42155" y="7662"/>
                  </a:cubicBezTo>
                  <a:cubicBezTo>
                    <a:pt x="41743" y="7662"/>
                    <a:pt x="41332" y="7753"/>
                    <a:pt x="40967" y="7942"/>
                  </a:cubicBezTo>
                  <a:cubicBezTo>
                    <a:pt x="40742" y="7079"/>
                    <a:pt x="40511" y="6206"/>
                    <a:pt x="40087" y="5421"/>
                  </a:cubicBezTo>
                  <a:cubicBezTo>
                    <a:pt x="39661" y="4633"/>
                    <a:pt x="39014" y="3931"/>
                    <a:pt x="38171" y="3610"/>
                  </a:cubicBezTo>
                  <a:cubicBezTo>
                    <a:pt x="37771" y="3458"/>
                    <a:pt x="37346" y="3397"/>
                    <a:pt x="36916" y="3397"/>
                  </a:cubicBezTo>
                  <a:cubicBezTo>
                    <a:pt x="36578" y="3397"/>
                    <a:pt x="36238" y="3435"/>
                    <a:pt x="35906" y="3493"/>
                  </a:cubicBezTo>
                  <a:cubicBezTo>
                    <a:pt x="34861" y="3680"/>
                    <a:pt x="33729" y="4200"/>
                    <a:pt x="33430" y="5205"/>
                  </a:cubicBezTo>
                  <a:cubicBezTo>
                    <a:pt x="32603" y="4549"/>
                    <a:pt x="31667" y="3973"/>
                    <a:pt x="30619" y="3814"/>
                  </a:cubicBezTo>
                  <a:cubicBezTo>
                    <a:pt x="30450" y="3788"/>
                    <a:pt x="30278" y="3775"/>
                    <a:pt x="30105" y="3775"/>
                  </a:cubicBezTo>
                  <a:cubicBezTo>
                    <a:pt x="29205" y="3775"/>
                    <a:pt x="28295" y="4128"/>
                    <a:pt x="27788" y="4848"/>
                  </a:cubicBezTo>
                  <a:cubicBezTo>
                    <a:pt x="27273" y="4408"/>
                    <a:pt x="26670" y="4032"/>
                    <a:pt x="25996" y="3943"/>
                  </a:cubicBezTo>
                  <a:cubicBezTo>
                    <a:pt x="25913" y="3933"/>
                    <a:pt x="25829" y="3927"/>
                    <a:pt x="25745" y="3927"/>
                  </a:cubicBezTo>
                  <a:cubicBezTo>
                    <a:pt x="25142" y="3927"/>
                    <a:pt x="24525" y="4195"/>
                    <a:pt x="24239" y="4711"/>
                  </a:cubicBezTo>
                  <a:cubicBezTo>
                    <a:pt x="23759" y="4120"/>
                    <a:pt x="23002" y="3789"/>
                    <a:pt x="22243" y="3755"/>
                  </a:cubicBezTo>
                  <a:cubicBezTo>
                    <a:pt x="22221" y="3754"/>
                    <a:pt x="22200" y="3754"/>
                    <a:pt x="22179" y="3754"/>
                  </a:cubicBezTo>
                  <a:cubicBezTo>
                    <a:pt x="21801" y="3754"/>
                    <a:pt x="21487" y="3889"/>
                    <a:pt x="21125" y="3931"/>
                  </a:cubicBezTo>
                  <a:cubicBezTo>
                    <a:pt x="20970" y="3949"/>
                    <a:pt x="20876" y="3966"/>
                    <a:pt x="20812" y="3966"/>
                  </a:cubicBezTo>
                  <a:cubicBezTo>
                    <a:pt x="20667" y="3966"/>
                    <a:pt x="20682" y="3879"/>
                    <a:pt x="20517" y="3522"/>
                  </a:cubicBezTo>
                  <a:cubicBezTo>
                    <a:pt x="19891" y="2171"/>
                    <a:pt x="18685" y="1090"/>
                    <a:pt x="17167" y="841"/>
                  </a:cubicBezTo>
                  <a:cubicBezTo>
                    <a:pt x="16953" y="806"/>
                    <a:pt x="16734" y="788"/>
                    <a:pt x="16514" y="788"/>
                  </a:cubicBezTo>
                  <a:cubicBezTo>
                    <a:pt x="15729" y="788"/>
                    <a:pt x="14933" y="1015"/>
                    <a:pt x="14310" y="1482"/>
                  </a:cubicBezTo>
                  <a:cubicBezTo>
                    <a:pt x="13773" y="1884"/>
                    <a:pt x="12908" y="2912"/>
                    <a:pt x="13064" y="3657"/>
                  </a:cubicBezTo>
                  <a:cubicBezTo>
                    <a:pt x="12679" y="1821"/>
                    <a:pt x="11046" y="307"/>
                    <a:pt x="9164" y="41"/>
                  </a:cubicBezTo>
                  <a:cubicBezTo>
                    <a:pt x="8967" y="14"/>
                    <a:pt x="8767" y="0"/>
                    <a:pt x="856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5" name="Google Shape;375;p23"/>
          <p:cNvSpPr/>
          <p:nvPr/>
        </p:nvSpPr>
        <p:spPr>
          <a:xfrm rot="84096">
            <a:off x="8596087" y="1942987"/>
            <a:ext cx="302807" cy="309350"/>
          </a:xfrm>
          <a:custGeom>
            <a:avLst/>
            <a:gdLst/>
            <a:ahLst/>
            <a:cxnLst/>
            <a:rect l="l" t="t" r="r" b="b"/>
            <a:pathLst>
              <a:path w="4565" h="4664" extrusionOk="0">
                <a:moveTo>
                  <a:pt x="3082" y="0"/>
                </a:moveTo>
                <a:lnTo>
                  <a:pt x="1839" y="1064"/>
                </a:lnTo>
                <a:lnTo>
                  <a:pt x="259" y="645"/>
                </a:lnTo>
                <a:lnTo>
                  <a:pt x="889" y="2155"/>
                </a:lnTo>
                <a:lnTo>
                  <a:pt x="1" y="3527"/>
                </a:lnTo>
                <a:lnTo>
                  <a:pt x="1630" y="3394"/>
                </a:lnTo>
                <a:lnTo>
                  <a:pt x="2662" y="4664"/>
                </a:lnTo>
                <a:lnTo>
                  <a:pt x="3041" y="3074"/>
                </a:lnTo>
                <a:lnTo>
                  <a:pt x="4565" y="2485"/>
                </a:lnTo>
                <a:lnTo>
                  <a:pt x="3170" y="1633"/>
                </a:lnTo>
                <a:lnTo>
                  <a:pt x="308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6" name="Google Shape;376;p23"/>
          <p:cNvGrpSpPr/>
          <p:nvPr/>
        </p:nvGrpSpPr>
        <p:grpSpPr>
          <a:xfrm>
            <a:off x="8569560" y="2999084"/>
            <a:ext cx="544399" cy="2188235"/>
            <a:chOff x="2686950" y="3466825"/>
            <a:chExt cx="94350" cy="379250"/>
          </a:xfrm>
        </p:grpSpPr>
        <p:sp>
          <p:nvSpPr>
            <p:cNvPr id="377" name="Google Shape;377;p23"/>
            <p:cNvSpPr/>
            <p:nvPr/>
          </p:nvSpPr>
          <p:spPr>
            <a:xfrm>
              <a:off x="2686950" y="3466825"/>
              <a:ext cx="94350" cy="379250"/>
            </a:xfrm>
            <a:custGeom>
              <a:avLst/>
              <a:gdLst/>
              <a:ahLst/>
              <a:cxnLst/>
              <a:rect l="l" t="t" r="r" b="b"/>
              <a:pathLst>
                <a:path w="3774" h="15170" extrusionOk="0">
                  <a:moveTo>
                    <a:pt x="1942" y="1"/>
                  </a:moveTo>
                  <a:lnTo>
                    <a:pt x="1925" y="375"/>
                  </a:lnTo>
                  <a:cubicBezTo>
                    <a:pt x="1865" y="379"/>
                    <a:pt x="1817" y="400"/>
                    <a:pt x="1817" y="425"/>
                  </a:cubicBezTo>
                  <a:cubicBezTo>
                    <a:pt x="1817" y="452"/>
                    <a:pt x="1863" y="473"/>
                    <a:pt x="1921" y="477"/>
                  </a:cubicBezTo>
                  <a:lnTo>
                    <a:pt x="1912" y="668"/>
                  </a:lnTo>
                  <a:lnTo>
                    <a:pt x="1914" y="668"/>
                  </a:lnTo>
                  <a:cubicBezTo>
                    <a:pt x="1796" y="677"/>
                    <a:pt x="1709" y="720"/>
                    <a:pt x="1709" y="774"/>
                  </a:cubicBezTo>
                  <a:cubicBezTo>
                    <a:pt x="1709" y="826"/>
                    <a:pt x="1799" y="869"/>
                    <a:pt x="1914" y="879"/>
                  </a:cubicBezTo>
                  <a:cubicBezTo>
                    <a:pt x="1763" y="1135"/>
                    <a:pt x="1229" y="1994"/>
                    <a:pt x="557" y="2507"/>
                  </a:cubicBezTo>
                  <a:cubicBezTo>
                    <a:pt x="1" y="2934"/>
                    <a:pt x="1026" y="3530"/>
                    <a:pt x="1026" y="3530"/>
                  </a:cubicBezTo>
                  <a:lnTo>
                    <a:pt x="1035" y="4510"/>
                  </a:lnTo>
                  <a:lnTo>
                    <a:pt x="695" y="4510"/>
                  </a:lnTo>
                  <a:lnTo>
                    <a:pt x="695" y="4767"/>
                  </a:lnTo>
                  <a:lnTo>
                    <a:pt x="1026" y="4916"/>
                  </a:lnTo>
                  <a:lnTo>
                    <a:pt x="706" y="4916"/>
                  </a:lnTo>
                  <a:lnTo>
                    <a:pt x="697" y="5076"/>
                  </a:lnTo>
                  <a:lnTo>
                    <a:pt x="185" y="5076"/>
                  </a:lnTo>
                  <a:lnTo>
                    <a:pt x="185" y="5520"/>
                  </a:lnTo>
                  <a:lnTo>
                    <a:pt x="811" y="6046"/>
                  </a:lnTo>
                  <a:lnTo>
                    <a:pt x="830" y="15170"/>
                  </a:lnTo>
                  <a:lnTo>
                    <a:pt x="1960" y="15170"/>
                  </a:lnTo>
                  <a:lnTo>
                    <a:pt x="1960" y="15167"/>
                  </a:lnTo>
                  <a:lnTo>
                    <a:pt x="3003" y="15167"/>
                  </a:lnTo>
                  <a:lnTo>
                    <a:pt x="3021" y="6043"/>
                  </a:lnTo>
                  <a:lnTo>
                    <a:pt x="3606" y="5518"/>
                  </a:lnTo>
                  <a:lnTo>
                    <a:pt x="3606" y="5073"/>
                  </a:lnTo>
                  <a:lnTo>
                    <a:pt x="3123" y="5073"/>
                  </a:lnTo>
                  <a:lnTo>
                    <a:pt x="3123" y="5075"/>
                  </a:lnTo>
                  <a:lnTo>
                    <a:pt x="3113" y="4915"/>
                  </a:lnTo>
                  <a:lnTo>
                    <a:pt x="2813" y="4915"/>
                  </a:lnTo>
                  <a:lnTo>
                    <a:pt x="3123" y="4766"/>
                  </a:lnTo>
                  <a:lnTo>
                    <a:pt x="3123" y="4508"/>
                  </a:lnTo>
                  <a:lnTo>
                    <a:pt x="2804" y="4508"/>
                  </a:lnTo>
                  <a:lnTo>
                    <a:pt x="2813" y="3529"/>
                  </a:lnTo>
                  <a:cubicBezTo>
                    <a:pt x="2813" y="3529"/>
                    <a:pt x="3773" y="2931"/>
                    <a:pt x="3251" y="2505"/>
                  </a:cubicBezTo>
                  <a:cubicBezTo>
                    <a:pt x="2628" y="1997"/>
                    <a:pt x="2129" y="1142"/>
                    <a:pt x="1984" y="881"/>
                  </a:cubicBezTo>
                  <a:cubicBezTo>
                    <a:pt x="2109" y="875"/>
                    <a:pt x="2206" y="830"/>
                    <a:pt x="2206" y="775"/>
                  </a:cubicBezTo>
                  <a:cubicBezTo>
                    <a:pt x="2206" y="723"/>
                    <a:pt x="2116" y="681"/>
                    <a:pt x="2000" y="670"/>
                  </a:cubicBezTo>
                  <a:lnTo>
                    <a:pt x="2002" y="670"/>
                  </a:lnTo>
                  <a:lnTo>
                    <a:pt x="1984" y="477"/>
                  </a:lnTo>
                  <a:cubicBezTo>
                    <a:pt x="2032" y="470"/>
                    <a:pt x="2067" y="451"/>
                    <a:pt x="2067" y="428"/>
                  </a:cubicBezTo>
                  <a:cubicBezTo>
                    <a:pt x="2067" y="403"/>
                    <a:pt x="2028" y="383"/>
                    <a:pt x="1976" y="376"/>
                  </a:cubicBezTo>
                  <a:lnTo>
                    <a:pt x="194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3"/>
            <p:cNvSpPr/>
            <p:nvPr/>
          </p:nvSpPr>
          <p:spPr>
            <a:xfrm>
              <a:off x="2695425" y="3826025"/>
              <a:ext cx="78000" cy="10000"/>
            </a:xfrm>
            <a:custGeom>
              <a:avLst/>
              <a:gdLst/>
              <a:ahLst/>
              <a:cxnLst/>
              <a:rect l="l" t="t" r="r" b="b"/>
              <a:pathLst>
                <a:path w="3120" h="400" extrusionOk="0">
                  <a:moveTo>
                    <a:pt x="1" y="1"/>
                  </a:moveTo>
                  <a:lnTo>
                    <a:pt x="1" y="400"/>
                  </a:lnTo>
                  <a:lnTo>
                    <a:pt x="3120" y="400"/>
                  </a:lnTo>
                  <a:lnTo>
                    <a:pt x="312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3"/>
            <p:cNvSpPr/>
            <p:nvPr/>
          </p:nvSpPr>
          <p:spPr>
            <a:xfrm>
              <a:off x="2713675" y="3555625"/>
              <a:ext cx="5700" cy="23650"/>
            </a:xfrm>
            <a:custGeom>
              <a:avLst/>
              <a:gdLst/>
              <a:ahLst/>
              <a:cxnLst/>
              <a:rect l="l" t="t" r="r" b="b"/>
              <a:pathLst>
                <a:path w="228" h="946" extrusionOk="0">
                  <a:moveTo>
                    <a:pt x="114" y="1"/>
                  </a:moveTo>
                  <a:cubicBezTo>
                    <a:pt x="0" y="1"/>
                    <a:pt x="0" y="280"/>
                    <a:pt x="0" y="280"/>
                  </a:cubicBezTo>
                  <a:lnTo>
                    <a:pt x="0" y="945"/>
                  </a:lnTo>
                  <a:lnTo>
                    <a:pt x="228" y="945"/>
                  </a:lnTo>
                  <a:lnTo>
                    <a:pt x="228" y="245"/>
                  </a:lnTo>
                  <a:cubicBezTo>
                    <a:pt x="228" y="245"/>
                    <a:pt x="228" y="1"/>
                    <a:pt x="1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3"/>
            <p:cNvSpPr/>
            <p:nvPr/>
          </p:nvSpPr>
          <p:spPr>
            <a:xfrm>
              <a:off x="2724200" y="3555375"/>
              <a:ext cx="9175" cy="23600"/>
            </a:xfrm>
            <a:custGeom>
              <a:avLst/>
              <a:gdLst/>
              <a:ahLst/>
              <a:cxnLst/>
              <a:rect l="l" t="t" r="r" b="b"/>
              <a:pathLst>
                <a:path w="367" h="944" extrusionOk="0">
                  <a:moveTo>
                    <a:pt x="184" y="1"/>
                  </a:moveTo>
                  <a:cubicBezTo>
                    <a:pt x="1" y="1"/>
                    <a:pt x="1" y="281"/>
                    <a:pt x="1" y="281"/>
                  </a:cubicBezTo>
                  <a:lnTo>
                    <a:pt x="1" y="944"/>
                  </a:lnTo>
                  <a:lnTo>
                    <a:pt x="366" y="944"/>
                  </a:lnTo>
                  <a:lnTo>
                    <a:pt x="366" y="245"/>
                  </a:lnTo>
                  <a:cubicBezTo>
                    <a:pt x="366" y="245"/>
                    <a:pt x="366" y="1"/>
                    <a:pt x="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3"/>
            <p:cNvSpPr/>
            <p:nvPr/>
          </p:nvSpPr>
          <p:spPr>
            <a:xfrm>
              <a:off x="2737250" y="3555100"/>
              <a:ext cx="9150" cy="23650"/>
            </a:xfrm>
            <a:custGeom>
              <a:avLst/>
              <a:gdLst/>
              <a:ahLst/>
              <a:cxnLst/>
              <a:rect l="l" t="t" r="r" b="b"/>
              <a:pathLst>
                <a:path w="366" h="946" extrusionOk="0">
                  <a:moveTo>
                    <a:pt x="183" y="1"/>
                  </a:moveTo>
                  <a:cubicBezTo>
                    <a:pt x="0" y="1"/>
                    <a:pt x="0" y="280"/>
                    <a:pt x="0" y="280"/>
                  </a:cubicBezTo>
                  <a:lnTo>
                    <a:pt x="0" y="945"/>
                  </a:lnTo>
                  <a:lnTo>
                    <a:pt x="366" y="945"/>
                  </a:lnTo>
                  <a:lnTo>
                    <a:pt x="366" y="245"/>
                  </a:lnTo>
                  <a:cubicBezTo>
                    <a:pt x="366" y="245"/>
                    <a:pt x="366" y="1"/>
                    <a:pt x="1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3"/>
            <p:cNvSpPr/>
            <p:nvPr/>
          </p:nvSpPr>
          <p:spPr>
            <a:xfrm>
              <a:off x="2750350" y="3555375"/>
              <a:ext cx="5725" cy="23600"/>
            </a:xfrm>
            <a:custGeom>
              <a:avLst/>
              <a:gdLst/>
              <a:ahLst/>
              <a:cxnLst/>
              <a:rect l="l" t="t" r="r" b="b"/>
              <a:pathLst>
                <a:path w="229" h="944" extrusionOk="0">
                  <a:moveTo>
                    <a:pt x="114" y="1"/>
                  </a:moveTo>
                  <a:cubicBezTo>
                    <a:pt x="1" y="1"/>
                    <a:pt x="1" y="281"/>
                    <a:pt x="1" y="281"/>
                  </a:cubicBezTo>
                  <a:lnTo>
                    <a:pt x="1" y="944"/>
                  </a:lnTo>
                  <a:lnTo>
                    <a:pt x="228" y="944"/>
                  </a:lnTo>
                  <a:lnTo>
                    <a:pt x="228" y="245"/>
                  </a:lnTo>
                  <a:cubicBezTo>
                    <a:pt x="228" y="245"/>
                    <a:pt x="228" y="1"/>
                    <a:pt x="1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486"/>
        <p:cNvGrpSpPr/>
        <p:nvPr/>
      </p:nvGrpSpPr>
      <p:grpSpPr>
        <a:xfrm>
          <a:off x="0" y="0"/>
          <a:ext cx="0" cy="0"/>
          <a:chOff x="0" y="0"/>
          <a:chExt cx="0" cy="0"/>
        </a:xfrm>
      </p:grpSpPr>
      <p:sp>
        <p:nvSpPr>
          <p:cNvPr id="487" name="Google Shape;487;p29"/>
          <p:cNvSpPr txBox="1">
            <a:spLocks noGrp="1"/>
          </p:cNvSpPr>
          <p:nvPr>
            <p:ph type="title"/>
          </p:nvPr>
        </p:nvSpPr>
        <p:spPr>
          <a:xfrm>
            <a:off x="4261375" y="537475"/>
            <a:ext cx="4093200" cy="1058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7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88" name="Google Shape;488;p29"/>
          <p:cNvSpPr txBox="1">
            <a:spLocks noGrp="1"/>
          </p:cNvSpPr>
          <p:nvPr>
            <p:ph type="subTitle" idx="1"/>
          </p:nvPr>
        </p:nvSpPr>
        <p:spPr>
          <a:xfrm>
            <a:off x="4261375" y="1683042"/>
            <a:ext cx="4093200" cy="13491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89" name="Google Shape;489;p29"/>
          <p:cNvSpPr txBox="1"/>
          <p:nvPr/>
        </p:nvSpPr>
        <p:spPr>
          <a:xfrm>
            <a:off x="4261375" y="3119008"/>
            <a:ext cx="4093200" cy="783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300"/>
              </a:spcBef>
              <a:spcAft>
                <a:spcPts val="0"/>
              </a:spcAft>
              <a:buNone/>
            </a:pPr>
            <a:r>
              <a:rPr lang="en" sz="1200">
                <a:solidFill>
                  <a:schemeClr val="dk1"/>
                </a:solidFill>
                <a:latin typeface="Asap"/>
                <a:ea typeface="Asap"/>
                <a:cs typeface="Asap"/>
                <a:sym typeface="Asap"/>
              </a:rPr>
              <a:t>CREDITS: This presentation template was created by </a:t>
            </a:r>
            <a:r>
              <a:rPr lang="en" sz="1200" b="1" u="sng">
                <a:solidFill>
                  <a:schemeClr val="hlink"/>
                </a:solidFill>
                <a:latin typeface="Asap"/>
                <a:ea typeface="Asap"/>
                <a:cs typeface="Asap"/>
                <a:sym typeface="Asap"/>
                <a:hlinkClick r:id="rId2"/>
              </a:rPr>
              <a:t>Slidesgo</a:t>
            </a:r>
            <a:r>
              <a:rPr lang="en" sz="1200" b="1">
                <a:solidFill>
                  <a:schemeClr val="dk1"/>
                </a:solidFill>
                <a:latin typeface="Asap"/>
                <a:ea typeface="Asap"/>
                <a:cs typeface="Asap"/>
                <a:sym typeface="Asap"/>
              </a:rPr>
              <a:t>,</a:t>
            </a:r>
            <a:r>
              <a:rPr lang="en" sz="1200">
                <a:solidFill>
                  <a:schemeClr val="dk1"/>
                </a:solidFill>
                <a:latin typeface="Asap"/>
                <a:ea typeface="Asap"/>
                <a:cs typeface="Asap"/>
                <a:sym typeface="Asap"/>
              </a:rPr>
              <a:t> and includes icons by</a:t>
            </a:r>
            <a:r>
              <a:rPr lang="en" sz="1200" b="1">
                <a:solidFill>
                  <a:schemeClr val="dk1"/>
                </a:solidFill>
                <a:latin typeface="Asap"/>
                <a:ea typeface="Asap"/>
                <a:cs typeface="Asap"/>
                <a:sym typeface="Asap"/>
              </a:rPr>
              <a:t> </a:t>
            </a:r>
            <a:r>
              <a:rPr lang="en" sz="1200" b="1" u="sng">
                <a:solidFill>
                  <a:schemeClr val="dk1"/>
                </a:solidFill>
                <a:latin typeface="Asap"/>
                <a:ea typeface="Asap"/>
                <a:cs typeface="Asap"/>
                <a:sym typeface="Asap"/>
                <a:hlinkClick r:id="rId3">
                  <a:extLst>
                    <a:ext uri="{A12FA001-AC4F-418D-AE19-62706E023703}">
                      <ahyp:hlinkClr xmlns:ahyp="http://schemas.microsoft.com/office/drawing/2018/hyperlinkcolor" val="tx"/>
                    </a:ext>
                  </a:extLst>
                </a:hlinkClick>
              </a:rPr>
              <a:t>Flaticon</a:t>
            </a:r>
            <a:r>
              <a:rPr lang="en" sz="1200" b="1">
                <a:solidFill>
                  <a:schemeClr val="dk1"/>
                </a:solidFill>
                <a:latin typeface="Asap"/>
                <a:ea typeface="Asap"/>
                <a:cs typeface="Asap"/>
                <a:sym typeface="Asap"/>
              </a:rPr>
              <a:t>,</a:t>
            </a:r>
            <a:r>
              <a:rPr lang="en" sz="1200">
                <a:solidFill>
                  <a:schemeClr val="dk1"/>
                </a:solidFill>
                <a:latin typeface="Asap"/>
                <a:ea typeface="Asap"/>
                <a:cs typeface="Asap"/>
                <a:sym typeface="Asap"/>
              </a:rPr>
              <a:t> and infographics &amp; images by </a:t>
            </a:r>
            <a:r>
              <a:rPr lang="en" sz="1200" b="1" u="sng">
                <a:solidFill>
                  <a:schemeClr val="dk1"/>
                </a:solidFill>
                <a:latin typeface="Asap"/>
                <a:ea typeface="Asap"/>
                <a:cs typeface="Asap"/>
                <a:sym typeface="Asap"/>
                <a:hlinkClick r:id="rId4">
                  <a:extLst>
                    <a:ext uri="{A12FA001-AC4F-418D-AE19-62706E023703}">
                      <ahyp:hlinkClr xmlns:ahyp="http://schemas.microsoft.com/office/drawing/2018/hyperlinkcolor" val="tx"/>
                    </a:ext>
                  </a:extLst>
                </a:hlinkClick>
              </a:rPr>
              <a:t>Freepik</a:t>
            </a:r>
            <a:r>
              <a:rPr lang="en" sz="1200" b="1" u="sng">
                <a:solidFill>
                  <a:schemeClr val="dk1"/>
                </a:solidFill>
                <a:latin typeface="Asap"/>
                <a:ea typeface="Asap"/>
                <a:cs typeface="Asap"/>
                <a:sym typeface="Asap"/>
              </a:rPr>
              <a:t> </a:t>
            </a:r>
            <a:endParaRPr sz="1200" b="1" u="sng">
              <a:solidFill>
                <a:schemeClr val="dk1"/>
              </a:solidFill>
              <a:latin typeface="Asap"/>
              <a:ea typeface="Asap"/>
              <a:cs typeface="Asap"/>
              <a:sym typeface="Asap"/>
            </a:endParaRPr>
          </a:p>
        </p:txBody>
      </p:sp>
      <p:grpSp>
        <p:nvGrpSpPr>
          <p:cNvPr id="490" name="Google Shape;490;p29"/>
          <p:cNvGrpSpPr/>
          <p:nvPr/>
        </p:nvGrpSpPr>
        <p:grpSpPr>
          <a:xfrm rot="134305" flipH="1">
            <a:off x="6569346" y="-463397"/>
            <a:ext cx="3389039" cy="1209961"/>
            <a:chOff x="2416425" y="-1736650"/>
            <a:chExt cx="4339937" cy="1549452"/>
          </a:xfrm>
        </p:grpSpPr>
        <p:sp>
          <p:nvSpPr>
            <p:cNvPr id="491" name="Google Shape;491;p29"/>
            <p:cNvSpPr/>
            <p:nvPr/>
          </p:nvSpPr>
          <p:spPr>
            <a:xfrm>
              <a:off x="2416425" y="-1736650"/>
              <a:ext cx="4339937" cy="1549452"/>
            </a:xfrm>
            <a:custGeom>
              <a:avLst/>
              <a:gdLst/>
              <a:ahLst/>
              <a:cxnLst/>
              <a:rect l="l" t="t" r="r" b="b"/>
              <a:pathLst>
                <a:path w="58411" h="20854" extrusionOk="0">
                  <a:moveTo>
                    <a:pt x="8551" y="1"/>
                  </a:moveTo>
                  <a:cubicBezTo>
                    <a:pt x="8250" y="1"/>
                    <a:pt x="7943" y="29"/>
                    <a:pt x="7633" y="88"/>
                  </a:cubicBezTo>
                  <a:cubicBezTo>
                    <a:pt x="5925" y="410"/>
                    <a:pt x="4521" y="1672"/>
                    <a:pt x="4247" y="3134"/>
                  </a:cubicBezTo>
                  <a:cubicBezTo>
                    <a:pt x="3866" y="2557"/>
                    <a:pt x="2723" y="1765"/>
                    <a:pt x="1752" y="1765"/>
                  </a:cubicBezTo>
                  <a:cubicBezTo>
                    <a:pt x="1405" y="1765"/>
                    <a:pt x="1080" y="1865"/>
                    <a:pt x="819" y="2113"/>
                  </a:cubicBezTo>
                  <a:cubicBezTo>
                    <a:pt x="324" y="8386"/>
                    <a:pt x="81" y="14564"/>
                    <a:pt x="0" y="20854"/>
                  </a:cubicBezTo>
                  <a:cubicBezTo>
                    <a:pt x="350" y="20567"/>
                    <a:pt x="381" y="19928"/>
                    <a:pt x="730" y="19642"/>
                  </a:cubicBezTo>
                  <a:cubicBezTo>
                    <a:pt x="788" y="19644"/>
                    <a:pt x="846" y="19645"/>
                    <a:pt x="904" y="19645"/>
                  </a:cubicBezTo>
                  <a:cubicBezTo>
                    <a:pt x="3080" y="19645"/>
                    <a:pt x="5185" y="18137"/>
                    <a:pt x="5834" y="16082"/>
                  </a:cubicBezTo>
                  <a:cubicBezTo>
                    <a:pt x="6196" y="16509"/>
                    <a:pt x="6762" y="16749"/>
                    <a:pt x="7326" y="16749"/>
                  </a:cubicBezTo>
                  <a:cubicBezTo>
                    <a:pt x="7543" y="16749"/>
                    <a:pt x="7760" y="16713"/>
                    <a:pt x="7965" y="16639"/>
                  </a:cubicBezTo>
                  <a:cubicBezTo>
                    <a:pt x="8533" y="16432"/>
                    <a:pt x="8975" y="15935"/>
                    <a:pt x="9142" y="15363"/>
                  </a:cubicBezTo>
                  <a:lnTo>
                    <a:pt x="9142" y="15363"/>
                  </a:lnTo>
                  <a:cubicBezTo>
                    <a:pt x="9004" y="17346"/>
                    <a:pt x="10520" y="18964"/>
                    <a:pt x="12634" y="18964"/>
                  </a:cubicBezTo>
                  <a:cubicBezTo>
                    <a:pt x="12665" y="18964"/>
                    <a:pt x="12696" y="18964"/>
                    <a:pt x="12727" y="18963"/>
                  </a:cubicBezTo>
                  <a:cubicBezTo>
                    <a:pt x="14564" y="18921"/>
                    <a:pt x="16273" y="17502"/>
                    <a:pt x="16617" y="15763"/>
                  </a:cubicBezTo>
                  <a:cubicBezTo>
                    <a:pt x="17355" y="17516"/>
                    <a:pt x="19074" y="18685"/>
                    <a:pt x="21000" y="18782"/>
                  </a:cubicBezTo>
                  <a:cubicBezTo>
                    <a:pt x="21086" y="18786"/>
                    <a:pt x="21170" y="18788"/>
                    <a:pt x="21252" y="18788"/>
                  </a:cubicBezTo>
                  <a:cubicBezTo>
                    <a:pt x="22967" y="18788"/>
                    <a:pt x="23962" y="17894"/>
                    <a:pt x="25456" y="17227"/>
                  </a:cubicBezTo>
                  <a:cubicBezTo>
                    <a:pt x="25685" y="17125"/>
                    <a:pt x="25902" y="17082"/>
                    <a:pt x="26112" y="17082"/>
                  </a:cubicBezTo>
                  <a:cubicBezTo>
                    <a:pt x="27102" y="17082"/>
                    <a:pt x="27927" y="18043"/>
                    <a:pt x="29144" y="18237"/>
                  </a:cubicBezTo>
                  <a:cubicBezTo>
                    <a:pt x="29299" y="18262"/>
                    <a:pt x="29448" y="18273"/>
                    <a:pt x="29593" y="18273"/>
                  </a:cubicBezTo>
                  <a:cubicBezTo>
                    <a:pt x="30588" y="18273"/>
                    <a:pt x="31363" y="17755"/>
                    <a:pt x="32313" y="17735"/>
                  </a:cubicBezTo>
                  <a:cubicBezTo>
                    <a:pt x="32327" y="17735"/>
                    <a:pt x="32341" y="17734"/>
                    <a:pt x="32355" y="17734"/>
                  </a:cubicBezTo>
                  <a:cubicBezTo>
                    <a:pt x="33320" y="17734"/>
                    <a:pt x="34036" y="18444"/>
                    <a:pt x="35058" y="18444"/>
                  </a:cubicBezTo>
                  <a:cubicBezTo>
                    <a:pt x="35149" y="18444"/>
                    <a:pt x="35241" y="18438"/>
                    <a:pt x="35337" y="18426"/>
                  </a:cubicBezTo>
                  <a:cubicBezTo>
                    <a:pt x="35590" y="18395"/>
                    <a:pt x="38241" y="17272"/>
                    <a:pt x="37919" y="17007"/>
                  </a:cubicBezTo>
                  <a:lnTo>
                    <a:pt x="37919" y="17007"/>
                  </a:lnTo>
                  <a:cubicBezTo>
                    <a:pt x="39122" y="17997"/>
                    <a:pt x="40691" y="18512"/>
                    <a:pt x="42256" y="18512"/>
                  </a:cubicBezTo>
                  <a:cubicBezTo>
                    <a:pt x="43295" y="18512"/>
                    <a:pt x="44333" y="18285"/>
                    <a:pt x="45260" y="17818"/>
                  </a:cubicBezTo>
                  <a:cubicBezTo>
                    <a:pt x="45406" y="17745"/>
                    <a:pt x="45571" y="17713"/>
                    <a:pt x="45751" y="17713"/>
                  </a:cubicBezTo>
                  <a:cubicBezTo>
                    <a:pt x="46688" y="17713"/>
                    <a:pt x="47996" y="18569"/>
                    <a:pt x="48717" y="18783"/>
                  </a:cubicBezTo>
                  <a:cubicBezTo>
                    <a:pt x="50082" y="19193"/>
                    <a:pt x="52228" y="19736"/>
                    <a:pt x="54110" y="19736"/>
                  </a:cubicBezTo>
                  <a:cubicBezTo>
                    <a:pt x="55100" y="19736"/>
                    <a:pt x="56016" y="19586"/>
                    <a:pt x="56709" y="19188"/>
                  </a:cubicBezTo>
                  <a:cubicBezTo>
                    <a:pt x="57780" y="18573"/>
                    <a:pt x="58411" y="17143"/>
                    <a:pt x="57838" y="16058"/>
                  </a:cubicBezTo>
                  <a:cubicBezTo>
                    <a:pt x="57595" y="15598"/>
                    <a:pt x="57056" y="15261"/>
                    <a:pt x="56560" y="15261"/>
                  </a:cubicBezTo>
                  <a:cubicBezTo>
                    <a:pt x="56335" y="15261"/>
                    <a:pt x="56120" y="15330"/>
                    <a:pt x="55944" y="15487"/>
                  </a:cubicBezTo>
                  <a:cubicBezTo>
                    <a:pt x="55762" y="14546"/>
                    <a:pt x="54832" y="13810"/>
                    <a:pt x="53866" y="13810"/>
                  </a:cubicBezTo>
                  <a:cubicBezTo>
                    <a:pt x="53816" y="13810"/>
                    <a:pt x="53767" y="13812"/>
                    <a:pt x="53718" y="13816"/>
                  </a:cubicBezTo>
                  <a:cubicBezTo>
                    <a:pt x="53399" y="13843"/>
                    <a:pt x="53014" y="14048"/>
                    <a:pt x="53071" y="14360"/>
                  </a:cubicBezTo>
                  <a:lnTo>
                    <a:pt x="53071" y="14360"/>
                  </a:lnTo>
                  <a:cubicBezTo>
                    <a:pt x="52806" y="13837"/>
                    <a:pt x="52199" y="13568"/>
                    <a:pt x="51598" y="13568"/>
                  </a:cubicBezTo>
                  <a:cubicBezTo>
                    <a:pt x="51448" y="13568"/>
                    <a:pt x="51299" y="13584"/>
                    <a:pt x="51155" y="13618"/>
                  </a:cubicBezTo>
                  <a:cubicBezTo>
                    <a:pt x="50516" y="13765"/>
                    <a:pt x="50169" y="14318"/>
                    <a:pt x="49609" y="14516"/>
                  </a:cubicBezTo>
                  <a:cubicBezTo>
                    <a:pt x="49490" y="14558"/>
                    <a:pt x="49356" y="14568"/>
                    <a:pt x="49218" y="14568"/>
                  </a:cubicBezTo>
                  <a:cubicBezTo>
                    <a:pt x="49092" y="14568"/>
                    <a:pt x="48962" y="14560"/>
                    <a:pt x="48834" y="14560"/>
                  </a:cubicBezTo>
                  <a:cubicBezTo>
                    <a:pt x="48723" y="14560"/>
                    <a:pt x="48614" y="14566"/>
                    <a:pt x="48510" y="14589"/>
                  </a:cubicBezTo>
                  <a:cubicBezTo>
                    <a:pt x="48857" y="13692"/>
                    <a:pt x="48836" y="12676"/>
                    <a:pt x="48357" y="11827"/>
                  </a:cubicBezTo>
                  <a:cubicBezTo>
                    <a:pt x="47787" y="10814"/>
                    <a:pt x="46294" y="10136"/>
                    <a:pt x="44911" y="10136"/>
                  </a:cubicBezTo>
                  <a:cubicBezTo>
                    <a:pt x="43733" y="10136"/>
                    <a:pt x="42635" y="10628"/>
                    <a:pt x="42254" y="11820"/>
                  </a:cubicBezTo>
                  <a:cubicBezTo>
                    <a:pt x="42990" y="9521"/>
                    <a:pt x="41690" y="7020"/>
                    <a:pt x="39190" y="6591"/>
                  </a:cubicBezTo>
                  <a:cubicBezTo>
                    <a:pt x="38942" y="6549"/>
                    <a:pt x="38708" y="6529"/>
                    <a:pt x="38485" y="6529"/>
                  </a:cubicBezTo>
                  <a:cubicBezTo>
                    <a:pt x="36817" y="6529"/>
                    <a:pt x="35788" y="7644"/>
                    <a:pt x="34620" y="8798"/>
                  </a:cubicBezTo>
                  <a:cubicBezTo>
                    <a:pt x="34329" y="7821"/>
                    <a:pt x="33816" y="6805"/>
                    <a:pt x="32805" y="6341"/>
                  </a:cubicBezTo>
                  <a:cubicBezTo>
                    <a:pt x="32504" y="6203"/>
                    <a:pt x="32167" y="6135"/>
                    <a:pt x="31832" y="6135"/>
                  </a:cubicBezTo>
                  <a:cubicBezTo>
                    <a:pt x="31094" y="6135"/>
                    <a:pt x="30362" y="6464"/>
                    <a:pt x="30011" y="7097"/>
                  </a:cubicBezTo>
                  <a:cubicBezTo>
                    <a:pt x="29695" y="6025"/>
                    <a:pt x="28691" y="5182"/>
                    <a:pt x="27565" y="5045"/>
                  </a:cubicBezTo>
                  <a:cubicBezTo>
                    <a:pt x="27457" y="5032"/>
                    <a:pt x="27347" y="5026"/>
                    <a:pt x="27238" y="5026"/>
                  </a:cubicBezTo>
                  <a:cubicBezTo>
                    <a:pt x="26218" y="5026"/>
                    <a:pt x="25204" y="5582"/>
                    <a:pt x="24690" y="6456"/>
                  </a:cubicBezTo>
                  <a:cubicBezTo>
                    <a:pt x="24546" y="6072"/>
                    <a:pt x="24129" y="5865"/>
                    <a:pt x="23719" y="5865"/>
                  </a:cubicBezTo>
                  <a:cubicBezTo>
                    <a:pt x="23394" y="5865"/>
                    <a:pt x="23072" y="5996"/>
                    <a:pt x="22897" y="6272"/>
                  </a:cubicBezTo>
                  <a:cubicBezTo>
                    <a:pt x="22793" y="3886"/>
                    <a:pt x="21309" y="1514"/>
                    <a:pt x="19036" y="691"/>
                  </a:cubicBezTo>
                  <a:cubicBezTo>
                    <a:pt x="18516" y="502"/>
                    <a:pt x="17962" y="412"/>
                    <a:pt x="17407" y="412"/>
                  </a:cubicBezTo>
                  <a:cubicBezTo>
                    <a:pt x="15538" y="412"/>
                    <a:pt x="13653" y="1433"/>
                    <a:pt x="12971" y="3146"/>
                  </a:cubicBezTo>
                  <a:cubicBezTo>
                    <a:pt x="12260" y="1231"/>
                    <a:pt x="10536" y="1"/>
                    <a:pt x="85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9"/>
            <p:cNvSpPr/>
            <p:nvPr/>
          </p:nvSpPr>
          <p:spPr>
            <a:xfrm>
              <a:off x="2462045" y="-1348359"/>
              <a:ext cx="3548196" cy="1069549"/>
            </a:xfrm>
            <a:custGeom>
              <a:avLst/>
              <a:gdLst/>
              <a:ahLst/>
              <a:cxnLst/>
              <a:rect l="l" t="t" r="r" b="b"/>
              <a:pathLst>
                <a:path w="47755" h="14395" extrusionOk="0">
                  <a:moveTo>
                    <a:pt x="8566" y="0"/>
                  </a:moveTo>
                  <a:cubicBezTo>
                    <a:pt x="6796" y="0"/>
                    <a:pt x="4938" y="1048"/>
                    <a:pt x="4310" y="2704"/>
                  </a:cubicBezTo>
                  <a:cubicBezTo>
                    <a:pt x="3967" y="2497"/>
                    <a:pt x="3573" y="2401"/>
                    <a:pt x="3174" y="2401"/>
                  </a:cubicBezTo>
                  <a:cubicBezTo>
                    <a:pt x="2493" y="2401"/>
                    <a:pt x="1798" y="2681"/>
                    <a:pt x="1316" y="3165"/>
                  </a:cubicBezTo>
                  <a:cubicBezTo>
                    <a:pt x="555" y="3933"/>
                    <a:pt x="307" y="5111"/>
                    <a:pt x="535" y="6164"/>
                  </a:cubicBezTo>
                  <a:cubicBezTo>
                    <a:pt x="489" y="6088"/>
                    <a:pt x="403" y="6053"/>
                    <a:pt x="314" y="6053"/>
                  </a:cubicBezTo>
                  <a:cubicBezTo>
                    <a:pt x="189" y="6053"/>
                    <a:pt x="60" y="6123"/>
                    <a:pt x="34" y="6246"/>
                  </a:cubicBezTo>
                  <a:lnTo>
                    <a:pt x="1" y="14391"/>
                  </a:lnTo>
                  <a:cubicBezTo>
                    <a:pt x="58" y="14393"/>
                    <a:pt x="115" y="14394"/>
                    <a:pt x="172" y="14394"/>
                  </a:cubicBezTo>
                  <a:cubicBezTo>
                    <a:pt x="2351" y="14394"/>
                    <a:pt x="4457" y="12885"/>
                    <a:pt x="5106" y="10829"/>
                  </a:cubicBezTo>
                  <a:cubicBezTo>
                    <a:pt x="5468" y="11256"/>
                    <a:pt x="6034" y="11496"/>
                    <a:pt x="6597" y="11496"/>
                  </a:cubicBezTo>
                  <a:cubicBezTo>
                    <a:pt x="6815" y="11496"/>
                    <a:pt x="7032" y="11461"/>
                    <a:pt x="7237" y="11386"/>
                  </a:cubicBezTo>
                  <a:cubicBezTo>
                    <a:pt x="7805" y="11179"/>
                    <a:pt x="8247" y="10682"/>
                    <a:pt x="8414" y="10110"/>
                  </a:cubicBezTo>
                  <a:lnTo>
                    <a:pt x="8414" y="10110"/>
                  </a:lnTo>
                  <a:cubicBezTo>
                    <a:pt x="8276" y="12093"/>
                    <a:pt x="9792" y="13712"/>
                    <a:pt x="11905" y="13712"/>
                  </a:cubicBezTo>
                  <a:cubicBezTo>
                    <a:pt x="11936" y="13712"/>
                    <a:pt x="11966" y="13711"/>
                    <a:pt x="11997" y="13711"/>
                  </a:cubicBezTo>
                  <a:cubicBezTo>
                    <a:pt x="13836" y="13668"/>
                    <a:pt x="15545" y="12249"/>
                    <a:pt x="15889" y="10512"/>
                  </a:cubicBezTo>
                  <a:cubicBezTo>
                    <a:pt x="16627" y="12263"/>
                    <a:pt x="18346" y="13432"/>
                    <a:pt x="20272" y="13529"/>
                  </a:cubicBezTo>
                  <a:cubicBezTo>
                    <a:pt x="20358" y="13534"/>
                    <a:pt x="20442" y="13536"/>
                    <a:pt x="20524" y="13536"/>
                  </a:cubicBezTo>
                  <a:cubicBezTo>
                    <a:pt x="22239" y="13536"/>
                    <a:pt x="23234" y="12641"/>
                    <a:pt x="24728" y="11975"/>
                  </a:cubicBezTo>
                  <a:cubicBezTo>
                    <a:pt x="24957" y="11872"/>
                    <a:pt x="25175" y="11829"/>
                    <a:pt x="25384" y="11829"/>
                  </a:cubicBezTo>
                  <a:cubicBezTo>
                    <a:pt x="26374" y="11829"/>
                    <a:pt x="27199" y="12790"/>
                    <a:pt x="28415" y="12985"/>
                  </a:cubicBezTo>
                  <a:cubicBezTo>
                    <a:pt x="28569" y="13010"/>
                    <a:pt x="28718" y="13021"/>
                    <a:pt x="28863" y="13021"/>
                  </a:cubicBezTo>
                  <a:cubicBezTo>
                    <a:pt x="29859" y="13021"/>
                    <a:pt x="30635" y="12502"/>
                    <a:pt x="31584" y="12482"/>
                  </a:cubicBezTo>
                  <a:cubicBezTo>
                    <a:pt x="31598" y="12482"/>
                    <a:pt x="31612" y="12482"/>
                    <a:pt x="31625" y="12482"/>
                  </a:cubicBezTo>
                  <a:cubicBezTo>
                    <a:pt x="32593" y="12482"/>
                    <a:pt x="33309" y="13192"/>
                    <a:pt x="34333" y="13192"/>
                  </a:cubicBezTo>
                  <a:cubicBezTo>
                    <a:pt x="34422" y="13192"/>
                    <a:pt x="34514" y="13187"/>
                    <a:pt x="34609" y="13175"/>
                  </a:cubicBezTo>
                  <a:cubicBezTo>
                    <a:pt x="34862" y="13143"/>
                    <a:pt x="37513" y="12020"/>
                    <a:pt x="37191" y="11755"/>
                  </a:cubicBezTo>
                  <a:lnTo>
                    <a:pt x="37191" y="11755"/>
                  </a:lnTo>
                  <a:cubicBezTo>
                    <a:pt x="38060" y="12468"/>
                    <a:pt x="39201" y="12821"/>
                    <a:pt x="40332" y="12821"/>
                  </a:cubicBezTo>
                  <a:cubicBezTo>
                    <a:pt x="40424" y="12821"/>
                    <a:pt x="40515" y="12819"/>
                    <a:pt x="40607" y="12814"/>
                  </a:cubicBezTo>
                  <a:cubicBezTo>
                    <a:pt x="41227" y="12783"/>
                    <a:pt x="41842" y="12645"/>
                    <a:pt x="42413" y="12406"/>
                  </a:cubicBezTo>
                  <a:cubicBezTo>
                    <a:pt x="42566" y="12343"/>
                    <a:pt x="43787" y="11535"/>
                    <a:pt x="43800" y="11535"/>
                  </a:cubicBezTo>
                  <a:cubicBezTo>
                    <a:pt x="43800" y="11535"/>
                    <a:pt x="43800" y="11535"/>
                    <a:pt x="43800" y="11535"/>
                  </a:cubicBezTo>
                  <a:cubicBezTo>
                    <a:pt x="44365" y="11815"/>
                    <a:pt x="44991" y="11975"/>
                    <a:pt x="45622" y="12001"/>
                  </a:cubicBezTo>
                  <a:cubicBezTo>
                    <a:pt x="45672" y="12004"/>
                    <a:pt x="45723" y="12005"/>
                    <a:pt x="45774" y="12005"/>
                  </a:cubicBezTo>
                  <a:cubicBezTo>
                    <a:pt x="46297" y="12005"/>
                    <a:pt x="46840" y="11887"/>
                    <a:pt x="47212" y="11531"/>
                  </a:cubicBezTo>
                  <a:cubicBezTo>
                    <a:pt x="47664" y="11092"/>
                    <a:pt x="47754" y="10368"/>
                    <a:pt x="47524" y="9788"/>
                  </a:cubicBezTo>
                  <a:cubicBezTo>
                    <a:pt x="47293" y="9204"/>
                    <a:pt x="46793" y="8756"/>
                    <a:pt x="46230" y="8468"/>
                  </a:cubicBezTo>
                  <a:cubicBezTo>
                    <a:pt x="45848" y="8272"/>
                    <a:pt x="45406" y="8146"/>
                    <a:pt x="44979" y="8146"/>
                  </a:cubicBezTo>
                  <a:cubicBezTo>
                    <a:pt x="44644" y="8146"/>
                    <a:pt x="44317" y="8223"/>
                    <a:pt x="44035" y="8405"/>
                  </a:cubicBezTo>
                  <a:cubicBezTo>
                    <a:pt x="43544" y="7920"/>
                    <a:pt x="42848" y="7662"/>
                    <a:pt x="42155" y="7662"/>
                  </a:cubicBezTo>
                  <a:cubicBezTo>
                    <a:pt x="41743" y="7662"/>
                    <a:pt x="41332" y="7753"/>
                    <a:pt x="40967" y="7942"/>
                  </a:cubicBezTo>
                  <a:cubicBezTo>
                    <a:pt x="40742" y="7079"/>
                    <a:pt x="40511" y="6206"/>
                    <a:pt x="40087" y="5421"/>
                  </a:cubicBezTo>
                  <a:cubicBezTo>
                    <a:pt x="39661" y="4633"/>
                    <a:pt x="39014" y="3931"/>
                    <a:pt x="38171" y="3610"/>
                  </a:cubicBezTo>
                  <a:cubicBezTo>
                    <a:pt x="37771" y="3458"/>
                    <a:pt x="37346" y="3397"/>
                    <a:pt x="36916" y="3397"/>
                  </a:cubicBezTo>
                  <a:cubicBezTo>
                    <a:pt x="36578" y="3397"/>
                    <a:pt x="36238" y="3435"/>
                    <a:pt x="35906" y="3493"/>
                  </a:cubicBezTo>
                  <a:cubicBezTo>
                    <a:pt x="34861" y="3680"/>
                    <a:pt x="33729" y="4200"/>
                    <a:pt x="33430" y="5205"/>
                  </a:cubicBezTo>
                  <a:cubicBezTo>
                    <a:pt x="32603" y="4549"/>
                    <a:pt x="31667" y="3973"/>
                    <a:pt x="30619" y="3814"/>
                  </a:cubicBezTo>
                  <a:cubicBezTo>
                    <a:pt x="30450" y="3788"/>
                    <a:pt x="30278" y="3775"/>
                    <a:pt x="30105" y="3775"/>
                  </a:cubicBezTo>
                  <a:cubicBezTo>
                    <a:pt x="29205" y="3775"/>
                    <a:pt x="28295" y="4128"/>
                    <a:pt x="27788" y="4848"/>
                  </a:cubicBezTo>
                  <a:cubicBezTo>
                    <a:pt x="27273" y="4408"/>
                    <a:pt x="26670" y="4032"/>
                    <a:pt x="25996" y="3943"/>
                  </a:cubicBezTo>
                  <a:cubicBezTo>
                    <a:pt x="25913" y="3933"/>
                    <a:pt x="25829" y="3927"/>
                    <a:pt x="25745" y="3927"/>
                  </a:cubicBezTo>
                  <a:cubicBezTo>
                    <a:pt x="25142" y="3927"/>
                    <a:pt x="24525" y="4195"/>
                    <a:pt x="24239" y="4711"/>
                  </a:cubicBezTo>
                  <a:cubicBezTo>
                    <a:pt x="23759" y="4120"/>
                    <a:pt x="23002" y="3789"/>
                    <a:pt x="22243" y="3755"/>
                  </a:cubicBezTo>
                  <a:cubicBezTo>
                    <a:pt x="22221" y="3754"/>
                    <a:pt x="22200" y="3754"/>
                    <a:pt x="22179" y="3754"/>
                  </a:cubicBezTo>
                  <a:cubicBezTo>
                    <a:pt x="21801" y="3754"/>
                    <a:pt x="21487" y="3889"/>
                    <a:pt x="21125" y="3931"/>
                  </a:cubicBezTo>
                  <a:cubicBezTo>
                    <a:pt x="20970" y="3949"/>
                    <a:pt x="20876" y="3966"/>
                    <a:pt x="20812" y="3966"/>
                  </a:cubicBezTo>
                  <a:cubicBezTo>
                    <a:pt x="20667" y="3966"/>
                    <a:pt x="20682" y="3879"/>
                    <a:pt x="20517" y="3522"/>
                  </a:cubicBezTo>
                  <a:cubicBezTo>
                    <a:pt x="19891" y="2171"/>
                    <a:pt x="18685" y="1090"/>
                    <a:pt x="17167" y="841"/>
                  </a:cubicBezTo>
                  <a:cubicBezTo>
                    <a:pt x="16953" y="806"/>
                    <a:pt x="16734" y="788"/>
                    <a:pt x="16514" y="788"/>
                  </a:cubicBezTo>
                  <a:cubicBezTo>
                    <a:pt x="15729" y="788"/>
                    <a:pt x="14933" y="1015"/>
                    <a:pt x="14310" y="1482"/>
                  </a:cubicBezTo>
                  <a:cubicBezTo>
                    <a:pt x="13773" y="1884"/>
                    <a:pt x="12908" y="2912"/>
                    <a:pt x="13064" y="3657"/>
                  </a:cubicBezTo>
                  <a:cubicBezTo>
                    <a:pt x="12679" y="1821"/>
                    <a:pt x="11046" y="307"/>
                    <a:pt x="9164" y="41"/>
                  </a:cubicBezTo>
                  <a:cubicBezTo>
                    <a:pt x="8967" y="14"/>
                    <a:pt x="8767" y="0"/>
                    <a:pt x="856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3" name="Google Shape;493;p29"/>
          <p:cNvSpPr/>
          <p:nvPr/>
        </p:nvSpPr>
        <p:spPr>
          <a:xfrm>
            <a:off x="0" y="4464200"/>
            <a:ext cx="9220200" cy="698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494"/>
        <p:cNvGrpSpPr/>
        <p:nvPr/>
      </p:nvGrpSpPr>
      <p:grpSpPr>
        <a:xfrm>
          <a:off x="0" y="0"/>
          <a:ext cx="0" cy="0"/>
          <a:chOff x="0" y="0"/>
          <a:chExt cx="0" cy="0"/>
        </a:xfrm>
      </p:grpSpPr>
      <p:sp>
        <p:nvSpPr>
          <p:cNvPr id="495" name="Google Shape;495;p30"/>
          <p:cNvSpPr/>
          <p:nvPr/>
        </p:nvSpPr>
        <p:spPr>
          <a:xfrm flipH="1">
            <a:off x="8338093" y="910388"/>
            <a:ext cx="670500" cy="2033710"/>
          </a:xfrm>
          <a:custGeom>
            <a:avLst/>
            <a:gdLst/>
            <a:ahLst/>
            <a:cxnLst/>
            <a:rect l="l" t="t" r="r" b="b"/>
            <a:pathLst>
              <a:path w="3944" h="11963" extrusionOk="0">
                <a:moveTo>
                  <a:pt x="1940" y="1"/>
                </a:moveTo>
                <a:lnTo>
                  <a:pt x="1811" y="1465"/>
                </a:lnTo>
                <a:lnTo>
                  <a:pt x="1488" y="1465"/>
                </a:lnTo>
                <a:lnTo>
                  <a:pt x="1488" y="2094"/>
                </a:lnTo>
                <a:cubicBezTo>
                  <a:pt x="1488" y="2094"/>
                  <a:pt x="97" y="2616"/>
                  <a:pt x="259" y="4185"/>
                </a:cubicBezTo>
                <a:lnTo>
                  <a:pt x="0" y="4394"/>
                </a:lnTo>
                <a:lnTo>
                  <a:pt x="194" y="4604"/>
                </a:lnTo>
                <a:lnTo>
                  <a:pt x="194" y="6137"/>
                </a:lnTo>
                <a:lnTo>
                  <a:pt x="0" y="6137"/>
                </a:lnTo>
                <a:lnTo>
                  <a:pt x="0" y="6662"/>
                </a:lnTo>
                <a:lnTo>
                  <a:pt x="431" y="6662"/>
                </a:lnTo>
                <a:lnTo>
                  <a:pt x="452" y="11962"/>
                </a:lnTo>
                <a:lnTo>
                  <a:pt x="3490" y="11962"/>
                </a:lnTo>
                <a:lnTo>
                  <a:pt x="3512" y="6662"/>
                </a:lnTo>
                <a:lnTo>
                  <a:pt x="3942" y="6662"/>
                </a:lnTo>
                <a:lnTo>
                  <a:pt x="3942" y="6137"/>
                </a:lnTo>
                <a:lnTo>
                  <a:pt x="3741" y="6137"/>
                </a:lnTo>
                <a:lnTo>
                  <a:pt x="3741" y="4604"/>
                </a:lnTo>
                <a:lnTo>
                  <a:pt x="3743" y="4604"/>
                </a:lnTo>
                <a:lnTo>
                  <a:pt x="3943" y="4394"/>
                </a:lnTo>
                <a:lnTo>
                  <a:pt x="3676" y="4185"/>
                </a:lnTo>
                <a:cubicBezTo>
                  <a:pt x="3843" y="2616"/>
                  <a:pt x="2408" y="2094"/>
                  <a:pt x="2408" y="2094"/>
                </a:cubicBezTo>
                <a:lnTo>
                  <a:pt x="2408" y="1465"/>
                </a:lnTo>
                <a:lnTo>
                  <a:pt x="2074" y="1465"/>
                </a:lnTo>
                <a:lnTo>
                  <a:pt x="194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0"/>
          <p:cNvSpPr/>
          <p:nvPr/>
        </p:nvSpPr>
        <p:spPr>
          <a:xfrm flipH="1">
            <a:off x="6678680" y="2736777"/>
            <a:ext cx="544400" cy="1651223"/>
          </a:xfrm>
          <a:custGeom>
            <a:avLst/>
            <a:gdLst/>
            <a:ahLst/>
            <a:cxnLst/>
            <a:rect l="l" t="t" r="r" b="b"/>
            <a:pathLst>
              <a:path w="3944" h="11963" extrusionOk="0">
                <a:moveTo>
                  <a:pt x="1940" y="1"/>
                </a:moveTo>
                <a:lnTo>
                  <a:pt x="1811" y="1465"/>
                </a:lnTo>
                <a:lnTo>
                  <a:pt x="1488" y="1465"/>
                </a:lnTo>
                <a:lnTo>
                  <a:pt x="1488" y="2094"/>
                </a:lnTo>
                <a:cubicBezTo>
                  <a:pt x="1488" y="2094"/>
                  <a:pt x="97" y="2616"/>
                  <a:pt x="259" y="4185"/>
                </a:cubicBezTo>
                <a:lnTo>
                  <a:pt x="0" y="4394"/>
                </a:lnTo>
                <a:lnTo>
                  <a:pt x="194" y="4604"/>
                </a:lnTo>
                <a:lnTo>
                  <a:pt x="194" y="6137"/>
                </a:lnTo>
                <a:lnTo>
                  <a:pt x="0" y="6137"/>
                </a:lnTo>
                <a:lnTo>
                  <a:pt x="0" y="6662"/>
                </a:lnTo>
                <a:lnTo>
                  <a:pt x="431" y="6662"/>
                </a:lnTo>
                <a:lnTo>
                  <a:pt x="452" y="11962"/>
                </a:lnTo>
                <a:lnTo>
                  <a:pt x="3490" y="11962"/>
                </a:lnTo>
                <a:lnTo>
                  <a:pt x="3512" y="6662"/>
                </a:lnTo>
                <a:lnTo>
                  <a:pt x="3942" y="6662"/>
                </a:lnTo>
                <a:lnTo>
                  <a:pt x="3942" y="6137"/>
                </a:lnTo>
                <a:lnTo>
                  <a:pt x="3741" y="6137"/>
                </a:lnTo>
                <a:lnTo>
                  <a:pt x="3741" y="4604"/>
                </a:lnTo>
                <a:lnTo>
                  <a:pt x="3743" y="4604"/>
                </a:lnTo>
                <a:lnTo>
                  <a:pt x="3943" y="4394"/>
                </a:lnTo>
                <a:lnTo>
                  <a:pt x="3676" y="4185"/>
                </a:lnTo>
                <a:cubicBezTo>
                  <a:pt x="3843" y="2616"/>
                  <a:pt x="2408" y="2094"/>
                  <a:pt x="2408" y="2094"/>
                </a:cubicBezTo>
                <a:lnTo>
                  <a:pt x="2408" y="1465"/>
                </a:lnTo>
                <a:lnTo>
                  <a:pt x="2074" y="1465"/>
                </a:lnTo>
                <a:lnTo>
                  <a:pt x="194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0"/>
          <p:cNvSpPr/>
          <p:nvPr/>
        </p:nvSpPr>
        <p:spPr>
          <a:xfrm flipH="1">
            <a:off x="7299226" y="1112199"/>
            <a:ext cx="1396128" cy="2586406"/>
          </a:xfrm>
          <a:custGeom>
            <a:avLst/>
            <a:gdLst/>
            <a:ahLst/>
            <a:cxnLst/>
            <a:rect l="l" t="t" r="r" b="b"/>
            <a:pathLst>
              <a:path w="15918" h="29489" extrusionOk="0">
                <a:moveTo>
                  <a:pt x="7788" y="1"/>
                </a:moveTo>
                <a:lnTo>
                  <a:pt x="7675" y="2402"/>
                </a:lnTo>
                <a:cubicBezTo>
                  <a:pt x="7514" y="2499"/>
                  <a:pt x="7397" y="2766"/>
                  <a:pt x="7397" y="3083"/>
                </a:cubicBezTo>
                <a:cubicBezTo>
                  <a:pt x="7397" y="3211"/>
                  <a:pt x="7418" y="3329"/>
                  <a:pt x="7449" y="3433"/>
                </a:cubicBezTo>
                <a:lnTo>
                  <a:pt x="7076" y="3433"/>
                </a:lnTo>
                <a:lnTo>
                  <a:pt x="7076" y="4132"/>
                </a:lnTo>
                <a:lnTo>
                  <a:pt x="6565" y="4132"/>
                </a:lnTo>
                <a:lnTo>
                  <a:pt x="6565" y="4631"/>
                </a:lnTo>
                <a:lnTo>
                  <a:pt x="7186" y="4631"/>
                </a:lnTo>
                <a:cubicBezTo>
                  <a:pt x="7186" y="4631"/>
                  <a:pt x="5616" y="5130"/>
                  <a:pt x="5398" y="6429"/>
                </a:cubicBezTo>
                <a:cubicBezTo>
                  <a:pt x="5179" y="7727"/>
                  <a:pt x="5398" y="8226"/>
                  <a:pt x="5398" y="8226"/>
                </a:cubicBezTo>
                <a:cubicBezTo>
                  <a:pt x="5398" y="8226"/>
                  <a:pt x="1533" y="9524"/>
                  <a:pt x="1" y="13516"/>
                </a:cubicBezTo>
                <a:lnTo>
                  <a:pt x="1" y="29489"/>
                </a:lnTo>
                <a:lnTo>
                  <a:pt x="7806" y="29314"/>
                </a:lnTo>
                <a:lnTo>
                  <a:pt x="7806" y="29489"/>
                </a:lnTo>
                <a:lnTo>
                  <a:pt x="15918" y="29489"/>
                </a:lnTo>
                <a:lnTo>
                  <a:pt x="15918" y="13635"/>
                </a:lnTo>
                <a:cubicBezTo>
                  <a:pt x="14317" y="9593"/>
                  <a:pt x="10271" y="8280"/>
                  <a:pt x="10271" y="8280"/>
                </a:cubicBezTo>
                <a:cubicBezTo>
                  <a:pt x="10271" y="8280"/>
                  <a:pt x="10499" y="7777"/>
                  <a:pt x="10271" y="6462"/>
                </a:cubicBezTo>
                <a:cubicBezTo>
                  <a:pt x="10042" y="5150"/>
                  <a:pt x="8399" y="4644"/>
                  <a:pt x="8399" y="4644"/>
                </a:cubicBezTo>
                <a:lnTo>
                  <a:pt x="9048" y="4644"/>
                </a:lnTo>
                <a:lnTo>
                  <a:pt x="9048" y="4139"/>
                </a:lnTo>
                <a:lnTo>
                  <a:pt x="8514" y="4139"/>
                </a:lnTo>
                <a:lnTo>
                  <a:pt x="8514" y="3433"/>
                </a:lnTo>
                <a:lnTo>
                  <a:pt x="8166" y="3433"/>
                </a:lnTo>
                <a:cubicBezTo>
                  <a:pt x="8199" y="3329"/>
                  <a:pt x="8219" y="3211"/>
                  <a:pt x="8219" y="3083"/>
                </a:cubicBezTo>
                <a:cubicBezTo>
                  <a:pt x="8219" y="2740"/>
                  <a:pt x="8083" y="2456"/>
                  <a:pt x="7903" y="2381"/>
                </a:cubicBezTo>
                <a:lnTo>
                  <a:pt x="778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8" name="Google Shape;498;p30"/>
          <p:cNvGrpSpPr/>
          <p:nvPr/>
        </p:nvGrpSpPr>
        <p:grpSpPr>
          <a:xfrm flipH="1">
            <a:off x="6252781" y="890347"/>
            <a:ext cx="5084673" cy="3758958"/>
            <a:chOff x="0" y="1054955"/>
            <a:chExt cx="4744050" cy="3507145"/>
          </a:xfrm>
        </p:grpSpPr>
        <p:sp>
          <p:nvSpPr>
            <p:cNvPr id="499" name="Google Shape;499;p30"/>
            <p:cNvSpPr/>
            <p:nvPr/>
          </p:nvSpPr>
          <p:spPr>
            <a:xfrm flipH="1">
              <a:off x="0" y="1054955"/>
              <a:ext cx="4060624" cy="3409260"/>
            </a:xfrm>
            <a:custGeom>
              <a:avLst/>
              <a:gdLst/>
              <a:ahLst/>
              <a:cxnLst/>
              <a:rect l="l" t="t" r="r" b="b"/>
              <a:pathLst>
                <a:path w="78262" h="65708" extrusionOk="0">
                  <a:moveTo>
                    <a:pt x="58138" y="9062"/>
                  </a:moveTo>
                  <a:cubicBezTo>
                    <a:pt x="58575" y="9062"/>
                    <a:pt x="58575" y="9689"/>
                    <a:pt x="58575" y="9689"/>
                  </a:cubicBezTo>
                  <a:lnTo>
                    <a:pt x="58575" y="11484"/>
                  </a:lnTo>
                  <a:lnTo>
                    <a:pt x="57701" y="11484"/>
                  </a:lnTo>
                  <a:lnTo>
                    <a:pt x="57701" y="9779"/>
                  </a:lnTo>
                  <a:cubicBezTo>
                    <a:pt x="57701" y="9779"/>
                    <a:pt x="57701" y="9062"/>
                    <a:pt x="58138" y="9062"/>
                  </a:cubicBezTo>
                  <a:close/>
                  <a:moveTo>
                    <a:pt x="56880" y="9089"/>
                  </a:moveTo>
                  <a:cubicBezTo>
                    <a:pt x="57317" y="9089"/>
                    <a:pt x="57317" y="9716"/>
                    <a:pt x="57317" y="9716"/>
                  </a:cubicBezTo>
                  <a:lnTo>
                    <a:pt x="57317" y="11510"/>
                  </a:lnTo>
                  <a:lnTo>
                    <a:pt x="56443" y="11510"/>
                  </a:lnTo>
                  <a:lnTo>
                    <a:pt x="56443" y="9806"/>
                  </a:lnTo>
                  <a:cubicBezTo>
                    <a:pt x="56443" y="9806"/>
                    <a:pt x="56443" y="9089"/>
                    <a:pt x="56880" y="9089"/>
                  </a:cubicBezTo>
                  <a:close/>
                  <a:moveTo>
                    <a:pt x="59233" y="9091"/>
                  </a:moveTo>
                  <a:cubicBezTo>
                    <a:pt x="59507" y="9091"/>
                    <a:pt x="59507" y="9717"/>
                    <a:pt x="59507" y="9717"/>
                  </a:cubicBezTo>
                  <a:lnTo>
                    <a:pt x="59507" y="11512"/>
                  </a:lnTo>
                  <a:lnTo>
                    <a:pt x="58960" y="11512"/>
                  </a:lnTo>
                  <a:lnTo>
                    <a:pt x="58960" y="9807"/>
                  </a:lnTo>
                  <a:lnTo>
                    <a:pt x="58959" y="9807"/>
                  </a:lnTo>
                  <a:cubicBezTo>
                    <a:pt x="58959" y="9807"/>
                    <a:pt x="58959" y="9091"/>
                    <a:pt x="59233" y="9091"/>
                  </a:cubicBezTo>
                  <a:close/>
                  <a:moveTo>
                    <a:pt x="55705" y="9117"/>
                  </a:moveTo>
                  <a:cubicBezTo>
                    <a:pt x="55979" y="9117"/>
                    <a:pt x="55979" y="9744"/>
                    <a:pt x="55979" y="9744"/>
                  </a:cubicBezTo>
                  <a:lnTo>
                    <a:pt x="55979" y="11538"/>
                  </a:lnTo>
                  <a:lnTo>
                    <a:pt x="55431" y="11538"/>
                  </a:lnTo>
                  <a:lnTo>
                    <a:pt x="55431" y="9834"/>
                  </a:lnTo>
                  <a:cubicBezTo>
                    <a:pt x="55431" y="9834"/>
                    <a:pt x="55431" y="9117"/>
                    <a:pt x="55705" y="9117"/>
                  </a:cubicBezTo>
                  <a:close/>
                  <a:moveTo>
                    <a:pt x="15537" y="25977"/>
                  </a:moveTo>
                  <a:cubicBezTo>
                    <a:pt x="15838" y="25977"/>
                    <a:pt x="15838" y="26802"/>
                    <a:pt x="15838" y="26802"/>
                  </a:cubicBezTo>
                  <a:lnTo>
                    <a:pt x="15838" y="29162"/>
                  </a:lnTo>
                  <a:lnTo>
                    <a:pt x="15238" y="29162"/>
                  </a:lnTo>
                  <a:lnTo>
                    <a:pt x="15238" y="26920"/>
                  </a:lnTo>
                  <a:cubicBezTo>
                    <a:pt x="15238" y="26920"/>
                    <a:pt x="15238" y="25977"/>
                    <a:pt x="15537" y="25977"/>
                  </a:cubicBezTo>
                  <a:close/>
                  <a:moveTo>
                    <a:pt x="17847" y="25800"/>
                  </a:moveTo>
                  <a:cubicBezTo>
                    <a:pt x="18940" y="25800"/>
                    <a:pt x="18940" y="26672"/>
                    <a:pt x="18940" y="26672"/>
                  </a:cubicBezTo>
                  <a:lnTo>
                    <a:pt x="18940" y="29162"/>
                  </a:lnTo>
                  <a:lnTo>
                    <a:pt x="16752" y="29162"/>
                  </a:lnTo>
                  <a:lnTo>
                    <a:pt x="16752" y="26795"/>
                  </a:lnTo>
                  <a:cubicBezTo>
                    <a:pt x="16752" y="26795"/>
                    <a:pt x="16752" y="25800"/>
                    <a:pt x="17847" y="25800"/>
                  </a:cubicBezTo>
                  <a:close/>
                  <a:moveTo>
                    <a:pt x="20097" y="26018"/>
                  </a:moveTo>
                  <a:cubicBezTo>
                    <a:pt x="20398" y="26018"/>
                    <a:pt x="20398" y="26843"/>
                    <a:pt x="20398" y="26843"/>
                  </a:cubicBezTo>
                  <a:lnTo>
                    <a:pt x="20398" y="29203"/>
                  </a:lnTo>
                  <a:lnTo>
                    <a:pt x="19796" y="29203"/>
                  </a:lnTo>
                  <a:lnTo>
                    <a:pt x="19796" y="26961"/>
                  </a:lnTo>
                  <a:cubicBezTo>
                    <a:pt x="19796" y="26961"/>
                    <a:pt x="19796" y="26018"/>
                    <a:pt x="20097" y="26018"/>
                  </a:cubicBezTo>
                  <a:close/>
                  <a:moveTo>
                    <a:pt x="43351" y="28212"/>
                  </a:moveTo>
                  <a:cubicBezTo>
                    <a:pt x="43625" y="28212"/>
                    <a:pt x="43625" y="28489"/>
                    <a:pt x="43625" y="28489"/>
                  </a:cubicBezTo>
                  <a:lnTo>
                    <a:pt x="43625" y="29286"/>
                  </a:lnTo>
                  <a:lnTo>
                    <a:pt x="43077" y="29286"/>
                  </a:lnTo>
                  <a:lnTo>
                    <a:pt x="43077" y="28530"/>
                  </a:lnTo>
                  <a:cubicBezTo>
                    <a:pt x="43077" y="28530"/>
                    <a:pt x="43077" y="28212"/>
                    <a:pt x="43351" y="28212"/>
                  </a:cubicBezTo>
                  <a:close/>
                  <a:moveTo>
                    <a:pt x="45235" y="28221"/>
                  </a:moveTo>
                  <a:cubicBezTo>
                    <a:pt x="45509" y="28221"/>
                    <a:pt x="45509" y="28499"/>
                    <a:pt x="45509" y="28499"/>
                  </a:cubicBezTo>
                  <a:lnTo>
                    <a:pt x="45509" y="29294"/>
                  </a:lnTo>
                  <a:lnTo>
                    <a:pt x="44961" y="29294"/>
                  </a:lnTo>
                  <a:lnTo>
                    <a:pt x="44961" y="28538"/>
                  </a:lnTo>
                  <a:cubicBezTo>
                    <a:pt x="44961" y="28538"/>
                    <a:pt x="44961" y="28221"/>
                    <a:pt x="45235" y="28221"/>
                  </a:cubicBezTo>
                  <a:close/>
                  <a:moveTo>
                    <a:pt x="44306" y="28232"/>
                  </a:moveTo>
                  <a:cubicBezTo>
                    <a:pt x="44580" y="28232"/>
                    <a:pt x="44580" y="28509"/>
                    <a:pt x="44580" y="28509"/>
                  </a:cubicBezTo>
                  <a:lnTo>
                    <a:pt x="44580" y="29304"/>
                  </a:lnTo>
                  <a:lnTo>
                    <a:pt x="44032" y="29304"/>
                  </a:lnTo>
                  <a:lnTo>
                    <a:pt x="44032" y="28549"/>
                  </a:lnTo>
                  <a:cubicBezTo>
                    <a:pt x="44032" y="28549"/>
                    <a:pt x="44032" y="28232"/>
                    <a:pt x="44306" y="28232"/>
                  </a:cubicBezTo>
                  <a:close/>
                  <a:moveTo>
                    <a:pt x="40564" y="28250"/>
                  </a:moveTo>
                  <a:cubicBezTo>
                    <a:pt x="40838" y="28250"/>
                    <a:pt x="40838" y="28528"/>
                    <a:pt x="40838" y="28528"/>
                  </a:cubicBezTo>
                  <a:lnTo>
                    <a:pt x="40838" y="29324"/>
                  </a:lnTo>
                  <a:lnTo>
                    <a:pt x="40290" y="29324"/>
                  </a:lnTo>
                  <a:lnTo>
                    <a:pt x="40290" y="28569"/>
                  </a:lnTo>
                  <a:cubicBezTo>
                    <a:pt x="40290" y="28569"/>
                    <a:pt x="40290" y="28250"/>
                    <a:pt x="40564" y="28250"/>
                  </a:cubicBezTo>
                  <a:close/>
                  <a:moveTo>
                    <a:pt x="41492" y="28250"/>
                  </a:moveTo>
                  <a:cubicBezTo>
                    <a:pt x="41766" y="28250"/>
                    <a:pt x="41766" y="28528"/>
                    <a:pt x="41766" y="28528"/>
                  </a:cubicBezTo>
                  <a:lnTo>
                    <a:pt x="41766" y="29324"/>
                  </a:lnTo>
                  <a:lnTo>
                    <a:pt x="41218" y="29324"/>
                  </a:lnTo>
                  <a:lnTo>
                    <a:pt x="41218" y="28569"/>
                  </a:lnTo>
                  <a:cubicBezTo>
                    <a:pt x="41218" y="28569"/>
                    <a:pt x="41218" y="28250"/>
                    <a:pt x="41492" y="28250"/>
                  </a:cubicBezTo>
                  <a:close/>
                  <a:moveTo>
                    <a:pt x="42440" y="28250"/>
                  </a:moveTo>
                  <a:cubicBezTo>
                    <a:pt x="42714" y="28250"/>
                    <a:pt x="42714" y="28528"/>
                    <a:pt x="42714" y="28528"/>
                  </a:cubicBezTo>
                  <a:lnTo>
                    <a:pt x="42714" y="29324"/>
                  </a:lnTo>
                  <a:lnTo>
                    <a:pt x="42166" y="29324"/>
                  </a:lnTo>
                  <a:lnTo>
                    <a:pt x="42166" y="28569"/>
                  </a:lnTo>
                  <a:cubicBezTo>
                    <a:pt x="42166" y="28569"/>
                    <a:pt x="42166" y="28250"/>
                    <a:pt x="42440" y="28250"/>
                  </a:cubicBezTo>
                  <a:close/>
                  <a:moveTo>
                    <a:pt x="38603" y="28284"/>
                  </a:moveTo>
                  <a:cubicBezTo>
                    <a:pt x="38877" y="28284"/>
                    <a:pt x="38877" y="28562"/>
                    <a:pt x="38877" y="28562"/>
                  </a:cubicBezTo>
                  <a:lnTo>
                    <a:pt x="38877" y="29358"/>
                  </a:lnTo>
                  <a:lnTo>
                    <a:pt x="38329" y="29358"/>
                  </a:lnTo>
                  <a:lnTo>
                    <a:pt x="38329" y="28601"/>
                  </a:lnTo>
                  <a:cubicBezTo>
                    <a:pt x="38329" y="28601"/>
                    <a:pt x="38329" y="28284"/>
                    <a:pt x="38603" y="28284"/>
                  </a:cubicBezTo>
                  <a:close/>
                  <a:moveTo>
                    <a:pt x="39583" y="28291"/>
                  </a:moveTo>
                  <a:cubicBezTo>
                    <a:pt x="39857" y="28291"/>
                    <a:pt x="39857" y="28569"/>
                    <a:pt x="39857" y="28569"/>
                  </a:cubicBezTo>
                  <a:lnTo>
                    <a:pt x="39857" y="29365"/>
                  </a:lnTo>
                  <a:lnTo>
                    <a:pt x="39309" y="29365"/>
                  </a:lnTo>
                  <a:lnTo>
                    <a:pt x="39309" y="28608"/>
                  </a:lnTo>
                  <a:cubicBezTo>
                    <a:pt x="39309" y="28608"/>
                    <a:pt x="39309" y="28291"/>
                    <a:pt x="39583" y="28291"/>
                  </a:cubicBezTo>
                  <a:close/>
                  <a:moveTo>
                    <a:pt x="30102" y="28319"/>
                  </a:moveTo>
                  <a:cubicBezTo>
                    <a:pt x="30376" y="28319"/>
                    <a:pt x="30376" y="28597"/>
                    <a:pt x="30376" y="28597"/>
                  </a:cubicBezTo>
                  <a:lnTo>
                    <a:pt x="30376" y="29393"/>
                  </a:lnTo>
                  <a:lnTo>
                    <a:pt x="29828" y="29393"/>
                  </a:lnTo>
                  <a:lnTo>
                    <a:pt x="29828" y="28637"/>
                  </a:lnTo>
                  <a:cubicBezTo>
                    <a:pt x="29828" y="28637"/>
                    <a:pt x="29828" y="28319"/>
                    <a:pt x="30102" y="28319"/>
                  </a:cubicBezTo>
                  <a:close/>
                  <a:moveTo>
                    <a:pt x="31031" y="28319"/>
                  </a:moveTo>
                  <a:cubicBezTo>
                    <a:pt x="31305" y="28319"/>
                    <a:pt x="31305" y="28597"/>
                    <a:pt x="31305" y="28597"/>
                  </a:cubicBezTo>
                  <a:lnTo>
                    <a:pt x="31305" y="29393"/>
                  </a:lnTo>
                  <a:lnTo>
                    <a:pt x="30757" y="29393"/>
                  </a:lnTo>
                  <a:lnTo>
                    <a:pt x="30757" y="28637"/>
                  </a:lnTo>
                  <a:cubicBezTo>
                    <a:pt x="30757" y="28637"/>
                    <a:pt x="30757" y="28319"/>
                    <a:pt x="31031" y="28319"/>
                  </a:cubicBezTo>
                  <a:close/>
                  <a:moveTo>
                    <a:pt x="31960" y="28319"/>
                  </a:moveTo>
                  <a:cubicBezTo>
                    <a:pt x="32234" y="28319"/>
                    <a:pt x="32234" y="28597"/>
                    <a:pt x="32234" y="28597"/>
                  </a:cubicBezTo>
                  <a:lnTo>
                    <a:pt x="32234" y="29393"/>
                  </a:lnTo>
                  <a:lnTo>
                    <a:pt x="31686" y="29393"/>
                  </a:lnTo>
                  <a:lnTo>
                    <a:pt x="31686" y="28637"/>
                  </a:lnTo>
                  <a:cubicBezTo>
                    <a:pt x="31686" y="28637"/>
                    <a:pt x="31686" y="28319"/>
                    <a:pt x="31960" y="28319"/>
                  </a:cubicBezTo>
                  <a:close/>
                  <a:moveTo>
                    <a:pt x="37615" y="28325"/>
                  </a:moveTo>
                  <a:cubicBezTo>
                    <a:pt x="37889" y="28325"/>
                    <a:pt x="37889" y="28601"/>
                    <a:pt x="37889" y="28601"/>
                  </a:cubicBezTo>
                  <a:lnTo>
                    <a:pt x="37889" y="29398"/>
                  </a:lnTo>
                  <a:lnTo>
                    <a:pt x="37341" y="29398"/>
                  </a:lnTo>
                  <a:lnTo>
                    <a:pt x="37341" y="28642"/>
                  </a:lnTo>
                  <a:cubicBezTo>
                    <a:pt x="37341" y="28642"/>
                    <a:pt x="37341" y="28325"/>
                    <a:pt x="37615" y="28325"/>
                  </a:cubicBezTo>
                  <a:close/>
                  <a:moveTo>
                    <a:pt x="32850" y="28332"/>
                  </a:moveTo>
                  <a:cubicBezTo>
                    <a:pt x="33124" y="28332"/>
                    <a:pt x="33124" y="28608"/>
                    <a:pt x="33124" y="28608"/>
                  </a:cubicBezTo>
                  <a:lnTo>
                    <a:pt x="33124" y="29405"/>
                  </a:lnTo>
                  <a:lnTo>
                    <a:pt x="32576" y="29405"/>
                  </a:lnTo>
                  <a:lnTo>
                    <a:pt x="32576" y="28649"/>
                  </a:lnTo>
                  <a:cubicBezTo>
                    <a:pt x="32576" y="28649"/>
                    <a:pt x="32576" y="28332"/>
                    <a:pt x="32850" y="28332"/>
                  </a:cubicBezTo>
                  <a:close/>
                  <a:moveTo>
                    <a:pt x="36578" y="28334"/>
                  </a:moveTo>
                  <a:cubicBezTo>
                    <a:pt x="36852" y="28334"/>
                    <a:pt x="36852" y="28613"/>
                    <a:pt x="36852" y="28613"/>
                  </a:cubicBezTo>
                  <a:lnTo>
                    <a:pt x="36852" y="29408"/>
                  </a:lnTo>
                  <a:lnTo>
                    <a:pt x="36304" y="29408"/>
                  </a:lnTo>
                  <a:lnTo>
                    <a:pt x="36304" y="28653"/>
                  </a:lnTo>
                  <a:cubicBezTo>
                    <a:pt x="36304" y="28653"/>
                    <a:pt x="36304" y="28334"/>
                    <a:pt x="36578" y="28334"/>
                  </a:cubicBezTo>
                  <a:close/>
                  <a:moveTo>
                    <a:pt x="33767" y="28346"/>
                  </a:moveTo>
                  <a:cubicBezTo>
                    <a:pt x="34041" y="28346"/>
                    <a:pt x="34041" y="28623"/>
                    <a:pt x="34041" y="28623"/>
                  </a:cubicBezTo>
                  <a:lnTo>
                    <a:pt x="34041" y="29419"/>
                  </a:lnTo>
                  <a:lnTo>
                    <a:pt x="33492" y="29419"/>
                  </a:lnTo>
                  <a:lnTo>
                    <a:pt x="33492" y="28663"/>
                  </a:lnTo>
                  <a:cubicBezTo>
                    <a:pt x="33492" y="28663"/>
                    <a:pt x="33492" y="28346"/>
                    <a:pt x="33767" y="28346"/>
                  </a:cubicBezTo>
                  <a:close/>
                  <a:moveTo>
                    <a:pt x="35635" y="28346"/>
                  </a:moveTo>
                  <a:cubicBezTo>
                    <a:pt x="35909" y="28346"/>
                    <a:pt x="35909" y="28623"/>
                    <a:pt x="35909" y="28623"/>
                  </a:cubicBezTo>
                  <a:lnTo>
                    <a:pt x="35909" y="29419"/>
                  </a:lnTo>
                  <a:lnTo>
                    <a:pt x="35360" y="29419"/>
                  </a:lnTo>
                  <a:lnTo>
                    <a:pt x="35360" y="28663"/>
                  </a:lnTo>
                  <a:cubicBezTo>
                    <a:pt x="35360" y="28663"/>
                    <a:pt x="35360" y="28346"/>
                    <a:pt x="35635" y="28346"/>
                  </a:cubicBezTo>
                  <a:close/>
                  <a:moveTo>
                    <a:pt x="34684" y="28360"/>
                  </a:moveTo>
                  <a:cubicBezTo>
                    <a:pt x="34958" y="28360"/>
                    <a:pt x="34958" y="28637"/>
                    <a:pt x="34958" y="28637"/>
                  </a:cubicBezTo>
                  <a:lnTo>
                    <a:pt x="34958" y="29434"/>
                  </a:lnTo>
                  <a:lnTo>
                    <a:pt x="34410" y="29434"/>
                  </a:lnTo>
                  <a:lnTo>
                    <a:pt x="34410" y="28677"/>
                  </a:lnTo>
                  <a:cubicBezTo>
                    <a:pt x="34410" y="28677"/>
                    <a:pt x="34410" y="28360"/>
                    <a:pt x="34684" y="28360"/>
                  </a:cubicBezTo>
                  <a:close/>
                  <a:moveTo>
                    <a:pt x="3590" y="42479"/>
                  </a:moveTo>
                  <a:cubicBezTo>
                    <a:pt x="3742" y="42479"/>
                    <a:pt x="3742" y="42861"/>
                    <a:pt x="3742" y="42861"/>
                  </a:cubicBezTo>
                  <a:lnTo>
                    <a:pt x="3742" y="43956"/>
                  </a:lnTo>
                  <a:lnTo>
                    <a:pt x="3440" y="43956"/>
                  </a:lnTo>
                  <a:lnTo>
                    <a:pt x="3440" y="42916"/>
                  </a:lnTo>
                  <a:cubicBezTo>
                    <a:pt x="3440" y="42916"/>
                    <a:pt x="3440" y="42479"/>
                    <a:pt x="3590" y="42479"/>
                  </a:cubicBezTo>
                  <a:close/>
                  <a:moveTo>
                    <a:pt x="4743" y="42397"/>
                  </a:moveTo>
                  <a:cubicBezTo>
                    <a:pt x="5289" y="42397"/>
                    <a:pt x="5289" y="42802"/>
                    <a:pt x="5289" y="42802"/>
                  </a:cubicBezTo>
                  <a:lnTo>
                    <a:pt x="5289" y="43956"/>
                  </a:lnTo>
                  <a:lnTo>
                    <a:pt x="4197" y="43956"/>
                  </a:lnTo>
                  <a:lnTo>
                    <a:pt x="4197" y="42860"/>
                  </a:lnTo>
                  <a:cubicBezTo>
                    <a:pt x="4197" y="42860"/>
                    <a:pt x="4197" y="42397"/>
                    <a:pt x="4743" y="42397"/>
                  </a:cubicBezTo>
                  <a:close/>
                  <a:moveTo>
                    <a:pt x="5871" y="42498"/>
                  </a:moveTo>
                  <a:cubicBezTo>
                    <a:pt x="6022" y="42498"/>
                    <a:pt x="6022" y="42881"/>
                    <a:pt x="6022" y="42881"/>
                  </a:cubicBezTo>
                  <a:lnTo>
                    <a:pt x="6022" y="43976"/>
                  </a:lnTo>
                  <a:lnTo>
                    <a:pt x="5719" y="43976"/>
                  </a:lnTo>
                  <a:lnTo>
                    <a:pt x="5719" y="42936"/>
                  </a:lnTo>
                  <a:cubicBezTo>
                    <a:pt x="5719" y="42936"/>
                    <a:pt x="5719" y="42498"/>
                    <a:pt x="5871" y="42498"/>
                  </a:cubicBezTo>
                  <a:close/>
                  <a:moveTo>
                    <a:pt x="57522" y="1"/>
                  </a:moveTo>
                  <a:lnTo>
                    <a:pt x="57480" y="959"/>
                  </a:lnTo>
                  <a:cubicBezTo>
                    <a:pt x="57335" y="968"/>
                    <a:pt x="57220" y="1024"/>
                    <a:pt x="57220" y="1094"/>
                  </a:cubicBezTo>
                  <a:cubicBezTo>
                    <a:pt x="57220" y="1162"/>
                    <a:pt x="57328" y="1218"/>
                    <a:pt x="57469" y="1228"/>
                  </a:cubicBezTo>
                  <a:lnTo>
                    <a:pt x="57446" y="1718"/>
                  </a:lnTo>
                  <a:lnTo>
                    <a:pt x="57451" y="1718"/>
                  </a:lnTo>
                  <a:cubicBezTo>
                    <a:pt x="57170" y="1741"/>
                    <a:pt x="56954" y="1852"/>
                    <a:pt x="56954" y="1987"/>
                  </a:cubicBezTo>
                  <a:cubicBezTo>
                    <a:pt x="56954" y="2123"/>
                    <a:pt x="57170" y="2233"/>
                    <a:pt x="57451" y="2257"/>
                  </a:cubicBezTo>
                  <a:cubicBezTo>
                    <a:pt x="57085" y="2919"/>
                    <a:pt x="55801" y="5124"/>
                    <a:pt x="54191" y="6438"/>
                  </a:cubicBezTo>
                  <a:cubicBezTo>
                    <a:pt x="52852" y="7532"/>
                    <a:pt x="55313" y="9064"/>
                    <a:pt x="55313" y="9064"/>
                  </a:cubicBezTo>
                  <a:lnTo>
                    <a:pt x="55341" y="11580"/>
                  </a:lnTo>
                  <a:lnTo>
                    <a:pt x="54520" y="11580"/>
                  </a:lnTo>
                  <a:lnTo>
                    <a:pt x="54520" y="12238"/>
                  </a:lnTo>
                  <a:lnTo>
                    <a:pt x="55313" y="12620"/>
                  </a:lnTo>
                  <a:lnTo>
                    <a:pt x="54547" y="12620"/>
                  </a:lnTo>
                  <a:lnTo>
                    <a:pt x="54519" y="13032"/>
                  </a:lnTo>
                  <a:lnTo>
                    <a:pt x="53286" y="13032"/>
                  </a:lnTo>
                  <a:lnTo>
                    <a:pt x="53286" y="14173"/>
                  </a:lnTo>
                  <a:lnTo>
                    <a:pt x="54790" y="15521"/>
                  </a:lnTo>
                  <a:lnTo>
                    <a:pt x="54832" y="36876"/>
                  </a:lnTo>
                  <a:lnTo>
                    <a:pt x="53670" y="36876"/>
                  </a:lnTo>
                  <a:lnTo>
                    <a:pt x="53670" y="37897"/>
                  </a:lnTo>
                  <a:lnTo>
                    <a:pt x="54835" y="37897"/>
                  </a:lnTo>
                  <a:lnTo>
                    <a:pt x="54836" y="38937"/>
                  </a:lnTo>
                  <a:lnTo>
                    <a:pt x="48475" y="38937"/>
                  </a:lnTo>
                  <a:lnTo>
                    <a:pt x="48475" y="37568"/>
                  </a:lnTo>
                  <a:cubicBezTo>
                    <a:pt x="48475" y="36300"/>
                    <a:pt x="47446" y="35271"/>
                    <a:pt x="46178" y="35271"/>
                  </a:cubicBezTo>
                  <a:lnTo>
                    <a:pt x="46117" y="34397"/>
                  </a:lnTo>
                  <a:lnTo>
                    <a:pt x="46760" y="34397"/>
                  </a:lnTo>
                  <a:lnTo>
                    <a:pt x="46760" y="29259"/>
                  </a:lnTo>
                  <a:lnTo>
                    <a:pt x="45933" y="29287"/>
                  </a:lnTo>
                  <a:lnTo>
                    <a:pt x="45900" y="27959"/>
                  </a:lnTo>
                  <a:cubicBezTo>
                    <a:pt x="49828" y="22324"/>
                    <a:pt x="39348" y="18256"/>
                    <a:pt x="39348" y="18256"/>
                  </a:cubicBezTo>
                  <a:lnTo>
                    <a:pt x="39348" y="17764"/>
                  </a:lnTo>
                  <a:lnTo>
                    <a:pt x="38865" y="17764"/>
                  </a:lnTo>
                  <a:lnTo>
                    <a:pt x="38865" y="16342"/>
                  </a:lnTo>
                  <a:lnTo>
                    <a:pt x="39348" y="16342"/>
                  </a:lnTo>
                  <a:lnTo>
                    <a:pt x="39348" y="15576"/>
                  </a:lnTo>
                  <a:lnTo>
                    <a:pt x="38804" y="15576"/>
                  </a:lnTo>
                  <a:lnTo>
                    <a:pt x="38804" y="15084"/>
                  </a:lnTo>
                  <a:lnTo>
                    <a:pt x="37401" y="15084"/>
                  </a:lnTo>
                  <a:lnTo>
                    <a:pt x="37380" y="14692"/>
                  </a:lnTo>
                  <a:cubicBezTo>
                    <a:pt x="37591" y="14613"/>
                    <a:pt x="37743" y="14412"/>
                    <a:pt x="37743" y="14173"/>
                  </a:cubicBezTo>
                  <a:cubicBezTo>
                    <a:pt x="37743" y="13913"/>
                    <a:pt x="37563" y="13698"/>
                    <a:pt x="37323" y="13638"/>
                  </a:cubicBezTo>
                  <a:lnTo>
                    <a:pt x="37300" y="13234"/>
                  </a:lnTo>
                  <a:cubicBezTo>
                    <a:pt x="37479" y="13185"/>
                    <a:pt x="37612" y="13021"/>
                    <a:pt x="37612" y="12827"/>
                  </a:cubicBezTo>
                  <a:cubicBezTo>
                    <a:pt x="37612" y="12613"/>
                    <a:pt x="37456" y="12440"/>
                    <a:pt x="37254" y="12408"/>
                  </a:cubicBezTo>
                  <a:lnTo>
                    <a:pt x="37189" y="11234"/>
                  </a:lnTo>
                  <a:lnTo>
                    <a:pt x="37120" y="12408"/>
                  </a:lnTo>
                  <a:cubicBezTo>
                    <a:pt x="36918" y="12441"/>
                    <a:pt x="36763" y="12613"/>
                    <a:pt x="36763" y="12824"/>
                  </a:cubicBezTo>
                  <a:cubicBezTo>
                    <a:pt x="36763" y="13018"/>
                    <a:pt x="36894" y="13179"/>
                    <a:pt x="37071" y="13230"/>
                  </a:cubicBezTo>
                  <a:lnTo>
                    <a:pt x="37049" y="13638"/>
                  </a:lnTo>
                  <a:cubicBezTo>
                    <a:pt x="36811" y="13699"/>
                    <a:pt x="36634" y="13913"/>
                    <a:pt x="36634" y="14172"/>
                  </a:cubicBezTo>
                  <a:cubicBezTo>
                    <a:pt x="36634" y="14408"/>
                    <a:pt x="36782" y="14606"/>
                    <a:pt x="36987" y="14686"/>
                  </a:cubicBezTo>
                  <a:lnTo>
                    <a:pt x="36964" y="15080"/>
                  </a:lnTo>
                  <a:lnTo>
                    <a:pt x="35725" y="15080"/>
                  </a:lnTo>
                  <a:lnTo>
                    <a:pt x="35725" y="15572"/>
                  </a:lnTo>
                  <a:lnTo>
                    <a:pt x="35233" y="15572"/>
                  </a:lnTo>
                  <a:lnTo>
                    <a:pt x="35233" y="16338"/>
                  </a:lnTo>
                  <a:lnTo>
                    <a:pt x="35670" y="16338"/>
                  </a:lnTo>
                  <a:lnTo>
                    <a:pt x="35670" y="17762"/>
                  </a:lnTo>
                  <a:lnTo>
                    <a:pt x="35233" y="17762"/>
                  </a:lnTo>
                  <a:lnTo>
                    <a:pt x="35233" y="18254"/>
                  </a:lnTo>
                  <a:cubicBezTo>
                    <a:pt x="35233" y="18254"/>
                    <a:pt x="25767" y="22521"/>
                    <a:pt x="29323" y="28156"/>
                  </a:cubicBezTo>
                  <a:lnTo>
                    <a:pt x="29269" y="29414"/>
                  </a:lnTo>
                  <a:lnTo>
                    <a:pt x="28524" y="29414"/>
                  </a:lnTo>
                  <a:lnTo>
                    <a:pt x="28524" y="34391"/>
                  </a:lnTo>
                  <a:lnTo>
                    <a:pt x="29104" y="34391"/>
                  </a:lnTo>
                  <a:lnTo>
                    <a:pt x="29049" y="35267"/>
                  </a:lnTo>
                  <a:cubicBezTo>
                    <a:pt x="27902" y="35267"/>
                    <a:pt x="26971" y="36197"/>
                    <a:pt x="26971" y="37344"/>
                  </a:cubicBezTo>
                  <a:lnTo>
                    <a:pt x="26971" y="38931"/>
                  </a:lnTo>
                  <a:lnTo>
                    <a:pt x="20406" y="38931"/>
                  </a:lnTo>
                  <a:lnTo>
                    <a:pt x="20442" y="30125"/>
                  </a:lnTo>
                  <a:lnTo>
                    <a:pt x="21171" y="30125"/>
                  </a:lnTo>
                  <a:lnTo>
                    <a:pt x="21171" y="29240"/>
                  </a:lnTo>
                  <a:lnTo>
                    <a:pt x="20832" y="29240"/>
                  </a:lnTo>
                  <a:lnTo>
                    <a:pt x="20832" y="26643"/>
                  </a:lnTo>
                  <a:lnTo>
                    <a:pt x="21171" y="26288"/>
                  </a:lnTo>
                  <a:lnTo>
                    <a:pt x="20720" y="25934"/>
                  </a:lnTo>
                  <a:cubicBezTo>
                    <a:pt x="21002" y="23278"/>
                    <a:pt x="18571" y="22393"/>
                    <a:pt x="18571" y="22393"/>
                  </a:cubicBezTo>
                  <a:lnTo>
                    <a:pt x="18571" y="21333"/>
                  </a:lnTo>
                  <a:lnTo>
                    <a:pt x="18004" y="21333"/>
                  </a:lnTo>
                  <a:lnTo>
                    <a:pt x="17778" y="18854"/>
                  </a:lnTo>
                  <a:lnTo>
                    <a:pt x="17559" y="21333"/>
                  </a:lnTo>
                  <a:lnTo>
                    <a:pt x="17012" y="21333"/>
                  </a:lnTo>
                  <a:lnTo>
                    <a:pt x="17012" y="22396"/>
                  </a:lnTo>
                  <a:cubicBezTo>
                    <a:pt x="17012" y="22396"/>
                    <a:pt x="14659" y="23281"/>
                    <a:pt x="14933" y="25936"/>
                  </a:cubicBezTo>
                  <a:lnTo>
                    <a:pt x="14496" y="26292"/>
                  </a:lnTo>
                  <a:lnTo>
                    <a:pt x="14825" y="26646"/>
                  </a:lnTo>
                  <a:lnTo>
                    <a:pt x="14825" y="29244"/>
                  </a:lnTo>
                  <a:lnTo>
                    <a:pt x="14496" y="29244"/>
                  </a:lnTo>
                  <a:lnTo>
                    <a:pt x="14496" y="30129"/>
                  </a:lnTo>
                  <a:lnTo>
                    <a:pt x="15225" y="30129"/>
                  </a:lnTo>
                  <a:lnTo>
                    <a:pt x="15261" y="38934"/>
                  </a:lnTo>
                  <a:lnTo>
                    <a:pt x="14114" y="38934"/>
                  </a:lnTo>
                  <a:lnTo>
                    <a:pt x="14114" y="41888"/>
                  </a:lnTo>
                  <a:lnTo>
                    <a:pt x="8533" y="41888"/>
                  </a:lnTo>
                  <a:lnTo>
                    <a:pt x="8533" y="44953"/>
                  </a:lnTo>
                  <a:lnTo>
                    <a:pt x="8042" y="44953"/>
                  </a:lnTo>
                  <a:lnTo>
                    <a:pt x="8042" y="46211"/>
                  </a:lnTo>
                  <a:lnTo>
                    <a:pt x="7603" y="46211"/>
                  </a:lnTo>
                  <a:lnTo>
                    <a:pt x="7603" y="46757"/>
                  </a:lnTo>
                  <a:lnTo>
                    <a:pt x="6619" y="47632"/>
                  </a:lnTo>
                  <a:lnTo>
                    <a:pt x="6619" y="48561"/>
                  </a:lnTo>
                  <a:lnTo>
                    <a:pt x="6017" y="48561"/>
                  </a:lnTo>
                  <a:lnTo>
                    <a:pt x="6034" y="44404"/>
                  </a:lnTo>
                  <a:lnTo>
                    <a:pt x="6400" y="44404"/>
                  </a:lnTo>
                  <a:lnTo>
                    <a:pt x="6400" y="43993"/>
                  </a:lnTo>
                  <a:lnTo>
                    <a:pt x="6230" y="43993"/>
                  </a:lnTo>
                  <a:lnTo>
                    <a:pt x="6230" y="42789"/>
                  </a:lnTo>
                  <a:lnTo>
                    <a:pt x="6400" y="42626"/>
                  </a:lnTo>
                  <a:lnTo>
                    <a:pt x="6173" y="42463"/>
                  </a:lnTo>
                  <a:cubicBezTo>
                    <a:pt x="6314" y="41231"/>
                    <a:pt x="5100" y="40822"/>
                    <a:pt x="5100" y="40822"/>
                  </a:cubicBezTo>
                  <a:lnTo>
                    <a:pt x="5100" y="40330"/>
                  </a:lnTo>
                  <a:lnTo>
                    <a:pt x="4817" y="40330"/>
                  </a:lnTo>
                  <a:lnTo>
                    <a:pt x="4705" y="39181"/>
                  </a:lnTo>
                  <a:lnTo>
                    <a:pt x="4595" y="40330"/>
                  </a:lnTo>
                  <a:lnTo>
                    <a:pt x="4321" y="40330"/>
                  </a:lnTo>
                  <a:lnTo>
                    <a:pt x="4321" y="40822"/>
                  </a:lnTo>
                  <a:cubicBezTo>
                    <a:pt x="4321" y="40822"/>
                    <a:pt x="3146" y="41233"/>
                    <a:pt x="3281" y="42463"/>
                  </a:cubicBezTo>
                  <a:lnTo>
                    <a:pt x="3062" y="42626"/>
                  </a:lnTo>
                  <a:lnTo>
                    <a:pt x="3225" y="42789"/>
                  </a:lnTo>
                  <a:lnTo>
                    <a:pt x="3225" y="43993"/>
                  </a:lnTo>
                  <a:lnTo>
                    <a:pt x="3062" y="43993"/>
                  </a:lnTo>
                  <a:lnTo>
                    <a:pt x="3062" y="44404"/>
                  </a:lnTo>
                  <a:lnTo>
                    <a:pt x="3427" y="44404"/>
                  </a:lnTo>
                  <a:lnTo>
                    <a:pt x="3444" y="48561"/>
                  </a:lnTo>
                  <a:lnTo>
                    <a:pt x="0" y="48561"/>
                  </a:lnTo>
                  <a:lnTo>
                    <a:pt x="0" y="65707"/>
                  </a:lnTo>
                  <a:lnTo>
                    <a:pt x="78262" y="65707"/>
                  </a:lnTo>
                  <a:lnTo>
                    <a:pt x="78262" y="48561"/>
                  </a:lnTo>
                  <a:lnTo>
                    <a:pt x="77203" y="48561"/>
                  </a:lnTo>
                  <a:lnTo>
                    <a:pt x="77203" y="40268"/>
                  </a:lnTo>
                  <a:cubicBezTo>
                    <a:pt x="75981" y="36227"/>
                    <a:pt x="72891" y="34915"/>
                    <a:pt x="72891" y="34915"/>
                  </a:cubicBezTo>
                  <a:cubicBezTo>
                    <a:pt x="72891" y="34915"/>
                    <a:pt x="73065" y="34411"/>
                    <a:pt x="72891" y="33096"/>
                  </a:cubicBezTo>
                  <a:cubicBezTo>
                    <a:pt x="72717" y="31784"/>
                    <a:pt x="71464" y="31278"/>
                    <a:pt x="71464" y="31278"/>
                  </a:cubicBezTo>
                  <a:lnTo>
                    <a:pt x="71961" y="31278"/>
                  </a:lnTo>
                  <a:lnTo>
                    <a:pt x="71961" y="30773"/>
                  </a:lnTo>
                  <a:lnTo>
                    <a:pt x="71553" y="30773"/>
                  </a:lnTo>
                  <a:lnTo>
                    <a:pt x="71553" y="30067"/>
                  </a:lnTo>
                  <a:lnTo>
                    <a:pt x="71287" y="30067"/>
                  </a:lnTo>
                  <a:cubicBezTo>
                    <a:pt x="71311" y="29963"/>
                    <a:pt x="71327" y="29845"/>
                    <a:pt x="71327" y="29717"/>
                  </a:cubicBezTo>
                  <a:cubicBezTo>
                    <a:pt x="71327" y="29374"/>
                    <a:pt x="71224" y="29091"/>
                    <a:pt x="71086" y="29015"/>
                  </a:cubicBezTo>
                  <a:lnTo>
                    <a:pt x="71001" y="26636"/>
                  </a:lnTo>
                  <a:lnTo>
                    <a:pt x="70915" y="29036"/>
                  </a:lnTo>
                  <a:cubicBezTo>
                    <a:pt x="70791" y="29133"/>
                    <a:pt x="70701" y="29400"/>
                    <a:pt x="70701" y="29717"/>
                  </a:cubicBezTo>
                  <a:cubicBezTo>
                    <a:pt x="70701" y="29845"/>
                    <a:pt x="70718" y="29963"/>
                    <a:pt x="70742" y="30067"/>
                  </a:cubicBezTo>
                  <a:lnTo>
                    <a:pt x="70458" y="30067"/>
                  </a:lnTo>
                  <a:lnTo>
                    <a:pt x="70458" y="30766"/>
                  </a:lnTo>
                  <a:lnTo>
                    <a:pt x="70067" y="30766"/>
                  </a:lnTo>
                  <a:lnTo>
                    <a:pt x="70067" y="31265"/>
                  </a:lnTo>
                  <a:lnTo>
                    <a:pt x="70539" y="31265"/>
                  </a:lnTo>
                  <a:cubicBezTo>
                    <a:pt x="70539" y="31265"/>
                    <a:pt x="69343" y="31764"/>
                    <a:pt x="69176" y="33063"/>
                  </a:cubicBezTo>
                  <a:cubicBezTo>
                    <a:pt x="69010" y="34362"/>
                    <a:pt x="69176" y="34860"/>
                    <a:pt x="69176" y="34860"/>
                  </a:cubicBezTo>
                  <a:cubicBezTo>
                    <a:pt x="69176" y="34860"/>
                    <a:pt x="66227" y="36159"/>
                    <a:pt x="65058" y="40151"/>
                  </a:cubicBezTo>
                  <a:lnTo>
                    <a:pt x="65058" y="41888"/>
                  </a:lnTo>
                  <a:lnTo>
                    <a:pt x="62686" y="41888"/>
                  </a:lnTo>
                  <a:lnTo>
                    <a:pt x="62686" y="38935"/>
                  </a:lnTo>
                  <a:lnTo>
                    <a:pt x="57563" y="38935"/>
                  </a:lnTo>
                  <a:lnTo>
                    <a:pt x="57563" y="38925"/>
                  </a:lnTo>
                  <a:lnTo>
                    <a:pt x="60071" y="38925"/>
                  </a:lnTo>
                  <a:lnTo>
                    <a:pt x="60072" y="37897"/>
                  </a:lnTo>
                  <a:lnTo>
                    <a:pt x="61174" y="37897"/>
                  </a:lnTo>
                  <a:lnTo>
                    <a:pt x="61174" y="36876"/>
                  </a:lnTo>
                  <a:lnTo>
                    <a:pt x="60073" y="36876"/>
                  </a:lnTo>
                  <a:lnTo>
                    <a:pt x="60113" y="15513"/>
                  </a:lnTo>
                  <a:lnTo>
                    <a:pt x="61520" y="14165"/>
                  </a:lnTo>
                  <a:lnTo>
                    <a:pt x="61520" y="13023"/>
                  </a:lnTo>
                  <a:lnTo>
                    <a:pt x="60367" y="13023"/>
                  </a:lnTo>
                  <a:lnTo>
                    <a:pt x="60341" y="12612"/>
                  </a:lnTo>
                  <a:lnTo>
                    <a:pt x="59624" y="12612"/>
                  </a:lnTo>
                  <a:lnTo>
                    <a:pt x="60367" y="12229"/>
                  </a:lnTo>
                  <a:lnTo>
                    <a:pt x="60367" y="11571"/>
                  </a:lnTo>
                  <a:lnTo>
                    <a:pt x="59600" y="11571"/>
                  </a:lnTo>
                  <a:lnTo>
                    <a:pt x="59625" y="9055"/>
                  </a:lnTo>
                  <a:cubicBezTo>
                    <a:pt x="59625" y="9055"/>
                    <a:pt x="61929" y="7523"/>
                    <a:pt x="60675" y="6428"/>
                  </a:cubicBezTo>
                  <a:cubicBezTo>
                    <a:pt x="59178" y="5124"/>
                    <a:pt x="57979" y="2934"/>
                    <a:pt x="57629" y="2259"/>
                  </a:cubicBezTo>
                  <a:cubicBezTo>
                    <a:pt x="57930" y="2244"/>
                    <a:pt x="58162" y="2130"/>
                    <a:pt x="58162" y="1990"/>
                  </a:cubicBezTo>
                  <a:cubicBezTo>
                    <a:pt x="58162" y="1853"/>
                    <a:pt x="57948" y="1744"/>
                    <a:pt x="57667" y="1720"/>
                  </a:cubicBezTo>
                  <a:lnTo>
                    <a:pt x="57670" y="1720"/>
                  </a:lnTo>
                  <a:lnTo>
                    <a:pt x="57628" y="1223"/>
                  </a:lnTo>
                  <a:cubicBezTo>
                    <a:pt x="57742" y="1204"/>
                    <a:pt x="57825" y="1155"/>
                    <a:pt x="57825" y="1094"/>
                  </a:cubicBezTo>
                  <a:cubicBezTo>
                    <a:pt x="57825" y="1031"/>
                    <a:pt x="57732" y="980"/>
                    <a:pt x="57605" y="963"/>
                  </a:cubicBezTo>
                  <a:lnTo>
                    <a:pt x="575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0"/>
            <p:cNvSpPr/>
            <p:nvPr/>
          </p:nvSpPr>
          <p:spPr>
            <a:xfrm>
              <a:off x="3870075" y="3720225"/>
              <a:ext cx="521100" cy="841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0"/>
            <p:cNvSpPr/>
            <p:nvPr/>
          </p:nvSpPr>
          <p:spPr>
            <a:xfrm>
              <a:off x="4222950" y="4220400"/>
              <a:ext cx="521100" cy="341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0"/>
            <p:cNvSpPr/>
            <p:nvPr/>
          </p:nvSpPr>
          <p:spPr>
            <a:xfrm>
              <a:off x="4025700" y="3930900"/>
              <a:ext cx="521100" cy="631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3" name="Google Shape;503;p30"/>
          <p:cNvSpPr/>
          <p:nvPr/>
        </p:nvSpPr>
        <p:spPr>
          <a:xfrm flipH="1">
            <a:off x="4" y="4464200"/>
            <a:ext cx="9220200" cy="698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4" name="Google Shape;504;p30"/>
          <p:cNvGrpSpPr/>
          <p:nvPr/>
        </p:nvGrpSpPr>
        <p:grpSpPr>
          <a:xfrm flipH="1">
            <a:off x="1" y="-183517"/>
            <a:ext cx="2838640" cy="956025"/>
            <a:chOff x="-3849654" y="-595962"/>
            <a:chExt cx="6776415" cy="2282228"/>
          </a:xfrm>
        </p:grpSpPr>
        <p:sp>
          <p:nvSpPr>
            <p:cNvPr id="505" name="Google Shape;505;p30"/>
            <p:cNvSpPr/>
            <p:nvPr/>
          </p:nvSpPr>
          <p:spPr>
            <a:xfrm>
              <a:off x="-3835967" y="-595962"/>
              <a:ext cx="6762728" cy="2281394"/>
            </a:xfrm>
            <a:custGeom>
              <a:avLst/>
              <a:gdLst/>
              <a:ahLst/>
              <a:cxnLst/>
              <a:rect l="l" t="t" r="r" b="b"/>
              <a:pathLst>
                <a:path w="40516" h="13668" extrusionOk="0">
                  <a:moveTo>
                    <a:pt x="10959" y="1"/>
                  </a:moveTo>
                  <a:cubicBezTo>
                    <a:pt x="8739" y="1"/>
                    <a:pt x="6307" y="1140"/>
                    <a:pt x="5018" y="2683"/>
                  </a:cubicBezTo>
                  <a:cubicBezTo>
                    <a:pt x="4049" y="3842"/>
                    <a:pt x="3268" y="5504"/>
                    <a:pt x="3112" y="7009"/>
                  </a:cubicBezTo>
                  <a:cubicBezTo>
                    <a:pt x="2019" y="7179"/>
                    <a:pt x="984" y="7845"/>
                    <a:pt x="492" y="8835"/>
                  </a:cubicBezTo>
                  <a:cubicBezTo>
                    <a:pt x="0" y="9823"/>
                    <a:pt x="126" y="11122"/>
                    <a:pt x="889" y="11922"/>
                  </a:cubicBezTo>
                  <a:cubicBezTo>
                    <a:pt x="1543" y="12605"/>
                    <a:pt x="2603" y="12849"/>
                    <a:pt x="3671" y="12849"/>
                  </a:cubicBezTo>
                  <a:cubicBezTo>
                    <a:pt x="4552" y="12849"/>
                    <a:pt x="5439" y="12683"/>
                    <a:pt x="6108" y="12458"/>
                  </a:cubicBezTo>
                  <a:cubicBezTo>
                    <a:pt x="6414" y="12358"/>
                    <a:pt x="6721" y="12234"/>
                    <a:pt x="7042" y="12234"/>
                  </a:cubicBezTo>
                  <a:cubicBezTo>
                    <a:pt x="7045" y="12234"/>
                    <a:pt x="7049" y="12234"/>
                    <a:pt x="7052" y="12234"/>
                  </a:cubicBezTo>
                  <a:cubicBezTo>
                    <a:pt x="7453" y="12239"/>
                    <a:pt x="7818" y="12440"/>
                    <a:pt x="8189" y="12591"/>
                  </a:cubicBezTo>
                  <a:cubicBezTo>
                    <a:pt x="8908" y="12883"/>
                    <a:pt x="9676" y="12994"/>
                    <a:pt x="10453" y="12994"/>
                  </a:cubicBezTo>
                  <a:cubicBezTo>
                    <a:pt x="11170" y="12994"/>
                    <a:pt x="11895" y="12900"/>
                    <a:pt x="12597" y="12766"/>
                  </a:cubicBezTo>
                  <a:cubicBezTo>
                    <a:pt x="13009" y="12688"/>
                    <a:pt x="13487" y="12547"/>
                    <a:pt x="13985" y="12405"/>
                  </a:cubicBezTo>
                  <a:cubicBezTo>
                    <a:pt x="14741" y="12189"/>
                    <a:pt x="15548" y="11970"/>
                    <a:pt x="16249" y="11970"/>
                  </a:cubicBezTo>
                  <a:cubicBezTo>
                    <a:pt x="16431" y="11970"/>
                    <a:pt x="16607" y="11985"/>
                    <a:pt x="16772" y="12018"/>
                  </a:cubicBezTo>
                  <a:cubicBezTo>
                    <a:pt x="17655" y="12196"/>
                    <a:pt x="18584" y="12946"/>
                    <a:pt x="19511" y="13199"/>
                  </a:cubicBezTo>
                  <a:cubicBezTo>
                    <a:pt x="20586" y="13491"/>
                    <a:pt x="21754" y="13667"/>
                    <a:pt x="22915" y="13667"/>
                  </a:cubicBezTo>
                  <a:cubicBezTo>
                    <a:pt x="23972" y="13667"/>
                    <a:pt x="25023" y="13521"/>
                    <a:pt x="25993" y="13185"/>
                  </a:cubicBezTo>
                  <a:cubicBezTo>
                    <a:pt x="26414" y="13039"/>
                    <a:pt x="26822" y="12852"/>
                    <a:pt x="27258" y="12759"/>
                  </a:cubicBezTo>
                  <a:cubicBezTo>
                    <a:pt x="27985" y="12605"/>
                    <a:pt x="28714" y="12569"/>
                    <a:pt x="29445" y="12569"/>
                  </a:cubicBezTo>
                  <a:cubicBezTo>
                    <a:pt x="30076" y="12569"/>
                    <a:pt x="30707" y="12595"/>
                    <a:pt x="31338" y="12595"/>
                  </a:cubicBezTo>
                  <a:cubicBezTo>
                    <a:pt x="31778" y="12595"/>
                    <a:pt x="32218" y="12582"/>
                    <a:pt x="32658" y="12539"/>
                  </a:cubicBezTo>
                  <a:cubicBezTo>
                    <a:pt x="33006" y="12503"/>
                    <a:pt x="33329" y="12489"/>
                    <a:pt x="33640" y="12489"/>
                  </a:cubicBezTo>
                  <a:cubicBezTo>
                    <a:pt x="34610" y="12489"/>
                    <a:pt x="35455" y="12627"/>
                    <a:pt x="36556" y="12695"/>
                  </a:cubicBezTo>
                  <a:cubicBezTo>
                    <a:pt x="36874" y="12713"/>
                    <a:pt x="37259" y="12733"/>
                    <a:pt x="37659" y="12733"/>
                  </a:cubicBezTo>
                  <a:cubicBezTo>
                    <a:pt x="38373" y="12733"/>
                    <a:pt x="39135" y="12670"/>
                    <a:pt x="39658" y="12422"/>
                  </a:cubicBezTo>
                  <a:cubicBezTo>
                    <a:pt x="40129" y="12198"/>
                    <a:pt x="40515" y="11723"/>
                    <a:pt x="40483" y="11203"/>
                  </a:cubicBezTo>
                  <a:cubicBezTo>
                    <a:pt x="40469" y="10960"/>
                    <a:pt x="40366" y="10730"/>
                    <a:pt x="40244" y="10519"/>
                  </a:cubicBezTo>
                  <a:cubicBezTo>
                    <a:pt x="39944" y="10011"/>
                    <a:pt x="39492" y="9576"/>
                    <a:pt x="38932" y="9391"/>
                  </a:cubicBezTo>
                  <a:cubicBezTo>
                    <a:pt x="38752" y="9331"/>
                    <a:pt x="38560" y="9300"/>
                    <a:pt x="38369" y="9300"/>
                  </a:cubicBezTo>
                  <a:cubicBezTo>
                    <a:pt x="37969" y="9300"/>
                    <a:pt x="37571" y="9435"/>
                    <a:pt x="37284" y="9711"/>
                  </a:cubicBezTo>
                  <a:cubicBezTo>
                    <a:pt x="37368" y="8463"/>
                    <a:pt x="36023" y="7363"/>
                    <a:pt x="34842" y="7363"/>
                  </a:cubicBezTo>
                  <a:cubicBezTo>
                    <a:pt x="34804" y="7363"/>
                    <a:pt x="34766" y="7364"/>
                    <a:pt x="34728" y="7366"/>
                  </a:cubicBezTo>
                  <a:cubicBezTo>
                    <a:pt x="33642" y="7432"/>
                    <a:pt x="32662" y="8333"/>
                    <a:pt x="32507" y="9413"/>
                  </a:cubicBezTo>
                  <a:cubicBezTo>
                    <a:pt x="32118" y="8923"/>
                    <a:pt x="31619" y="8490"/>
                    <a:pt x="31015" y="8329"/>
                  </a:cubicBezTo>
                  <a:cubicBezTo>
                    <a:pt x="30869" y="8290"/>
                    <a:pt x="30716" y="8270"/>
                    <a:pt x="30564" y="8270"/>
                  </a:cubicBezTo>
                  <a:cubicBezTo>
                    <a:pt x="30083" y="8270"/>
                    <a:pt x="29603" y="8465"/>
                    <a:pt x="29335" y="8857"/>
                  </a:cubicBezTo>
                  <a:cubicBezTo>
                    <a:pt x="29259" y="7601"/>
                    <a:pt x="28521" y="6386"/>
                    <a:pt x="27572" y="5588"/>
                  </a:cubicBezTo>
                  <a:cubicBezTo>
                    <a:pt x="27003" y="5110"/>
                    <a:pt x="26302" y="4783"/>
                    <a:pt x="25561" y="4693"/>
                  </a:cubicBezTo>
                  <a:cubicBezTo>
                    <a:pt x="25419" y="4676"/>
                    <a:pt x="25277" y="4667"/>
                    <a:pt x="25135" y="4667"/>
                  </a:cubicBezTo>
                  <a:cubicBezTo>
                    <a:pt x="23673" y="4667"/>
                    <a:pt x="22228" y="5549"/>
                    <a:pt x="21597" y="6875"/>
                  </a:cubicBezTo>
                  <a:cubicBezTo>
                    <a:pt x="21050" y="5854"/>
                    <a:pt x="19954" y="5241"/>
                    <a:pt x="18923" y="5241"/>
                  </a:cubicBezTo>
                  <a:cubicBezTo>
                    <a:pt x="17982" y="5241"/>
                    <a:pt x="17096" y="5751"/>
                    <a:pt x="16727" y="6925"/>
                  </a:cubicBezTo>
                  <a:cubicBezTo>
                    <a:pt x="17445" y="4641"/>
                    <a:pt x="15224" y="1533"/>
                    <a:pt x="13332" y="539"/>
                  </a:cubicBezTo>
                  <a:cubicBezTo>
                    <a:pt x="12622" y="166"/>
                    <a:pt x="11806" y="1"/>
                    <a:pt x="109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0"/>
            <p:cNvSpPr/>
            <p:nvPr/>
          </p:nvSpPr>
          <p:spPr>
            <a:xfrm>
              <a:off x="-3849654" y="2093"/>
              <a:ext cx="6557256" cy="1684172"/>
            </a:xfrm>
            <a:custGeom>
              <a:avLst/>
              <a:gdLst/>
              <a:ahLst/>
              <a:cxnLst/>
              <a:rect l="l" t="t" r="r" b="b"/>
              <a:pathLst>
                <a:path w="39285" h="10090" extrusionOk="0">
                  <a:moveTo>
                    <a:pt x="9924" y="1"/>
                  </a:moveTo>
                  <a:cubicBezTo>
                    <a:pt x="9547" y="1"/>
                    <a:pt x="9171" y="31"/>
                    <a:pt x="8800" y="92"/>
                  </a:cubicBezTo>
                  <a:cubicBezTo>
                    <a:pt x="6167" y="525"/>
                    <a:pt x="4582" y="2600"/>
                    <a:pt x="4488" y="5215"/>
                  </a:cubicBezTo>
                  <a:cubicBezTo>
                    <a:pt x="4082" y="4795"/>
                    <a:pt x="3549" y="4607"/>
                    <a:pt x="3009" y="4607"/>
                  </a:cubicBezTo>
                  <a:cubicBezTo>
                    <a:pt x="2379" y="4607"/>
                    <a:pt x="1739" y="4863"/>
                    <a:pt x="1276" y="5305"/>
                  </a:cubicBezTo>
                  <a:cubicBezTo>
                    <a:pt x="1" y="6521"/>
                    <a:pt x="476" y="8358"/>
                    <a:pt x="2022" y="8979"/>
                  </a:cubicBezTo>
                  <a:cubicBezTo>
                    <a:pt x="2577" y="9203"/>
                    <a:pt x="3196" y="9297"/>
                    <a:pt x="3824" y="9297"/>
                  </a:cubicBezTo>
                  <a:cubicBezTo>
                    <a:pt x="4661" y="9297"/>
                    <a:pt x="5514" y="9130"/>
                    <a:pt x="6254" y="8882"/>
                  </a:cubicBezTo>
                  <a:cubicBezTo>
                    <a:pt x="6560" y="8782"/>
                    <a:pt x="6867" y="8658"/>
                    <a:pt x="7190" y="8658"/>
                  </a:cubicBezTo>
                  <a:cubicBezTo>
                    <a:pt x="7193" y="8658"/>
                    <a:pt x="7197" y="8658"/>
                    <a:pt x="7200" y="8658"/>
                  </a:cubicBezTo>
                  <a:cubicBezTo>
                    <a:pt x="7601" y="8663"/>
                    <a:pt x="7966" y="8864"/>
                    <a:pt x="8336" y="9015"/>
                  </a:cubicBezTo>
                  <a:cubicBezTo>
                    <a:pt x="9055" y="9307"/>
                    <a:pt x="9823" y="9418"/>
                    <a:pt x="10600" y="9418"/>
                  </a:cubicBezTo>
                  <a:cubicBezTo>
                    <a:pt x="11317" y="9418"/>
                    <a:pt x="12042" y="9324"/>
                    <a:pt x="12745" y="9190"/>
                  </a:cubicBezTo>
                  <a:cubicBezTo>
                    <a:pt x="13156" y="9112"/>
                    <a:pt x="13634" y="8971"/>
                    <a:pt x="14131" y="8829"/>
                  </a:cubicBezTo>
                  <a:cubicBezTo>
                    <a:pt x="14891" y="8612"/>
                    <a:pt x="15699" y="8393"/>
                    <a:pt x="16403" y="8393"/>
                  </a:cubicBezTo>
                  <a:cubicBezTo>
                    <a:pt x="16583" y="8393"/>
                    <a:pt x="16756" y="8407"/>
                    <a:pt x="16920" y="8440"/>
                  </a:cubicBezTo>
                  <a:cubicBezTo>
                    <a:pt x="17801" y="8617"/>
                    <a:pt x="18730" y="9367"/>
                    <a:pt x="19658" y="9620"/>
                  </a:cubicBezTo>
                  <a:cubicBezTo>
                    <a:pt x="20732" y="9913"/>
                    <a:pt x="21900" y="10089"/>
                    <a:pt x="23061" y="10089"/>
                  </a:cubicBezTo>
                  <a:cubicBezTo>
                    <a:pt x="24119" y="10089"/>
                    <a:pt x="25171" y="9943"/>
                    <a:pt x="26141" y="9606"/>
                  </a:cubicBezTo>
                  <a:cubicBezTo>
                    <a:pt x="26562" y="9460"/>
                    <a:pt x="26970" y="9275"/>
                    <a:pt x="27406" y="9182"/>
                  </a:cubicBezTo>
                  <a:cubicBezTo>
                    <a:pt x="28132" y="9027"/>
                    <a:pt x="28862" y="8991"/>
                    <a:pt x="29593" y="8991"/>
                  </a:cubicBezTo>
                  <a:cubicBezTo>
                    <a:pt x="30222" y="8991"/>
                    <a:pt x="30851" y="9017"/>
                    <a:pt x="31481" y="9017"/>
                  </a:cubicBezTo>
                  <a:cubicBezTo>
                    <a:pt x="31922" y="9017"/>
                    <a:pt x="32364" y="9004"/>
                    <a:pt x="32804" y="8960"/>
                  </a:cubicBezTo>
                  <a:cubicBezTo>
                    <a:pt x="33151" y="8925"/>
                    <a:pt x="33472" y="8911"/>
                    <a:pt x="33781" y="8911"/>
                  </a:cubicBezTo>
                  <a:cubicBezTo>
                    <a:pt x="34754" y="8911"/>
                    <a:pt x="35600" y="9050"/>
                    <a:pt x="36704" y="9116"/>
                  </a:cubicBezTo>
                  <a:cubicBezTo>
                    <a:pt x="37004" y="9134"/>
                    <a:pt x="37469" y="9212"/>
                    <a:pt x="37904" y="9212"/>
                  </a:cubicBezTo>
                  <a:cubicBezTo>
                    <a:pt x="38265" y="9212"/>
                    <a:pt x="38605" y="9159"/>
                    <a:pt x="38812" y="8972"/>
                  </a:cubicBezTo>
                  <a:cubicBezTo>
                    <a:pt x="39284" y="8547"/>
                    <a:pt x="39103" y="7640"/>
                    <a:pt x="38587" y="7326"/>
                  </a:cubicBezTo>
                  <a:cubicBezTo>
                    <a:pt x="38374" y="7197"/>
                    <a:pt x="38131" y="7141"/>
                    <a:pt x="37883" y="7141"/>
                  </a:cubicBezTo>
                  <a:cubicBezTo>
                    <a:pt x="37571" y="7141"/>
                    <a:pt x="37251" y="7230"/>
                    <a:pt x="36971" y="7371"/>
                  </a:cubicBezTo>
                  <a:cubicBezTo>
                    <a:pt x="36814" y="6381"/>
                    <a:pt x="35826" y="5635"/>
                    <a:pt x="34825" y="5635"/>
                  </a:cubicBezTo>
                  <a:cubicBezTo>
                    <a:pt x="34810" y="5635"/>
                    <a:pt x="34796" y="5635"/>
                    <a:pt x="34781" y="5636"/>
                  </a:cubicBezTo>
                  <a:cubicBezTo>
                    <a:pt x="33766" y="5658"/>
                    <a:pt x="32833" y="6374"/>
                    <a:pt x="32426" y="7307"/>
                  </a:cubicBezTo>
                  <a:cubicBezTo>
                    <a:pt x="32145" y="6699"/>
                    <a:pt x="31485" y="6290"/>
                    <a:pt x="30818" y="6290"/>
                  </a:cubicBezTo>
                  <a:cubicBezTo>
                    <a:pt x="30770" y="6290"/>
                    <a:pt x="30722" y="6292"/>
                    <a:pt x="30674" y="6296"/>
                  </a:cubicBezTo>
                  <a:cubicBezTo>
                    <a:pt x="29957" y="6364"/>
                    <a:pt x="29312" y="6913"/>
                    <a:pt x="29132" y="7609"/>
                  </a:cubicBezTo>
                  <a:cubicBezTo>
                    <a:pt x="28799" y="5803"/>
                    <a:pt x="27848" y="4379"/>
                    <a:pt x="25955" y="4009"/>
                  </a:cubicBezTo>
                  <a:cubicBezTo>
                    <a:pt x="25694" y="3958"/>
                    <a:pt x="25429" y="3933"/>
                    <a:pt x="25164" y="3933"/>
                  </a:cubicBezTo>
                  <a:cubicBezTo>
                    <a:pt x="24465" y="3933"/>
                    <a:pt x="23766" y="4107"/>
                    <a:pt x="23144" y="4427"/>
                  </a:cubicBezTo>
                  <a:cubicBezTo>
                    <a:pt x="22769" y="4622"/>
                    <a:pt x="21328" y="5591"/>
                    <a:pt x="21433" y="6150"/>
                  </a:cubicBezTo>
                  <a:cubicBezTo>
                    <a:pt x="21224" y="5045"/>
                    <a:pt x="20226" y="4139"/>
                    <a:pt x="19106" y="4039"/>
                  </a:cubicBezTo>
                  <a:cubicBezTo>
                    <a:pt x="19035" y="4033"/>
                    <a:pt x="18965" y="4030"/>
                    <a:pt x="18895" y="4030"/>
                  </a:cubicBezTo>
                  <a:cubicBezTo>
                    <a:pt x="17844" y="4030"/>
                    <a:pt x="16815" y="4717"/>
                    <a:pt x="16438" y="5703"/>
                  </a:cubicBezTo>
                  <a:cubicBezTo>
                    <a:pt x="16297" y="3933"/>
                    <a:pt x="15308" y="2266"/>
                    <a:pt x="13864" y="1233"/>
                  </a:cubicBezTo>
                  <a:cubicBezTo>
                    <a:pt x="12725" y="420"/>
                    <a:pt x="11324" y="1"/>
                    <a:pt x="99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7" name="Google Shape;507;p30"/>
          <p:cNvSpPr/>
          <p:nvPr/>
        </p:nvSpPr>
        <p:spPr>
          <a:xfrm flipH="1">
            <a:off x="8137197" y="263313"/>
            <a:ext cx="795257" cy="956279"/>
          </a:xfrm>
          <a:custGeom>
            <a:avLst/>
            <a:gdLst/>
            <a:ahLst/>
            <a:cxnLst/>
            <a:rect l="l" t="t" r="r" b="b"/>
            <a:pathLst>
              <a:path w="15256" h="18345" extrusionOk="0">
                <a:moveTo>
                  <a:pt x="8596" y="1"/>
                </a:moveTo>
                <a:cubicBezTo>
                  <a:pt x="6911" y="1"/>
                  <a:pt x="4401" y="519"/>
                  <a:pt x="2337" y="3098"/>
                </a:cubicBezTo>
                <a:cubicBezTo>
                  <a:pt x="1191" y="4527"/>
                  <a:pt x="1" y="6908"/>
                  <a:pt x="169" y="9986"/>
                </a:cubicBezTo>
                <a:cubicBezTo>
                  <a:pt x="300" y="12356"/>
                  <a:pt x="1445" y="14205"/>
                  <a:pt x="2542" y="15526"/>
                </a:cubicBezTo>
                <a:cubicBezTo>
                  <a:pt x="4160" y="17477"/>
                  <a:pt x="6470" y="18345"/>
                  <a:pt x="8715" y="18345"/>
                </a:cubicBezTo>
                <a:cubicBezTo>
                  <a:pt x="11443" y="18345"/>
                  <a:pt x="14075" y="17064"/>
                  <a:pt x="15255" y="14892"/>
                </a:cubicBezTo>
                <a:lnTo>
                  <a:pt x="15255" y="14892"/>
                </a:lnTo>
                <a:cubicBezTo>
                  <a:pt x="15255" y="14892"/>
                  <a:pt x="13744" y="16347"/>
                  <a:pt x="11330" y="16548"/>
                </a:cubicBezTo>
                <a:cubicBezTo>
                  <a:pt x="11162" y="16561"/>
                  <a:pt x="10991" y="16568"/>
                  <a:pt x="10818" y="16568"/>
                </a:cubicBezTo>
                <a:cubicBezTo>
                  <a:pt x="9513" y="16568"/>
                  <a:pt x="8059" y="16181"/>
                  <a:pt x="6773" y="15423"/>
                </a:cubicBezTo>
                <a:cubicBezTo>
                  <a:pt x="5581" y="14722"/>
                  <a:pt x="3706" y="12909"/>
                  <a:pt x="3235" y="9658"/>
                </a:cubicBezTo>
                <a:cubicBezTo>
                  <a:pt x="2494" y="4527"/>
                  <a:pt x="5353" y="2011"/>
                  <a:pt x="7703" y="909"/>
                </a:cubicBezTo>
                <a:cubicBezTo>
                  <a:pt x="9090" y="258"/>
                  <a:pt x="10492" y="236"/>
                  <a:pt x="10492" y="236"/>
                </a:cubicBezTo>
                <a:cubicBezTo>
                  <a:pt x="10492" y="236"/>
                  <a:pt x="9731" y="1"/>
                  <a:pt x="85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0"/>
          <p:cNvSpPr/>
          <p:nvPr/>
        </p:nvSpPr>
        <p:spPr>
          <a:xfrm flipH="1">
            <a:off x="8081520" y="403363"/>
            <a:ext cx="334443" cy="341696"/>
          </a:xfrm>
          <a:custGeom>
            <a:avLst/>
            <a:gdLst/>
            <a:ahLst/>
            <a:cxnLst/>
            <a:rect l="l" t="t" r="r" b="b"/>
            <a:pathLst>
              <a:path w="4565" h="4664" extrusionOk="0">
                <a:moveTo>
                  <a:pt x="3082" y="0"/>
                </a:moveTo>
                <a:lnTo>
                  <a:pt x="1839" y="1064"/>
                </a:lnTo>
                <a:lnTo>
                  <a:pt x="259" y="645"/>
                </a:lnTo>
                <a:lnTo>
                  <a:pt x="889" y="2155"/>
                </a:lnTo>
                <a:lnTo>
                  <a:pt x="1" y="3527"/>
                </a:lnTo>
                <a:lnTo>
                  <a:pt x="1630" y="3394"/>
                </a:lnTo>
                <a:lnTo>
                  <a:pt x="2662" y="4664"/>
                </a:lnTo>
                <a:lnTo>
                  <a:pt x="3041" y="3074"/>
                </a:lnTo>
                <a:lnTo>
                  <a:pt x="4565" y="2485"/>
                </a:lnTo>
                <a:lnTo>
                  <a:pt x="3170" y="1633"/>
                </a:lnTo>
                <a:lnTo>
                  <a:pt x="308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9" name="Google Shape;509;p30"/>
          <p:cNvGrpSpPr/>
          <p:nvPr/>
        </p:nvGrpSpPr>
        <p:grpSpPr>
          <a:xfrm flipH="1">
            <a:off x="8109344" y="1975322"/>
            <a:ext cx="795248" cy="3196584"/>
            <a:chOff x="2686950" y="3466825"/>
            <a:chExt cx="94350" cy="379250"/>
          </a:xfrm>
        </p:grpSpPr>
        <p:sp>
          <p:nvSpPr>
            <p:cNvPr id="510" name="Google Shape;510;p30"/>
            <p:cNvSpPr/>
            <p:nvPr/>
          </p:nvSpPr>
          <p:spPr>
            <a:xfrm>
              <a:off x="2686950" y="3466825"/>
              <a:ext cx="94350" cy="379250"/>
            </a:xfrm>
            <a:custGeom>
              <a:avLst/>
              <a:gdLst/>
              <a:ahLst/>
              <a:cxnLst/>
              <a:rect l="l" t="t" r="r" b="b"/>
              <a:pathLst>
                <a:path w="3774" h="15170" extrusionOk="0">
                  <a:moveTo>
                    <a:pt x="1942" y="1"/>
                  </a:moveTo>
                  <a:lnTo>
                    <a:pt x="1925" y="375"/>
                  </a:lnTo>
                  <a:cubicBezTo>
                    <a:pt x="1865" y="379"/>
                    <a:pt x="1817" y="400"/>
                    <a:pt x="1817" y="425"/>
                  </a:cubicBezTo>
                  <a:cubicBezTo>
                    <a:pt x="1817" y="452"/>
                    <a:pt x="1863" y="473"/>
                    <a:pt x="1921" y="477"/>
                  </a:cubicBezTo>
                  <a:lnTo>
                    <a:pt x="1912" y="668"/>
                  </a:lnTo>
                  <a:lnTo>
                    <a:pt x="1914" y="668"/>
                  </a:lnTo>
                  <a:cubicBezTo>
                    <a:pt x="1796" y="677"/>
                    <a:pt x="1709" y="720"/>
                    <a:pt x="1709" y="774"/>
                  </a:cubicBezTo>
                  <a:cubicBezTo>
                    <a:pt x="1709" y="826"/>
                    <a:pt x="1799" y="869"/>
                    <a:pt x="1914" y="879"/>
                  </a:cubicBezTo>
                  <a:cubicBezTo>
                    <a:pt x="1763" y="1135"/>
                    <a:pt x="1229" y="1994"/>
                    <a:pt x="557" y="2507"/>
                  </a:cubicBezTo>
                  <a:cubicBezTo>
                    <a:pt x="1" y="2934"/>
                    <a:pt x="1026" y="3530"/>
                    <a:pt x="1026" y="3530"/>
                  </a:cubicBezTo>
                  <a:lnTo>
                    <a:pt x="1035" y="4510"/>
                  </a:lnTo>
                  <a:lnTo>
                    <a:pt x="695" y="4510"/>
                  </a:lnTo>
                  <a:lnTo>
                    <a:pt x="695" y="4767"/>
                  </a:lnTo>
                  <a:lnTo>
                    <a:pt x="1026" y="4916"/>
                  </a:lnTo>
                  <a:lnTo>
                    <a:pt x="706" y="4916"/>
                  </a:lnTo>
                  <a:lnTo>
                    <a:pt x="697" y="5076"/>
                  </a:lnTo>
                  <a:lnTo>
                    <a:pt x="185" y="5076"/>
                  </a:lnTo>
                  <a:lnTo>
                    <a:pt x="185" y="5520"/>
                  </a:lnTo>
                  <a:lnTo>
                    <a:pt x="811" y="6046"/>
                  </a:lnTo>
                  <a:lnTo>
                    <a:pt x="830" y="15170"/>
                  </a:lnTo>
                  <a:lnTo>
                    <a:pt x="1960" y="15170"/>
                  </a:lnTo>
                  <a:lnTo>
                    <a:pt x="1960" y="15167"/>
                  </a:lnTo>
                  <a:lnTo>
                    <a:pt x="3003" y="15167"/>
                  </a:lnTo>
                  <a:lnTo>
                    <a:pt x="3021" y="6043"/>
                  </a:lnTo>
                  <a:lnTo>
                    <a:pt x="3606" y="5518"/>
                  </a:lnTo>
                  <a:lnTo>
                    <a:pt x="3606" y="5073"/>
                  </a:lnTo>
                  <a:lnTo>
                    <a:pt x="3123" y="5073"/>
                  </a:lnTo>
                  <a:lnTo>
                    <a:pt x="3123" y="5075"/>
                  </a:lnTo>
                  <a:lnTo>
                    <a:pt x="3113" y="4915"/>
                  </a:lnTo>
                  <a:lnTo>
                    <a:pt x="2813" y="4915"/>
                  </a:lnTo>
                  <a:lnTo>
                    <a:pt x="3123" y="4766"/>
                  </a:lnTo>
                  <a:lnTo>
                    <a:pt x="3123" y="4508"/>
                  </a:lnTo>
                  <a:lnTo>
                    <a:pt x="2804" y="4508"/>
                  </a:lnTo>
                  <a:lnTo>
                    <a:pt x="2813" y="3529"/>
                  </a:lnTo>
                  <a:cubicBezTo>
                    <a:pt x="2813" y="3529"/>
                    <a:pt x="3773" y="2931"/>
                    <a:pt x="3251" y="2505"/>
                  </a:cubicBezTo>
                  <a:cubicBezTo>
                    <a:pt x="2628" y="1997"/>
                    <a:pt x="2129" y="1142"/>
                    <a:pt x="1984" y="881"/>
                  </a:cubicBezTo>
                  <a:cubicBezTo>
                    <a:pt x="2109" y="875"/>
                    <a:pt x="2206" y="830"/>
                    <a:pt x="2206" y="775"/>
                  </a:cubicBezTo>
                  <a:cubicBezTo>
                    <a:pt x="2206" y="723"/>
                    <a:pt x="2116" y="681"/>
                    <a:pt x="2000" y="670"/>
                  </a:cubicBezTo>
                  <a:lnTo>
                    <a:pt x="2002" y="670"/>
                  </a:lnTo>
                  <a:lnTo>
                    <a:pt x="1984" y="477"/>
                  </a:lnTo>
                  <a:cubicBezTo>
                    <a:pt x="2032" y="470"/>
                    <a:pt x="2067" y="451"/>
                    <a:pt x="2067" y="428"/>
                  </a:cubicBezTo>
                  <a:cubicBezTo>
                    <a:pt x="2067" y="403"/>
                    <a:pt x="2028" y="383"/>
                    <a:pt x="1976" y="376"/>
                  </a:cubicBezTo>
                  <a:lnTo>
                    <a:pt x="194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0"/>
            <p:cNvSpPr/>
            <p:nvPr/>
          </p:nvSpPr>
          <p:spPr>
            <a:xfrm>
              <a:off x="2695425" y="3826025"/>
              <a:ext cx="78000" cy="10000"/>
            </a:xfrm>
            <a:custGeom>
              <a:avLst/>
              <a:gdLst/>
              <a:ahLst/>
              <a:cxnLst/>
              <a:rect l="l" t="t" r="r" b="b"/>
              <a:pathLst>
                <a:path w="3120" h="400" extrusionOk="0">
                  <a:moveTo>
                    <a:pt x="1" y="1"/>
                  </a:moveTo>
                  <a:lnTo>
                    <a:pt x="1" y="400"/>
                  </a:lnTo>
                  <a:lnTo>
                    <a:pt x="3120" y="400"/>
                  </a:lnTo>
                  <a:lnTo>
                    <a:pt x="312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0"/>
            <p:cNvSpPr/>
            <p:nvPr/>
          </p:nvSpPr>
          <p:spPr>
            <a:xfrm>
              <a:off x="2713675" y="3555625"/>
              <a:ext cx="5700" cy="23650"/>
            </a:xfrm>
            <a:custGeom>
              <a:avLst/>
              <a:gdLst/>
              <a:ahLst/>
              <a:cxnLst/>
              <a:rect l="l" t="t" r="r" b="b"/>
              <a:pathLst>
                <a:path w="228" h="946" extrusionOk="0">
                  <a:moveTo>
                    <a:pt x="114" y="1"/>
                  </a:moveTo>
                  <a:cubicBezTo>
                    <a:pt x="0" y="1"/>
                    <a:pt x="0" y="280"/>
                    <a:pt x="0" y="280"/>
                  </a:cubicBezTo>
                  <a:lnTo>
                    <a:pt x="0" y="945"/>
                  </a:lnTo>
                  <a:lnTo>
                    <a:pt x="228" y="945"/>
                  </a:lnTo>
                  <a:lnTo>
                    <a:pt x="228" y="245"/>
                  </a:lnTo>
                  <a:cubicBezTo>
                    <a:pt x="228" y="245"/>
                    <a:pt x="228" y="1"/>
                    <a:pt x="1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0"/>
            <p:cNvSpPr/>
            <p:nvPr/>
          </p:nvSpPr>
          <p:spPr>
            <a:xfrm>
              <a:off x="2724200" y="3555375"/>
              <a:ext cx="9175" cy="23600"/>
            </a:xfrm>
            <a:custGeom>
              <a:avLst/>
              <a:gdLst/>
              <a:ahLst/>
              <a:cxnLst/>
              <a:rect l="l" t="t" r="r" b="b"/>
              <a:pathLst>
                <a:path w="367" h="944" extrusionOk="0">
                  <a:moveTo>
                    <a:pt x="184" y="1"/>
                  </a:moveTo>
                  <a:cubicBezTo>
                    <a:pt x="1" y="1"/>
                    <a:pt x="1" y="281"/>
                    <a:pt x="1" y="281"/>
                  </a:cubicBezTo>
                  <a:lnTo>
                    <a:pt x="1" y="944"/>
                  </a:lnTo>
                  <a:lnTo>
                    <a:pt x="366" y="944"/>
                  </a:lnTo>
                  <a:lnTo>
                    <a:pt x="366" y="245"/>
                  </a:lnTo>
                  <a:cubicBezTo>
                    <a:pt x="366" y="245"/>
                    <a:pt x="366" y="1"/>
                    <a:pt x="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0"/>
            <p:cNvSpPr/>
            <p:nvPr/>
          </p:nvSpPr>
          <p:spPr>
            <a:xfrm>
              <a:off x="2737250" y="3555100"/>
              <a:ext cx="9150" cy="23650"/>
            </a:xfrm>
            <a:custGeom>
              <a:avLst/>
              <a:gdLst/>
              <a:ahLst/>
              <a:cxnLst/>
              <a:rect l="l" t="t" r="r" b="b"/>
              <a:pathLst>
                <a:path w="366" h="946" extrusionOk="0">
                  <a:moveTo>
                    <a:pt x="183" y="1"/>
                  </a:moveTo>
                  <a:cubicBezTo>
                    <a:pt x="0" y="1"/>
                    <a:pt x="0" y="280"/>
                    <a:pt x="0" y="280"/>
                  </a:cubicBezTo>
                  <a:lnTo>
                    <a:pt x="0" y="945"/>
                  </a:lnTo>
                  <a:lnTo>
                    <a:pt x="366" y="945"/>
                  </a:lnTo>
                  <a:lnTo>
                    <a:pt x="366" y="245"/>
                  </a:lnTo>
                  <a:cubicBezTo>
                    <a:pt x="366" y="245"/>
                    <a:pt x="366" y="1"/>
                    <a:pt x="1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0"/>
            <p:cNvSpPr/>
            <p:nvPr/>
          </p:nvSpPr>
          <p:spPr>
            <a:xfrm>
              <a:off x="2750350" y="3555375"/>
              <a:ext cx="5725" cy="23600"/>
            </a:xfrm>
            <a:custGeom>
              <a:avLst/>
              <a:gdLst/>
              <a:ahLst/>
              <a:cxnLst/>
              <a:rect l="l" t="t" r="r" b="b"/>
              <a:pathLst>
                <a:path w="229" h="944" extrusionOk="0">
                  <a:moveTo>
                    <a:pt x="114" y="1"/>
                  </a:moveTo>
                  <a:cubicBezTo>
                    <a:pt x="1" y="1"/>
                    <a:pt x="1" y="281"/>
                    <a:pt x="1" y="281"/>
                  </a:cubicBezTo>
                  <a:lnTo>
                    <a:pt x="1" y="944"/>
                  </a:lnTo>
                  <a:lnTo>
                    <a:pt x="228" y="944"/>
                  </a:lnTo>
                  <a:lnTo>
                    <a:pt x="228" y="245"/>
                  </a:lnTo>
                  <a:cubicBezTo>
                    <a:pt x="228" y="245"/>
                    <a:pt x="228" y="1"/>
                    <a:pt x="1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6" name="Google Shape;516;p30"/>
          <p:cNvGrpSpPr/>
          <p:nvPr/>
        </p:nvGrpSpPr>
        <p:grpSpPr>
          <a:xfrm flipH="1">
            <a:off x="5743495" y="3610499"/>
            <a:ext cx="544399" cy="1583958"/>
            <a:chOff x="2871700" y="3513775"/>
            <a:chExt cx="83475" cy="242875"/>
          </a:xfrm>
        </p:grpSpPr>
        <p:sp>
          <p:nvSpPr>
            <p:cNvPr id="517" name="Google Shape;517;p30"/>
            <p:cNvSpPr/>
            <p:nvPr/>
          </p:nvSpPr>
          <p:spPr>
            <a:xfrm>
              <a:off x="2871700" y="3513775"/>
              <a:ext cx="83475" cy="242875"/>
            </a:xfrm>
            <a:custGeom>
              <a:avLst/>
              <a:gdLst/>
              <a:ahLst/>
              <a:cxnLst/>
              <a:rect l="l" t="t" r="r" b="b"/>
              <a:pathLst>
                <a:path w="3339" h="9715" extrusionOk="0">
                  <a:moveTo>
                    <a:pt x="1643" y="1"/>
                  </a:moveTo>
                  <a:lnTo>
                    <a:pt x="1535" y="1190"/>
                  </a:lnTo>
                  <a:lnTo>
                    <a:pt x="1261" y="1190"/>
                  </a:lnTo>
                  <a:lnTo>
                    <a:pt x="1261" y="1700"/>
                  </a:lnTo>
                  <a:cubicBezTo>
                    <a:pt x="1261" y="1700"/>
                    <a:pt x="83" y="2124"/>
                    <a:pt x="221" y="3399"/>
                  </a:cubicBezTo>
                  <a:lnTo>
                    <a:pt x="0" y="3569"/>
                  </a:lnTo>
                  <a:lnTo>
                    <a:pt x="165" y="3739"/>
                  </a:lnTo>
                  <a:lnTo>
                    <a:pt x="165" y="4985"/>
                  </a:lnTo>
                  <a:lnTo>
                    <a:pt x="0" y="4985"/>
                  </a:lnTo>
                  <a:lnTo>
                    <a:pt x="0" y="5411"/>
                  </a:lnTo>
                  <a:lnTo>
                    <a:pt x="366" y="5411"/>
                  </a:lnTo>
                  <a:lnTo>
                    <a:pt x="384" y="9715"/>
                  </a:lnTo>
                  <a:lnTo>
                    <a:pt x="2955" y="9715"/>
                  </a:lnTo>
                  <a:lnTo>
                    <a:pt x="2971" y="5411"/>
                  </a:lnTo>
                  <a:lnTo>
                    <a:pt x="3337" y="5411"/>
                  </a:lnTo>
                  <a:lnTo>
                    <a:pt x="3337" y="4985"/>
                  </a:lnTo>
                  <a:lnTo>
                    <a:pt x="3167" y="4985"/>
                  </a:lnTo>
                  <a:lnTo>
                    <a:pt x="3167" y="3739"/>
                  </a:lnTo>
                  <a:lnTo>
                    <a:pt x="3168" y="3739"/>
                  </a:lnTo>
                  <a:lnTo>
                    <a:pt x="3338" y="3569"/>
                  </a:lnTo>
                  <a:lnTo>
                    <a:pt x="3112" y="3399"/>
                  </a:lnTo>
                  <a:cubicBezTo>
                    <a:pt x="3253" y="2124"/>
                    <a:pt x="2038" y="1700"/>
                    <a:pt x="2038" y="1700"/>
                  </a:cubicBezTo>
                  <a:lnTo>
                    <a:pt x="2038" y="1190"/>
                  </a:lnTo>
                  <a:lnTo>
                    <a:pt x="1756" y="1190"/>
                  </a:lnTo>
                  <a:lnTo>
                    <a:pt x="164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0"/>
            <p:cNvSpPr/>
            <p:nvPr/>
          </p:nvSpPr>
          <p:spPr>
            <a:xfrm>
              <a:off x="2899725" y="3597100"/>
              <a:ext cx="27325" cy="40400"/>
            </a:xfrm>
            <a:custGeom>
              <a:avLst/>
              <a:gdLst/>
              <a:ahLst/>
              <a:cxnLst/>
              <a:rect l="l" t="t" r="r" b="b"/>
              <a:pathLst>
                <a:path w="1093" h="1616" extrusionOk="0">
                  <a:moveTo>
                    <a:pt x="547" y="0"/>
                  </a:moveTo>
                  <a:cubicBezTo>
                    <a:pt x="1" y="0"/>
                    <a:pt x="1" y="478"/>
                    <a:pt x="1" y="478"/>
                  </a:cubicBezTo>
                  <a:lnTo>
                    <a:pt x="1" y="1615"/>
                  </a:lnTo>
                  <a:lnTo>
                    <a:pt x="1093" y="1615"/>
                  </a:lnTo>
                  <a:lnTo>
                    <a:pt x="1093" y="419"/>
                  </a:lnTo>
                  <a:cubicBezTo>
                    <a:pt x="1093" y="419"/>
                    <a:pt x="1093" y="0"/>
                    <a:pt x="5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0"/>
            <p:cNvSpPr/>
            <p:nvPr/>
          </p:nvSpPr>
          <p:spPr>
            <a:xfrm>
              <a:off x="2880800" y="3599275"/>
              <a:ext cx="7575" cy="38250"/>
            </a:xfrm>
            <a:custGeom>
              <a:avLst/>
              <a:gdLst/>
              <a:ahLst/>
              <a:cxnLst/>
              <a:rect l="l" t="t" r="r" b="b"/>
              <a:pathLst>
                <a:path w="303" h="1530" extrusionOk="0">
                  <a:moveTo>
                    <a:pt x="152" y="0"/>
                  </a:moveTo>
                  <a:cubicBezTo>
                    <a:pt x="0" y="0"/>
                    <a:pt x="0" y="453"/>
                    <a:pt x="0" y="453"/>
                  </a:cubicBezTo>
                  <a:lnTo>
                    <a:pt x="0" y="1528"/>
                  </a:lnTo>
                  <a:lnTo>
                    <a:pt x="0" y="1530"/>
                  </a:lnTo>
                  <a:lnTo>
                    <a:pt x="302" y="1530"/>
                  </a:lnTo>
                  <a:lnTo>
                    <a:pt x="302" y="397"/>
                  </a:lnTo>
                  <a:cubicBezTo>
                    <a:pt x="302" y="397"/>
                    <a:pt x="302" y="0"/>
                    <a:pt x="1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0"/>
            <p:cNvSpPr/>
            <p:nvPr/>
          </p:nvSpPr>
          <p:spPr>
            <a:xfrm>
              <a:off x="2937825" y="3599700"/>
              <a:ext cx="7575" cy="38275"/>
            </a:xfrm>
            <a:custGeom>
              <a:avLst/>
              <a:gdLst/>
              <a:ahLst/>
              <a:cxnLst/>
              <a:rect l="l" t="t" r="r" b="b"/>
              <a:pathLst>
                <a:path w="303" h="1531" extrusionOk="0">
                  <a:moveTo>
                    <a:pt x="151" y="0"/>
                  </a:moveTo>
                  <a:cubicBezTo>
                    <a:pt x="0" y="0"/>
                    <a:pt x="0" y="454"/>
                    <a:pt x="0" y="454"/>
                  </a:cubicBezTo>
                  <a:lnTo>
                    <a:pt x="0" y="1530"/>
                  </a:lnTo>
                  <a:lnTo>
                    <a:pt x="0" y="1531"/>
                  </a:lnTo>
                  <a:lnTo>
                    <a:pt x="303" y="1531"/>
                  </a:lnTo>
                  <a:lnTo>
                    <a:pt x="303" y="398"/>
                  </a:lnTo>
                  <a:cubicBezTo>
                    <a:pt x="303" y="398"/>
                    <a:pt x="303" y="0"/>
                    <a:pt x="1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CUSTOM_8">
    <p:spTree>
      <p:nvGrpSpPr>
        <p:cNvPr id="1" name="Shape 521"/>
        <p:cNvGrpSpPr/>
        <p:nvPr/>
      </p:nvGrpSpPr>
      <p:grpSpPr>
        <a:xfrm>
          <a:off x="0" y="0"/>
          <a:ext cx="0" cy="0"/>
          <a:chOff x="0" y="0"/>
          <a:chExt cx="0" cy="0"/>
        </a:xfrm>
      </p:grpSpPr>
      <p:sp>
        <p:nvSpPr>
          <p:cNvPr id="522" name="Google Shape;522;p31"/>
          <p:cNvSpPr/>
          <p:nvPr/>
        </p:nvSpPr>
        <p:spPr>
          <a:xfrm>
            <a:off x="8339753" y="1110038"/>
            <a:ext cx="334443" cy="341696"/>
          </a:xfrm>
          <a:custGeom>
            <a:avLst/>
            <a:gdLst/>
            <a:ahLst/>
            <a:cxnLst/>
            <a:rect l="l" t="t" r="r" b="b"/>
            <a:pathLst>
              <a:path w="4565" h="4664" extrusionOk="0">
                <a:moveTo>
                  <a:pt x="3082" y="0"/>
                </a:moveTo>
                <a:lnTo>
                  <a:pt x="1839" y="1064"/>
                </a:lnTo>
                <a:lnTo>
                  <a:pt x="259" y="645"/>
                </a:lnTo>
                <a:lnTo>
                  <a:pt x="889" y="2155"/>
                </a:lnTo>
                <a:lnTo>
                  <a:pt x="1" y="3527"/>
                </a:lnTo>
                <a:lnTo>
                  <a:pt x="1630" y="3394"/>
                </a:lnTo>
                <a:lnTo>
                  <a:pt x="2662" y="4664"/>
                </a:lnTo>
                <a:lnTo>
                  <a:pt x="3041" y="3074"/>
                </a:lnTo>
                <a:lnTo>
                  <a:pt x="4565" y="2485"/>
                </a:lnTo>
                <a:lnTo>
                  <a:pt x="3170" y="1633"/>
                </a:lnTo>
                <a:lnTo>
                  <a:pt x="308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3" name="Google Shape;523;p31"/>
          <p:cNvGrpSpPr/>
          <p:nvPr/>
        </p:nvGrpSpPr>
        <p:grpSpPr>
          <a:xfrm flipH="1">
            <a:off x="6305451" y="-278803"/>
            <a:ext cx="2838551" cy="1013425"/>
            <a:chOff x="-3505263" y="-2342175"/>
            <a:chExt cx="2645434" cy="944478"/>
          </a:xfrm>
        </p:grpSpPr>
        <p:sp>
          <p:nvSpPr>
            <p:cNvPr id="524" name="Google Shape;524;p31"/>
            <p:cNvSpPr/>
            <p:nvPr/>
          </p:nvSpPr>
          <p:spPr>
            <a:xfrm>
              <a:off x="-3505263" y="-2342175"/>
              <a:ext cx="2645434" cy="944478"/>
            </a:xfrm>
            <a:custGeom>
              <a:avLst/>
              <a:gdLst/>
              <a:ahLst/>
              <a:cxnLst/>
              <a:rect l="l" t="t" r="r" b="b"/>
              <a:pathLst>
                <a:path w="58411" h="20854" extrusionOk="0">
                  <a:moveTo>
                    <a:pt x="8551" y="1"/>
                  </a:moveTo>
                  <a:cubicBezTo>
                    <a:pt x="8250" y="1"/>
                    <a:pt x="7943" y="29"/>
                    <a:pt x="7633" y="88"/>
                  </a:cubicBezTo>
                  <a:cubicBezTo>
                    <a:pt x="5925" y="410"/>
                    <a:pt x="4521" y="1672"/>
                    <a:pt x="4247" y="3134"/>
                  </a:cubicBezTo>
                  <a:cubicBezTo>
                    <a:pt x="3866" y="2557"/>
                    <a:pt x="2723" y="1765"/>
                    <a:pt x="1752" y="1765"/>
                  </a:cubicBezTo>
                  <a:cubicBezTo>
                    <a:pt x="1405" y="1765"/>
                    <a:pt x="1080" y="1865"/>
                    <a:pt x="819" y="2113"/>
                  </a:cubicBezTo>
                  <a:cubicBezTo>
                    <a:pt x="324" y="8386"/>
                    <a:pt x="81" y="14564"/>
                    <a:pt x="0" y="20854"/>
                  </a:cubicBezTo>
                  <a:cubicBezTo>
                    <a:pt x="350" y="20567"/>
                    <a:pt x="381" y="19928"/>
                    <a:pt x="730" y="19642"/>
                  </a:cubicBezTo>
                  <a:cubicBezTo>
                    <a:pt x="788" y="19644"/>
                    <a:pt x="846" y="19645"/>
                    <a:pt x="904" y="19645"/>
                  </a:cubicBezTo>
                  <a:cubicBezTo>
                    <a:pt x="3080" y="19645"/>
                    <a:pt x="5185" y="18137"/>
                    <a:pt x="5834" y="16082"/>
                  </a:cubicBezTo>
                  <a:cubicBezTo>
                    <a:pt x="6196" y="16509"/>
                    <a:pt x="6762" y="16749"/>
                    <a:pt x="7326" y="16749"/>
                  </a:cubicBezTo>
                  <a:cubicBezTo>
                    <a:pt x="7543" y="16749"/>
                    <a:pt x="7760" y="16713"/>
                    <a:pt x="7965" y="16639"/>
                  </a:cubicBezTo>
                  <a:cubicBezTo>
                    <a:pt x="8533" y="16432"/>
                    <a:pt x="8975" y="15935"/>
                    <a:pt x="9142" y="15363"/>
                  </a:cubicBezTo>
                  <a:lnTo>
                    <a:pt x="9142" y="15363"/>
                  </a:lnTo>
                  <a:cubicBezTo>
                    <a:pt x="9004" y="17346"/>
                    <a:pt x="10520" y="18964"/>
                    <a:pt x="12634" y="18964"/>
                  </a:cubicBezTo>
                  <a:cubicBezTo>
                    <a:pt x="12665" y="18964"/>
                    <a:pt x="12696" y="18964"/>
                    <a:pt x="12727" y="18963"/>
                  </a:cubicBezTo>
                  <a:cubicBezTo>
                    <a:pt x="14564" y="18921"/>
                    <a:pt x="16273" y="17502"/>
                    <a:pt x="16617" y="15763"/>
                  </a:cubicBezTo>
                  <a:cubicBezTo>
                    <a:pt x="17355" y="17516"/>
                    <a:pt x="19074" y="18685"/>
                    <a:pt x="21000" y="18782"/>
                  </a:cubicBezTo>
                  <a:cubicBezTo>
                    <a:pt x="21086" y="18786"/>
                    <a:pt x="21170" y="18788"/>
                    <a:pt x="21252" y="18788"/>
                  </a:cubicBezTo>
                  <a:cubicBezTo>
                    <a:pt x="22967" y="18788"/>
                    <a:pt x="23962" y="17894"/>
                    <a:pt x="25456" y="17227"/>
                  </a:cubicBezTo>
                  <a:cubicBezTo>
                    <a:pt x="25685" y="17125"/>
                    <a:pt x="25902" y="17082"/>
                    <a:pt x="26112" y="17082"/>
                  </a:cubicBezTo>
                  <a:cubicBezTo>
                    <a:pt x="27102" y="17082"/>
                    <a:pt x="27927" y="18043"/>
                    <a:pt x="29144" y="18237"/>
                  </a:cubicBezTo>
                  <a:cubicBezTo>
                    <a:pt x="29299" y="18262"/>
                    <a:pt x="29448" y="18273"/>
                    <a:pt x="29593" y="18273"/>
                  </a:cubicBezTo>
                  <a:cubicBezTo>
                    <a:pt x="30588" y="18273"/>
                    <a:pt x="31363" y="17755"/>
                    <a:pt x="32313" y="17735"/>
                  </a:cubicBezTo>
                  <a:cubicBezTo>
                    <a:pt x="32327" y="17735"/>
                    <a:pt x="32341" y="17734"/>
                    <a:pt x="32355" y="17734"/>
                  </a:cubicBezTo>
                  <a:cubicBezTo>
                    <a:pt x="33320" y="17734"/>
                    <a:pt x="34036" y="18444"/>
                    <a:pt x="35058" y="18444"/>
                  </a:cubicBezTo>
                  <a:cubicBezTo>
                    <a:pt x="35149" y="18444"/>
                    <a:pt x="35241" y="18438"/>
                    <a:pt x="35337" y="18426"/>
                  </a:cubicBezTo>
                  <a:cubicBezTo>
                    <a:pt x="35590" y="18395"/>
                    <a:pt x="38241" y="17272"/>
                    <a:pt x="37919" y="17007"/>
                  </a:cubicBezTo>
                  <a:lnTo>
                    <a:pt x="37919" y="17007"/>
                  </a:lnTo>
                  <a:cubicBezTo>
                    <a:pt x="39122" y="17997"/>
                    <a:pt x="40691" y="18512"/>
                    <a:pt x="42256" y="18512"/>
                  </a:cubicBezTo>
                  <a:cubicBezTo>
                    <a:pt x="43295" y="18512"/>
                    <a:pt x="44333" y="18285"/>
                    <a:pt x="45260" y="17818"/>
                  </a:cubicBezTo>
                  <a:cubicBezTo>
                    <a:pt x="45406" y="17745"/>
                    <a:pt x="45571" y="17713"/>
                    <a:pt x="45751" y="17713"/>
                  </a:cubicBezTo>
                  <a:cubicBezTo>
                    <a:pt x="46688" y="17713"/>
                    <a:pt x="47996" y="18569"/>
                    <a:pt x="48717" y="18783"/>
                  </a:cubicBezTo>
                  <a:cubicBezTo>
                    <a:pt x="50082" y="19193"/>
                    <a:pt x="52228" y="19736"/>
                    <a:pt x="54110" y="19736"/>
                  </a:cubicBezTo>
                  <a:cubicBezTo>
                    <a:pt x="55100" y="19736"/>
                    <a:pt x="56016" y="19586"/>
                    <a:pt x="56709" y="19188"/>
                  </a:cubicBezTo>
                  <a:cubicBezTo>
                    <a:pt x="57780" y="18573"/>
                    <a:pt x="58411" y="17143"/>
                    <a:pt x="57838" y="16058"/>
                  </a:cubicBezTo>
                  <a:cubicBezTo>
                    <a:pt x="57595" y="15598"/>
                    <a:pt x="57056" y="15261"/>
                    <a:pt x="56560" y="15261"/>
                  </a:cubicBezTo>
                  <a:cubicBezTo>
                    <a:pt x="56335" y="15261"/>
                    <a:pt x="56120" y="15330"/>
                    <a:pt x="55944" y="15487"/>
                  </a:cubicBezTo>
                  <a:cubicBezTo>
                    <a:pt x="55762" y="14546"/>
                    <a:pt x="54832" y="13810"/>
                    <a:pt x="53866" y="13810"/>
                  </a:cubicBezTo>
                  <a:cubicBezTo>
                    <a:pt x="53816" y="13810"/>
                    <a:pt x="53767" y="13812"/>
                    <a:pt x="53718" y="13816"/>
                  </a:cubicBezTo>
                  <a:cubicBezTo>
                    <a:pt x="53399" y="13843"/>
                    <a:pt x="53014" y="14048"/>
                    <a:pt x="53071" y="14360"/>
                  </a:cubicBezTo>
                  <a:lnTo>
                    <a:pt x="53071" y="14360"/>
                  </a:lnTo>
                  <a:cubicBezTo>
                    <a:pt x="52806" y="13837"/>
                    <a:pt x="52199" y="13568"/>
                    <a:pt x="51598" y="13568"/>
                  </a:cubicBezTo>
                  <a:cubicBezTo>
                    <a:pt x="51448" y="13568"/>
                    <a:pt x="51299" y="13584"/>
                    <a:pt x="51155" y="13618"/>
                  </a:cubicBezTo>
                  <a:cubicBezTo>
                    <a:pt x="50516" y="13765"/>
                    <a:pt x="50169" y="14318"/>
                    <a:pt x="49609" y="14516"/>
                  </a:cubicBezTo>
                  <a:cubicBezTo>
                    <a:pt x="49490" y="14558"/>
                    <a:pt x="49356" y="14568"/>
                    <a:pt x="49218" y="14568"/>
                  </a:cubicBezTo>
                  <a:cubicBezTo>
                    <a:pt x="49092" y="14568"/>
                    <a:pt x="48962" y="14560"/>
                    <a:pt x="48834" y="14560"/>
                  </a:cubicBezTo>
                  <a:cubicBezTo>
                    <a:pt x="48723" y="14560"/>
                    <a:pt x="48614" y="14566"/>
                    <a:pt x="48510" y="14589"/>
                  </a:cubicBezTo>
                  <a:cubicBezTo>
                    <a:pt x="48857" y="13692"/>
                    <a:pt x="48836" y="12676"/>
                    <a:pt x="48357" y="11827"/>
                  </a:cubicBezTo>
                  <a:cubicBezTo>
                    <a:pt x="47787" y="10814"/>
                    <a:pt x="46294" y="10136"/>
                    <a:pt x="44911" y="10136"/>
                  </a:cubicBezTo>
                  <a:cubicBezTo>
                    <a:pt x="43733" y="10136"/>
                    <a:pt x="42635" y="10628"/>
                    <a:pt x="42254" y="11820"/>
                  </a:cubicBezTo>
                  <a:cubicBezTo>
                    <a:pt x="42990" y="9521"/>
                    <a:pt x="41690" y="7020"/>
                    <a:pt x="39190" y="6591"/>
                  </a:cubicBezTo>
                  <a:cubicBezTo>
                    <a:pt x="38942" y="6549"/>
                    <a:pt x="38708" y="6529"/>
                    <a:pt x="38485" y="6529"/>
                  </a:cubicBezTo>
                  <a:cubicBezTo>
                    <a:pt x="36817" y="6529"/>
                    <a:pt x="35788" y="7644"/>
                    <a:pt x="34620" y="8798"/>
                  </a:cubicBezTo>
                  <a:cubicBezTo>
                    <a:pt x="34329" y="7821"/>
                    <a:pt x="33816" y="6805"/>
                    <a:pt x="32805" y="6341"/>
                  </a:cubicBezTo>
                  <a:cubicBezTo>
                    <a:pt x="32504" y="6203"/>
                    <a:pt x="32167" y="6135"/>
                    <a:pt x="31832" y="6135"/>
                  </a:cubicBezTo>
                  <a:cubicBezTo>
                    <a:pt x="31094" y="6135"/>
                    <a:pt x="30362" y="6464"/>
                    <a:pt x="30011" y="7097"/>
                  </a:cubicBezTo>
                  <a:cubicBezTo>
                    <a:pt x="29695" y="6025"/>
                    <a:pt x="28691" y="5182"/>
                    <a:pt x="27565" y="5045"/>
                  </a:cubicBezTo>
                  <a:cubicBezTo>
                    <a:pt x="27457" y="5032"/>
                    <a:pt x="27347" y="5026"/>
                    <a:pt x="27238" y="5026"/>
                  </a:cubicBezTo>
                  <a:cubicBezTo>
                    <a:pt x="26218" y="5026"/>
                    <a:pt x="25204" y="5582"/>
                    <a:pt x="24690" y="6456"/>
                  </a:cubicBezTo>
                  <a:cubicBezTo>
                    <a:pt x="24546" y="6072"/>
                    <a:pt x="24129" y="5865"/>
                    <a:pt x="23719" y="5865"/>
                  </a:cubicBezTo>
                  <a:cubicBezTo>
                    <a:pt x="23394" y="5865"/>
                    <a:pt x="23072" y="5996"/>
                    <a:pt x="22897" y="6272"/>
                  </a:cubicBezTo>
                  <a:cubicBezTo>
                    <a:pt x="22793" y="3886"/>
                    <a:pt x="21309" y="1514"/>
                    <a:pt x="19036" y="691"/>
                  </a:cubicBezTo>
                  <a:cubicBezTo>
                    <a:pt x="18516" y="502"/>
                    <a:pt x="17962" y="412"/>
                    <a:pt x="17407" y="412"/>
                  </a:cubicBezTo>
                  <a:cubicBezTo>
                    <a:pt x="15538" y="412"/>
                    <a:pt x="13653" y="1433"/>
                    <a:pt x="12971" y="3146"/>
                  </a:cubicBezTo>
                  <a:cubicBezTo>
                    <a:pt x="12260" y="1231"/>
                    <a:pt x="10536" y="1"/>
                    <a:pt x="85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1"/>
            <p:cNvSpPr/>
            <p:nvPr/>
          </p:nvSpPr>
          <p:spPr>
            <a:xfrm>
              <a:off x="-3477455" y="-2105490"/>
              <a:ext cx="2162824" cy="651950"/>
            </a:xfrm>
            <a:custGeom>
              <a:avLst/>
              <a:gdLst/>
              <a:ahLst/>
              <a:cxnLst/>
              <a:rect l="l" t="t" r="r" b="b"/>
              <a:pathLst>
                <a:path w="47755" h="14395" extrusionOk="0">
                  <a:moveTo>
                    <a:pt x="8566" y="0"/>
                  </a:moveTo>
                  <a:cubicBezTo>
                    <a:pt x="6796" y="0"/>
                    <a:pt x="4938" y="1048"/>
                    <a:pt x="4310" y="2704"/>
                  </a:cubicBezTo>
                  <a:cubicBezTo>
                    <a:pt x="3967" y="2497"/>
                    <a:pt x="3573" y="2401"/>
                    <a:pt x="3174" y="2401"/>
                  </a:cubicBezTo>
                  <a:cubicBezTo>
                    <a:pt x="2493" y="2401"/>
                    <a:pt x="1798" y="2681"/>
                    <a:pt x="1316" y="3165"/>
                  </a:cubicBezTo>
                  <a:cubicBezTo>
                    <a:pt x="555" y="3933"/>
                    <a:pt x="307" y="5111"/>
                    <a:pt x="535" y="6164"/>
                  </a:cubicBezTo>
                  <a:cubicBezTo>
                    <a:pt x="489" y="6088"/>
                    <a:pt x="403" y="6053"/>
                    <a:pt x="314" y="6053"/>
                  </a:cubicBezTo>
                  <a:cubicBezTo>
                    <a:pt x="189" y="6053"/>
                    <a:pt x="60" y="6123"/>
                    <a:pt x="34" y="6246"/>
                  </a:cubicBezTo>
                  <a:lnTo>
                    <a:pt x="1" y="14391"/>
                  </a:lnTo>
                  <a:cubicBezTo>
                    <a:pt x="58" y="14393"/>
                    <a:pt x="115" y="14394"/>
                    <a:pt x="172" y="14394"/>
                  </a:cubicBezTo>
                  <a:cubicBezTo>
                    <a:pt x="2351" y="14394"/>
                    <a:pt x="4457" y="12885"/>
                    <a:pt x="5106" y="10829"/>
                  </a:cubicBezTo>
                  <a:cubicBezTo>
                    <a:pt x="5468" y="11256"/>
                    <a:pt x="6034" y="11496"/>
                    <a:pt x="6597" y="11496"/>
                  </a:cubicBezTo>
                  <a:cubicBezTo>
                    <a:pt x="6815" y="11496"/>
                    <a:pt x="7032" y="11461"/>
                    <a:pt x="7237" y="11386"/>
                  </a:cubicBezTo>
                  <a:cubicBezTo>
                    <a:pt x="7805" y="11179"/>
                    <a:pt x="8247" y="10682"/>
                    <a:pt x="8414" y="10110"/>
                  </a:cubicBezTo>
                  <a:lnTo>
                    <a:pt x="8414" y="10110"/>
                  </a:lnTo>
                  <a:cubicBezTo>
                    <a:pt x="8276" y="12093"/>
                    <a:pt x="9792" y="13712"/>
                    <a:pt x="11905" y="13712"/>
                  </a:cubicBezTo>
                  <a:cubicBezTo>
                    <a:pt x="11936" y="13712"/>
                    <a:pt x="11966" y="13711"/>
                    <a:pt x="11997" y="13711"/>
                  </a:cubicBezTo>
                  <a:cubicBezTo>
                    <a:pt x="13836" y="13668"/>
                    <a:pt x="15545" y="12249"/>
                    <a:pt x="15889" y="10512"/>
                  </a:cubicBezTo>
                  <a:cubicBezTo>
                    <a:pt x="16627" y="12263"/>
                    <a:pt x="18346" y="13432"/>
                    <a:pt x="20272" y="13529"/>
                  </a:cubicBezTo>
                  <a:cubicBezTo>
                    <a:pt x="20358" y="13534"/>
                    <a:pt x="20442" y="13536"/>
                    <a:pt x="20524" y="13536"/>
                  </a:cubicBezTo>
                  <a:cubicBezTo>
                    <a:pt x="22239" y="13536"/>
                    <a:pt x="23234" y="12641"/>
                    <a:pt x="24728" y="11975"/>
                  </a:cubicBezTo>
                  <a:cubicBezTo>
                    <a:pt x="24957" y="11872"/>
                    <a:pt x="25175" y="11829"/>
                    <a:pt x="25384" y="11829"/>
                  </a:cubicBezTo>
                  <a:cubicBezTo>
                    <a:pt x="26374" y="11829"/>
                    <a:pt x="27199" y="12790"/>
                    <a:pt x="28415" y="12985"/>
                  </a:cubicBezTo>
                  <a:cubicBezTo>
                    <a:pt x="28569" y="13010"/>
                    <a:pt x="28718" y="13021"/>
                    <a:pt x="28863" y="13021"/>
                  </a:cubicBezTo>
                  <a:cubicBezTo>
                    <a:pt x="29859" y="13021"/>
                    <a:pt x="30635" y="12502"/>
                    <a:pt x="31584" y="12482"/>
                  </a:cubicBezTo>
                  <a:cubicBezTo>
                    <a:pt x="31598" y="12482"/>
                    <a:pt x="31612" y="12482"/>
                    <a:pt x="31625" y="12482"/>
                  </a:cubicBezTo>
                  <a:cubicBezTo>
                    <a:pt x="32593" y="12482"/>
                    <a:pt x="33309" y="13192"/>
                    <a:pt x="34333" y="13192"/>
                  </a:cubicBezTo>
                  <a:cubicBezTo>
                    <a:pt x="34422" y="13192"/>
                    <a:pt x="34514" y="13187"/>
                    <a:pt x="34609" y="13175"/>
                  </a:cubicBezTo>
                  <a:cubicBezTo>
                    <a:pt x="34862" y="13143"/>
                    <a:pt x="37513" y="12020"/>
                    <a:pt x="37191" y="11755"/>
                  </a:cubicBezTo>
                  <a:lnTo>
                    <a:pt x="37191" y="11755"/>
                  </a:lnTo>
                  <a:cubicBezTo>
                    <a:pt x="38060" y="12468"/>
                    <a:pt x="39201" y="12821"/>
                    <a:pt x="40332" y="12821"/>
                  </a:cubicBezTo>
                  <a:cubicBezTo>
                    <a:pt x="40424" y="12821"/>
                    <a:pt x="40515" y="12819"/>
                    <a:pt x="40607" y="12814"/>
                  </a:cubicBezTo>
                  <a:cubicBezTo>
                    <a:pt x="41227" y="12783"/>
                    <a:pt x="41842" y="12645"/>
                    <a:pt x="42413" y="12406"/>
                  </a:cubicBezTo>
                  <a:cubicBezTo>
                    <a:pt x="42566" y="12343"/>
                    <a:pt x="43787" y="11535"/>
                    <a:pt x="43800" y="11535"/>
                  </a:cubicBezTo>
                  <a:cubicBezTo>
                    <a:pt x="43800" y="11535"/>
                    <a:pt x="43800" y="11535"/>
                    <a:pt x="43800" y="11535"/>
                  </a:cubicBezTo>
                  <a:cubicBezTo>
                    <a:pt x="44365" y="11815"/>
                    <a:pt x="44991" y="11975"/>
                    <a:pt x="45622" y="12001"/>
                  </a:cubicBezTo>
                  <a:cubicBezTo>
                    <a:pt x="45672" y="12004"/>
                    <a:pt x="45723" y="12005"/>
                    <a:pt x="45774" y="12005"/>
                  </a:cubicBezTo>
                  <a:cubicBezTo>
                    <a:pt x="46297" y="12005"/>
                    <a:pt x="46840" y="11887"/>
                    <a:pt x="47212" y="11531"/>
                  </a:cubicBezTo>
                  <a:cubicBezTo>
                    <a:pt x="47664" y="11092"/>
                    <a:pt x="47754" y="10368"/>
                    <a:pt x="47524" y="9788"/>
                  </a:cubicBezTo>
                  <a:cubicBezTo>
                    <a:pt x="47293" y="9204"/>
                    <a:pt x="46793" y="8756"/>
                    <a:pt x="46230" y="8468"/>
                  </a:cubicBezTo>
                  <a:cubicBezTo>
                    <a:pt x="45848" y="8272"/>
                    <a:pt x="45406" y="8146"/>
                    <a:pt x="44979" y="8146"/>
                  </a:cubicBezTo>
                  <a:cubicBezTo>
                    <a:pt x="44644" y="8146"/>
                    <a:pt x="44317" y="8223"/>
                    <a:pt x="44035" y="8405"/>
                  </a:cubicBezTo>
                  <a:cubicBezTo>
                    <a:pt x="43544" y="7920"/>
                    <a:pt x="42848" y="7662"/>
                    <a:pt x="42155" y="7662"/>
                  </a:cubicBezTo>
                  <a:cubicBezTo>
                    <a:pt x="41743" y="7662"/>
                    <a:pt x="41332" y="7753"/>
                    <a:pt x="40967" y="7942"/>
                  </a:cubicBezTo>
                  <a:cubicBezTo>
                    <a:pt x="40742" y="7079"/>
                    <a:pt x="40511" y="6206"/>
                    <a:pt x="40087" y="5421"/>
                  </a:cubicBezTo>
                  <a:cubicBezTo>
                    <a:pt x="39661" y="4633"/>
                    <a:pt x="39014" y="3931"/>
                    <a:pt x="38171" y="3610"/>
                  </a:cubicBezTo>
                  <a:cubicBezTo>
                    <a:pt x="37771" y="3458"/>
                    <a:pt x="37346" y="3397"/>
                    <a:pt x="36916" y="3397"/>
                  </a:cubicBezTo>
                  <a:cubicBezTo>
                    <a:pt x="36578" y="3397"/>
                    <a:pt x="36238" y="3435"/>
                    <a:pt x="35906" y="3493"/>
                  </a:cubicBezTo>
                  <a:cubicBezTo>
                    <a:pt x="34861" y="3680"/>
                    <a:pt x="33729" y="4200"/>
                    <a:pt x="33430" y="5205"/>
                  </a:cubicBezTo>
                  <a:cubicBezTo>
                    <a:pt x="32603" y="4549"/>
                    <a:pt x="31667" y="3973"/>
                    <a:pt x="30619" y="3814"/>
                  </a:cubicBezTo>
                  <a:cubicBezTo>
                    <a:pt x="30450" y="3788"/>
                    <a:pt x="30278" y="3775"/>
                    <a:pt x="30105" y="3775"/>
                  </a:cubicBezTo>
                  <a:cubicBezTo>
                    <a:pt x="29205" y="3775"/>
                    <a:pt x="28295" y="4128"/>
                    <a:pt x="27788" y="4848"/>
                  </a:cubicBezTo>
                  <a:cubicBezTo>
                    <a:pt x="27273" y="4408"/>
                    <a:pt x="26670" y="4032"/>
                    <a:pt x="25996" y="3943"/>
                  </a:cubicBezTo>
                  <a:cubicBezTo>
                    <a:pt x="25913" y="3933"/>
                    <a:pt x="25829" y="3927"/>
                    <a:pt x="25745" y="3927"/>
                  </a:cubicBezTo>
                  <a:cubicBezTo>
                    <a:pt x="25142" y="3927"/>
                    <a:pt x="24525" y="4195"/>
                    <a:pt x="24239" y="4711"/>
                  </a:cubicBezTo>
                  <a:cubicBezTo>
                    <a:pt x="23759" y="4120"/>
                    <a:pt x="23002" y="3789"/>
                    <a:pt x="22243" y="3755"/>
                  </a:cubicBezTo>
                  <a:cubicBezTo>
                    <a:pt x="22221" y="3754"/>
                    <a:pt x="22200" y="3754"/>
                    <a:pt x="22179" y="3754"/>
                  </a:cubicBezTo>
                  <a:cubicBezTo>
                    <a:pt x="21801" y="3754"/>
                    <a:pt x="21487" y="3889"/>
                    <a:pt x="21125" y="3931"/>
                  </a:cubicBezTo>
                  <a:cubicBezTo>
                    <a:pt x="20970" y="3949"/>
                    <a:pt x="20876" y="3966"/>
                    <a:pt x="20812" y="3966"/>
                  </a:cubicBezTo>
                  <a:cubicBezTo>
                    <a:pt x="20667" y="3966"/>
                    <a:pt x="20682" y="3879"/>
                    <a:pt x="20517" y="3522"/>
                  </a:cubicBezTo>
                  <a:cubicBezTo>
                    <a:pt x="19891" y="2171"/>
                    <a:pt x="18685" y="1090"/>
                    <a:pt x="17167" y="841"/>
                  </a:cubicBezTo>
                  <a:cubicBezTo>
                    <a:pt x="16953" y="806"/>
                    <a:pt x="16734" y="788"/>
                    <a:pt x="16514" y="788"/>
                  </a:cubicBezTo>
                  <a:cubicBezTo>
                    <a:pt x="15729" y="788"/>
                    <a:pt x="14933" y="1015"/>
                    <a:pt x="14310" y="1482"/>
                  </a:cubicBezTo>
                  <a:cubicBezTo>
                    <a:pt x="13773" y="1884"/>
                    <a:pt x="12908" y="2912"/>
                    <a:pt x="13064" y="3657"/>
                  </a:cubicBezTo>
                  <a:cubicBezTo>
                    <a:pt x="12679" y="1821"/>
                    <a:pt x="11046" y="307"/>
                    <a:pt x="9164" y="41"/>
                  </a:cubicBezTo>
                  <a:cubicBezTo>
                    <a:pt x="8967" y="14"/>
                    <a:pt x="8767" y="0"/>
                    <a:pt x="856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6" name="Google Shape;526;p31"/>
          <p:cNvSpPr/>
          <p:nvPr/>
        </p:nvSpPr>
        <p:spPr>
          <a:xfrm>
            <a:off x="8056024" y="2364079"/>
            <a:ext cx="1422791" cy="2635801"/>
          </a:xfrm>
          <a:custGeom>
            <a:avLst/>
            <a:gdLst/>
            <a:ahLst/>
            <a:cxnLst/>
            <a:rect l="l" t="t" r="r" b="b"/>
            <a:pathLst>
              <a:path w="15918" h="29489" extrusionOk="0">
                <a:moveTo>
                  <a:pt x="7788" y="1"/>
                </a:moveTo>
                <a:lnTo>
                  <a:pt x="7675" y="2402"/>
                </a:lnTo>
                <a:cubicBezTo>
                  <a:pt x="7514" y="2499"/>
                  <a:pt x="7397" y="2766"/>
                  <a:pt x="7397" y="3083"/>
                </a:cubicBezTo>
                <a:cubicBezTo>
                  <a:pt x="7397" y="3211"/>
                  <a:pt x="7418" y="3329"/>
                  <a:pt x="7449" y="3433"/>
                </a:cubicBezTo>
                <a:lnTo>
                  <a:pt x="7076" y="3433"/>
                </a:lnTo>
                <a:lnTo>
                  <a:pt x="7076" y="4132"/>
                </a:lnTo>
                <a:lnTo>
                  <a:pt x="6565" y="4132"/>
                </a:lnTo>
                <a:lnTo>
                  <a:pt x="6565" y="4631"/>
                </a:lnTo>
                <a:lnTo>
                  <a:pt x="7186" y="4631"/>
                </a:lnTo>
                <a:cubicBezTo>
                  <a:pt x="7186" y="4631"/>
                  <a:pt x="5616" y="5130"/>
                  <a:pt x="5398" y="6429"/>
                </a:cubicBezTo>
                <a:cubicBezTo>
                  <a:pt x="5179" y="7727"/>
                  <a:pt x="5398" y="8226"/>
                  <a:pt x="5398" y="8226"/>
                </a:cubicBezTo>
                <a:cubicBezTo>
                  <a:pt x="5398" y="8226"/>
                  <a:pt x="1533" y="9524"/>
                  <a:pt x="1" y="13516"/>
                </a:cubicBezTo>
                <a:lnTo>
                  <a:pt x="1" y="29489"/>
                </a:lnTo>
                <a:lnTo>
                  <a:pt x="7806" y="29314"/>
                </a:lnTo>
                <a:lnTo>
                  <a:pt x="7806" y="29489"/>
                </a:lnTo>
                <a:lnTo>
                  <a:pt x="15918" y="29489"/>
                </a:lnTo>
                <a:lnTo>
                  <a:pt x="15918" y="13635"/>
                </a:lnTo>
                <a:cubicBezTo>
                  <a:pt x="14317" y="9593"/>
                  <a:pt x="10271" y="8280"/>
                  <a:pt x="10271" y="8280"/>
                </a:cubicBezTo>
                <a:cubicBezTo>
                  <a:pt x="10271" y="8280"/>
                  <a:pt x="10499" y="7777"/>
                  <a:pt x="10271" y="6462"/>
                </a:cubicBezTo>
                <a:cubicBezTo>
                  <a:pt x="10042" y="5150"/>
                  <a:pt x="8399" y="4644"/>
                  <a:pt x="8399" y="4644"/>
                </a:cubicBezTo>
                <a:lnTo>
                  <a:pt x="9048" y="4644"/>
                </a:lnTo>
                <a:lnTo>
                  <a:pt x="9048" y="4139"/>
                </a:lnTo>
                <a:lnTo>
                  <a:pt x="8514" y="4139"/>
                </a:lnTo>
                <a:lnTo>
                  <a:pt x="8514" y="3433"/>
                </a:lnTo>
                <a:lnTo>
                  <a:pt x="8166" y="3433"/>
                </a:lnTo>
                <a:cubicBezTo>
                  <a:pt x="8199" y="3329"/>
                  <a:pt x="8219" y="3211"/>
                  <a:pt x="8219" y="3083"/>
                </a:cubicBezTo>
                <a:cubicBezTo>
                  <a:pt x="8219" y="2740"/>
                  <a:pt x="8083" y="2456"/>
                  <a:pt x="7903" y="2381"/>
                </a:cubicBezTo>
                <a:lnTo>
                  <a:pt x="778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1"/>
          <p:cNvSpPr/>
          <p:nvPr/>
        </p:nvSpPr>
        <p:spPr>
          <a:xfrm>
            <a:off x="815602" y="2236224"/>
            <a:ext cx="921493" cy="1707118"/>
          </a:xfrm>
          <a:custGeom>
            <a:avLst/>
            <a:gdLst/>
            <a:ahLst/>
            <a:cxnLst/>
            <a:rect l="l" t="t" r="r" b="b"/>
            <a:pathLst>
              <a:path w="15918" h="29489" extrusionOk="0">
                <a:moveTo>
                  <a:pt x="7788" y="1"/>
                </a:moveTo>
                <a:lnTo>
                  <a:pt x="7675" y="2402"/>
                </a:lnTo>
                <a:cubicBezTo>
                  <a:pt x="7514" y="2499"/>
                  <a:pt x="7397" y="2766"/>
                  <a:pt x="7397" y="3083"/>
                </a:cubicBezTo>
                <a:cubicBezTo>
                  <a:pt x="7397" y="3211"/>
                  <a:pt x="7418" y="3329"/>
                  <a:pt x="7449" y="3433"/>
                </a:cubicBezTo>
                <a:lnTo>
                  <a:pt x="7076" y="3433"/>
                </a:lnTo>
                <a:lnTo>
                  <a:pt x="7076" y="4132"/>
                </a:lnTo>
                <a:lnTo>
                  <a:pt x="6565" y="4132"/>
                </a:lnTo>
                <a:lnTo>
                  <a:pt x="6565" y="4631"/>
                </a:lnTo>
                <a:lnTo>
                  <a:pt x="7186" y="4631"/>
                </a:lnTo>
                <a:cubicBezTo>
                  <a:pt x="7186" y="4631"/>
                  <a:pt x="5616" y="5130"/>
                  <a:pt x="5398" y="6429"/>
                </a:cubicBezTo>
                <a:cubicBezTo>
                  <a:pt x="5179" y="7727"/>
                  <a:pt x="5398" y="8226"/>
                  <a:pt x="5398" y="8226"/>
                </a:cubicBezTo>
                <a:cubicBezTo>
                  <a:pt x="5398" y="8226"/>
                  <a:pt x="1533" y="9524"/>
                  <a:pt x="1" y="13516"/>
                </a:cubicBezTo>
                <a:lnTo>
                  <a:pt x="1" y="29489"/>
                </a:lnTo>
                <a:lnTo>
                  <a:pt x="7806" y="29314"/>
                </a:lnTo>
                <a:lnTo>
                  <a:pt x="7806" y="29489"/>
                </a:lnTo>
                <a:lnTo>
                  <a:pt x="15918" y="29489"/>
                </a:lnTo>
                <a:lnTo>
                  <a:pt x="15918" y="13635"/>
                </a:lnTo>
                <a:cubicBezTo>
                  <a:pt x="14317" y="9593"/>
                  <a:pt x="10271" y="8280"/>
                  <a:pt x="10271" y="8280"/>
                </a:cubicBezTo>
                <a:cubicBezTo>
                  <a:pt x="10271" y="8280"/>
                  <a:pt x="10499" y="7777"/>
                  <a:pt x="10271" y="6462"/>
                </a:cubicBezTo>
                <a:cubicBezTo>
                  <a:pt x="10042" y="5150"/>
                  <a:pt x="8399" y="4644"/>
                  <a:pt x="8399" y="4644"/>
                </a:cubicBezTo>
                <a:lnTo>
                  <a:pt x="9048" y="4644"/>
                </a:lnTo>
                <a:lnTo>
                  <a:pt x="9048" y="4139"/>
                </a:lnTo>
                <a:lnTo>
                  <a:pt x="8514" y="4139"/>
                </a:lnTo>
                <a:lnTo>
                  <a:pt x="8514" y="3433"/>
                </a:lnTo>
                <a:lnTo>
                  <a:pt x="8166" y="3433"/>
                </a:lnTo>
                <a:cubicBezTo>
                  <a:pt x="8199" y="3329"/>
                  <a:pt x="8219" y="3211"/>
                  <a:pt x="8219" y="3083"/>
                </a:cubicBezTo>
                <a:cubicBezTo>
                  <a:pt x="8219" y="2740"/>
                  <a:pt x="8083" y="2456"/>
                  <a:pt x="7903" y="2381"/>
                </a:cubicBezTo>
                <a:lnTo>
                  <a:pt x="778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1"/>
          <p:cNvSpPr/>
          <p:nvPr/>
        </p:nvSpPr>
        <p:spPr>
          <a:xfrm>
            <a:off x="715204" y="2541021"/>
            <a:ext cx="458934" cy="1392015"/>
          </a:xfrm>
          <a:custGeom>
            <a:avLst/>
            <a:gdLst/>
            <a:ahLst/>
            <a:cxnLst/>
            <a:rect l="l" t="t" r="r" b="b"/>
            <a:pathLst>
              <a:path w="3944" h="11963" extrusionOk="0">
                <a:moveTo>
                  <a:pt x="1940" y="1"/>
                </a:moveTo>
                <a:lnTo>
                  <a:pt x="1811" y="1465"/>
                </a:lnTo>
                <a:lnTo>
                  <a:pt x="1488" y="1465"/>
                </a:lnTo>
                <a:lnTo>
                  <a:pt x="1488" y="2094"/>
                </a:lnTo>
                <a:cubicBezTo>
                  <a:pt x="1488" y="2094"/>
                  <a:pt x="97" y="2616"/>
                  <a:pt x="259" y="4185"/>
                </a:cubicBezTo>
                <a:lnTo>
                  <a:pt x="0" y="4394"/>
                </a:lnTo>
                <a:lnTo>
                  <a:pt x="194" y="4604"/>
                </a:lnTo>
                <a:lnTo>
                  <a:pt x="194" y="6137"/>
                </a:lnTo>
                <a:lnTo>
                  <a:pt x="0" y="6137"/>
                </a:lnTo>
                <a:lnTo>
                  <a:pt x="0" y="6662"/>
                </a:lnTo>
                <a:lnTo>
                  <a:pt x="431" y="6662"/>
                </a:lnTo>
                <a:lnTo>
                  <a:pt x="452" y="11962"/>
                </a:lnTo>
                <a:lnTo>
                  <a:pt x="3490" y="11962"/>
                </a:lnTo>
                <a:lnTo>
                  <a:pt x="3512" y="6662"/>
                </a:lnTo>
                <a:lnTo>
                  <a:pt x="3942" y="6662"/>
                </a:lnTo>
                <a:lnTo>
                  <a:pt x="3942" y="6137"/>
                </a:lnTo>
                <a:lnTo>
                  <a:pt x="3741" y="6137"/>
                </a:lnTo>
                <a:lnTo>
                  <a:pt x="3741" y="4604"/>
                </a:lnTo>
                <a:lnTo>
                  <a:pt x="3743" y="4604"/>
                </a:lnTo>
                <a:lnTo>
                  <a:pt x="3943" y="4394"/>
                </a:lnTo>
                <a:lnTo>
                  <a:pt x="3676" y="4185"/>
                </a:lnTo>
                <a:cubicBezTo>
                  <a:pt x="3843" y="2616"/>
                  <a:pt x="2408" y="2094"/>
                  <a:pt x="2408" y="2094"/>
                </a:cubicBezTo>
                <a:lnTo>
                  <a:pt x="2408" y="1465"/>
                </a:lnTo>
                <a:lnTo>
                  <a:pt x="2074" y="1465"/>
                </a:lnTo>
                <a:lnTo>
                  <a:pt x="194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1"/>
          <p:cNvSpPr/>
          <p:nvPr/>
        </p:nvSpPr>
        <p:spPr>
          <a:xfrm>
            <a:off x="7954212" y="2895726"/>
            <a:ext cx="670500" cy="2033710"/>
          </a:xfrm>
          <a:custGeom>
            <a:avLst/>
            <a:gdLst/>
            <a:ahLst/>
            <a:cxnLst/>
            <a:rect l="l" t="t" r="r" b="b"/>
            <a:pathLst>
              <a:path w="3944" h="11963" extrusionOk="0">
                <a:moveTo>
                  <a:pt x="1940" y="1"/>
                </a:moveTo>
                <a:lnTo>
                  <a:pt x="1811" y="1465"/>
                </a:lnTo>
                <a:lnTo>
                  <a:pt x="1488" y="1465"/>
                </a:lnTo>
                <a:lnTo>
                  <a:pt x="1488" y="2094"/>
                </a:lnTo>
                <a:cubicBezTo>
                  <a:pt x="1488" y="2094"/>
                  <a:pt x="97" y="2616"/>
                  <a:pt x="259" y="4185"/>
                </a:cubicBezTo>
                <a:lnTo>
                  <a:pt x="0" y="4394"/>
                </a:lnTo>
                <a:lnTo>
                  <a:pt x="194" y="4604"/>
                </a:lnTo>
                <a:lnTo>
                  <a:pt x="194" y="6137"/>
                </a:lnTo>
                <a:lnTo>
                  <a:pt x="0" y="6137"/>
                </a:lnTo>
                <a:lnTo>
                  <a:pt x="0" y="6662"/>
                </a:lnTo>
                <a:lnTo>
                  <a:pt x="431" y="6662"/>
                </a:lnTo>
                <a:lnTo>
                  <a:pt x="452" y="11962"/>
                </a:lnTo>
                <a:lnTo>
                  <a:pt x="3490" y="11962"/>
                </a:lnTo>
                <a:lnTo>
                  <a:pt x="3512" y="6662"/>
                </a:lnTo>
                <a:lnTo>
                  <a:pt x="3942" y="6662"/>
                </a:lnTo>
                <a:lnTo>
                  <a:pt x="3942" y="6137"/>
                </a:lnTo>
                <a:lnTo>
                  <a:pt x="3741" y="6137"/>
                </a:lnTo>
                <a:lnTo>
                  <a:pt x="3741" y="4604"/>
                </a:lnTo>
                <a:lnTo>
                  <a:pt x="3743" y="4604"/>
                </a:lnTo>
                <a:lnTo>
                  <a:pt x="3943" y="4394"/>
                </a:lnTo>
                <a:lnTo>
                  <a:pt x="3676" y="4185"/>
                </a:lnTo>
                <a:cubicBezTo>
                  <a:pt x="3843" y="2616"/>
                  <a:pt x="2408" y="2094"/>
                  <a:pt x="2408" y="2094"/>
                </a:cubicBezTo>
                <a:lnTo>
                  <a:pt x="2408" y="1465"/>
                </a:lnTo>
                <a:lnTo>
                  <a:pt x="2074" y="1465"/>
                </a:lnTo>
                <a:lnTo>
                  <a:pt x="194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1"/>
          <p:cNvSpPr/>
          <p:nvPr/>
        </p:nvSpPr>
        <p:spPr>
          <a:xfrm flipH="1">
            <a:off x="-731605" y="2096926"/>
            <a:ext cx="2954504" cy="2754372"/>
          </a:xfrm>
          <a:custGeom>
            <a:avLst/>
            <a:gdLst/>
            <a:ahLst/>
            <a:cxnLst/>
            <a:rect l="l" t="t" r="r" b="b"/>
            <a:pathLst>
              <a:path w="40524" h="37779" extrusionOk="0">
                <a:moveTo>
                  <a:pt x="30392" y="14129"/>
                </a:moveTo>
                <a:cubicBezTo>
                  <a:pt x="30583" y="14129"/>
                  <a:pt x="30583" y="14361"/>
                  <a:pt x="30583" y="14361"/>
                </a:cubicBezTo>
                <a:lnTo>
                  <a:pt x="30583" y="15025"/>
                </a:lnTo>
                <a:lnTo>
                  <a:pt x="30200" y="15025"/>
                </a:lnTo>
                <a:lnTo>
                  <a:pt x="30200" y="14395"/>
                </a:lnTo>
                <a:cubicBezTo>
                  <a:pt x="30200" y="14395"/>
                  <a:pt x="30200" y="14129"/>
                  <a:pt x="30392" y="14129"/>
                </a:cubicBezTo>
                <a:close/>
                <a:moveTo>
                  <a:pt x="31712" y="14136"/>
                </a:moveTo>
                <a:cubicBezTo>
                  <a:pt x="31905" y="14136"/>
                  <a:pt x="31905" y="14368"/>
                  <a:pt x="31905" y="14368"/>
                </a:cubicBezTo>
                <a:lnTo>
                  <a:pt x="31905" y="15032"/>
                </a:lnTo>
                <a:lnTo>
                  <a:pt x="31521" y="15032"/>
                </a:lnTo>
                <a:lnTo>
                  <a:pt x="31521" y="14402"/>
                </a:lnTo>
                <a:cubicBezTo>
                  <a:pt x="31521" y="14402"/>
                  <a:pt x="31521" y="14136"/>
                  <a:pt x="31712" y="14136"/>
                </a:cubicBezTo>
                <a:close/>
                <a:moveTo>
                  <a:pt x="31061" y="14148"/>
                </a:moveTo>
                <a:cubicBezTo>
                  <a:pt x="31252" y="14148"/>
                  <a:pt x="31252" y="14380"/>
                  <a:pt x="31252" y="14380"/>
                </a:cubicBezTo>
                <a:lnTo>
                  <a:pt x="31252" y="15040"/>
                </a:lnTo>
                <a:lnTo>
                  <a:pt x="30870" y="15040"/>
                </a:lnTo>
                <a:lnTo>
                  <a:pt x="30870" y="14413"/>
                </a:lnTo>
                <a:cubicBezTo>
                  <a:pt x="30870" y="14413"/>
                  <a:pt x="30870" y="14148"/>
                  <a:pt x="31061" y="14148"/>
                </a:cubicBezTo>
                <a:close/>
                <a:moveTo>
                  <a:pt x="28438" y="14162"/>
                </a:moveTo>
                <a:cubicBezTo>
                  <a:pt x="28630" y="14162"/>
                  <a:pt x="28630" y="14394"/>
                  <a:pt x="28630" y="14394"/>
                </a:cubicBezTo>
                <a:lnTo>
                  <a:pt x="28630" y="15056"/>
                </a:lnTo>
                <a:lnTo>
                  <a:pt x="28246" y="15056"/>
                </a:lnTo>
                <a:lnTo>
                  <a:pt x="28246" y="14427"/>
                </a:lnTo>
                <a:cubicBezTo>
                  <a:pt x="28246" y="14427"/>
                  <a:pt x="28246" y="14162"/>
                  <a:pt x="28438" y="14162"/>
                </a:cubicBezTo>
                <a:close/>
                <a:moveTo>
                  <a:pt x="29088" y="14162"/>
                </a:moveTo>
                <a:cubicBezTo>
                  <a:pt x="29279" y="14162"/>
                  <a:pt x="29279" y="14394"/>
                  <a:pt x="29279" y="14394"/>
                </a:cubicBezTo>
                <a:lnTo>
                  <a:pt x="29279" y="15056"/>
                </a:lnTo>
                <a:lnTo>
                  <a:pt x="28897" y="15056"/>
                </a:lnTo>
                <a:lnTo>
                  <a:pt x="28897" y="14427"/>
                </a:lnTo>
                <a:cubicBezTo>
                  <a:pt x="28897" y="14427"/>
                  <a:pt x="28897" y="14162"/>
                  <a:pt x="29088" y="14162"/>
                </a:cubicBezTo>
                <a:close/>
                <a:moveTo>
                  <a:pt x="29753" y="14162"/>
                </a:moveTo>
                <a:cubicBezTo>
                  <a:pt x="29944" y="14162"/>
                  <a:pt x="29944" y="14394"/>
                  <a:pt x="29944" y="14394"/>
                </a:cubicBezTo>
                <a:lnTo>
                  <a:pt x="29944" y="15056"/>
                </a:lnTo>
                <a:lnTo>
                  <a:pt x="29560" y="15056"/>
                </a:lnTo>
                <a:lnTo>
                  <a:pt x="29560" y="14427"/>
                </a:lnTo>
                <a:cubicBezTo>
                  <a:pt x="29560" y="14427"/>
                  <a:pt x="29560" y="14162"/>
                  <a:pt x="29753" y="14162"/>
                </a:cubicBezTo>
                <a:close/>
                <a:moveTo>
                  <a:pt x="27062" y="14190"/>
                </a:moveTo>
                <a:cubicBezTo>
                  <a:pt x="27254" y="14190"/>
                  <a:pt x="27254" y="14422"/>
                  <a:pt x="27254" y="14422"/>
                </a:cubicBezTo>
                <a:lnTo>
                  <a:pt x="27254" y="15084"/>
                </a:lnTo>
                <a:lnTo>
                  <a:pt x="26871" y="15084"/>
                </a:lnTo>
                <a:lnTo>
                  <a:pt x="26871" y="14456"/>
                </a:lnTo>
                <a:cubicBezTo>
                  <a:pt x="26871" y="14456"/>
                  <a:pt x="26871" y="14190"/>
                  <a:pt x="27062" y="14190"/>
                </a:cubicBezTo>
                <a:close/>
                <a:moveTo>
                  <a:pt x="27750" y="14196"/>
                </a:moveTo>
                <a:cubicBezTo>
                  <a:pt x="27941" y="14196"/>
                  <a:pt x="27941" y="14426"/>
                  <a:pt x="27941" y="14426"/>
                </a:cubicBezTo>
                <a:lnTo>
                  <a:pt x="27941" y="15089"/>
                </a:lnTo>
                <a:lnTo>
                  <a:pt x="27557" y="15089"/>
                </a:lnTo>
                <a:lnTo>
                  <a:pt x="27557" y="14460"/>
                </a:lnTo>
                <a:cubicBezTo>
                  <a:pt x="27557" y="14460"/>
                  <a:pt x="27557" y="14196"/>
                  <a:pt x="27750" y="14196"/>
                </a:cubicBezTo>
                <a:close/>
                <a:moveTo>
                  <a:pt x="21100" y="14218"/>
                </a:moveTo>
                <a:cubicBezTo>
                  <a:pt x="21292" y="14218"/>
                  <a:pt x="21292" y="14450"/>
                  <a:pt x="21292" y="14450"/>
                </a:cubicBezTo>
                <a:lnTo>
                  <a:pt x="21292" y="15112"/>
                </a:lnTo>
                <a:lnTo>
                  <a:pt x="20909" y="15112"/>
                </a:lnTo>
                <a:lnTo>
                  <a:pt x="20909" y="14484"/>
                </a:lnTo>
                <a:cubicBezTo>
                  <a:pt x="20909" y="14484"/>
                  <a:pt x="20909" y="14218"/>
                  <a:pt x="21100" y="14218"/>
                </a:cubicBezTo>
                <a:close/>
                <a:moveTo>
                  <a:pt x="21752" y="14218"/>
                </a:moveTo>
                <a:cubicBezTo>
                  <a:pt x="21943" y="14218"/>
                  <a:pt x="21943" y="14450"/>
                  <a:pt x="21943" y="14450"/>
                </a:cubicBezTo>
                <a:lnTo>
                  <a:pt x="21943" y="15112"/>
                </a:lnTo>
                <a:lnTo>
                  <a:pt x="21561" y="15112"/>
                </a:lnTo>
                <a:lnTo>
                  <a:pt x="21561" y="14484"/>
                </a:lnTo>
                <a:cubicBezTo>
                  <a:pt x="21561" y="14484"/>
                  <a:pt x="21561" y="14218"/>
                  <a:pt x="21752" y="14218"/>
                </a:cubicBezTo>
                <a:close/>
                <a:moveTo>
                  <a:pt x="22404" y="14218"/>
                </a:moveTo>
                <a:cubicBezTo>
                  <a:pt x="22595" y="14218"/>
                  <a:pt x="22595" y="14450"/>
                  <a:pt x="22595" y="14450"/>
                </a:cubicBezTo>
                <a:lnTo>
                  <a:pt x="22595" y="15112"/>
                </a:lnTo>
                <a:lnTo>
                  <a:pt x="22213" y="15112"/>
                </a:lnTo>
                <a:lnTo>
                  <a:pt x="22213" y="14484"/>
                </a:lnTo>
                <a:cubicBezTo>
                  <a:pt x="22213" y="14484"/>
                  <a:pt x="22213" y="14218"/>
                  <a:pt x="22404" y="14218"/>
                </a:cubicBezTo>
                <a:close/>
                <a:moveTo>
                  <a:pt x="26369" y="14224"/>
                </a:moveTo>
                <a:cubicBezTo>
                  <a:pt x="26562" y="14224"/>
                  <a:pt x="26562" y="14456"/>
                  <a:pt x="26562" y="14456"/>
                </a:cubicBezTo>
                <a:lnTo>
                  <a:pt x="26562" y="15118"/>
                </a:lnTo>
                <a:lnTo>
                  <a:pt x="26178" y="15118"/>
                </a:lnTo>
                <a:lnTo>
                  <a:pt x="26178" y="14488"/>
                </a:lnTo>
                <a:cubicBezTo>
                  <a:pt x="26178" y="14488"/>
                  <a:pt x="26178" y="14224"/>
                  <a:pt x="26369" y="14224"/>
                </a:cubicBezTo>
                <a:close/>
                <a:moveTo>
                  <a:pt x="23028" y="14231"/>
                </a:moveTo>
                <a:cubicBezTo>
                  <a:pt x="23219" y="14231"/>
                  <a:pt x="23219" y="14461"/>
                  <a:pt x="23219" y="14461"/>
                </a:cubicBezTo>
                <a:lnTo>
                  <a:pt x="23219" y="15125"/>
                </a:lnTo>
                <a:lnTo>
                  <a:pt x="22837" y="15125"/>
                </a:lnTo>
                <a:lnTo>
                  <a:pt x="22837" y="14495"/>
                </a:lnTo>
                <a:cubicBezTo>
                  <a:pt x="22837" y="14495"/>
                  <a:pt x="22837" y="14231"/>
                  <a:pt x="23028" y="14231"/>
                </a:cubicBezTo>
                <a:close/>
                <a:moveTo>
                  <a:pt x="25643" y="14232"/>
                </a:moveTo>
                <a:cubicBezTo>
                  <a:pt x="25834" y="14232"/>
                  <a:pt x="25834" y="14464"/>
                  <a:pt x="25834" y="14464"/>
                </a:cubicBezTo>
                <a:lnTo>
                  <a:pt x="25834" y="15126"/>
                </a:lnTo>
                <a:lnTo>
                  <a:pt x="25452" y="15126"/>
                </a:lnTo>
                <a:lnTo>
                  <a:pt x="25452" y="14498"/>
                </a:lnTo>
                <a:cubicBezTo>
                  <a:pt x="25452" y="14498"/>
                  <a:pt x="25452" y="14232"/>
                  <a:pt x="25643" y="14232"/>
                </a:cubicBezTo>
                <a:close/>
                <a:moveTo>
                  <a:pt x="23671" y="14240"/>
                </a:moveTo>
                <a:cubicBezTo>
                  <a:pt x="23862" y="14240"/>
                  <a:pt x="23862" y="14472"/>
                  <a:pt x="23862" y="14472"/>
                </a:cubicBezTo>
                <a:lnTo>
                  <a:pt x="23862" y="15134"/>
                </a:lnTo>
                <a:lnTo>
                  <a:pt x="23480" y="15134"/>
                </a:lnTo>
                <a:lnTo>
                  <a:pt x="23480" y="14506"/>
                </a:lnTo>
                <a:cubicBezTo>
                  <a:pt x="23480" y="14506"/>
                  <a:pt x="23480" y="14240"/>
                  <a:pt x="23671" y="14240"/>
                </a:cubicBezTo>
                <a:close/>
                <a:moveTo>
                  <a:pt x="24981" y="14240"/>
                </a:moveTo>
                <a:cubicBezTo>
                  <a:pt x="25172" y="14240"/>
                  <a:pt x="25172" y="14472"/>
                  <a:pt x="25172" y="14472"/>
                </a:cubicBezTo>
                <a:lnTo>
                  <a:pt x="25172" y="15134"/>
                </a:lnTo>
                <a:lnTo>
                  <a:pt x="24788" y="15134"/>
                </a:lnTo>
                <a:lnTo>
                  <a:pt x="24788" y="14506"/>
                </a:lnTo>
                <a:cubicBezTo>
                  <a:pt x="24788" y="14506"/>
                  <a:pt x="24788" y="14240"/>
                  <a:pt x="24981" y="14240"/>
                </a:cubicBezTo>
                <a:close/>
                <a:moveTo>
                  <a:pt x="24314" y="14253"/>
                </a:moveTo>
                <a:cubicBezTo>
                  <a:pt x="24506" y="14253"/>
                  <a:pt x="24506" y="14485"/>
                  <a:pt x="24506" y="14485"/>
                </a:cubicBezTo>
                <a:lnTo>
                  <a:pt x="24506" y="15147"/>
                </a:lnTo>
                <a:lnTo>
                  <a:pt x="24123" y="15147"/>
                </a:lnTo>
                <a:lnTo>
                  <a:pt x="24123" y="14519"/>
                </a:lnTo>
                <a:cubicBezTo>
                  <a:pt x="24123" y="14519"/>
                  <a:pt x="24123" y="14253"/>
                  <a:pt x="24314" y="14253"/>
                </a:cubicBezTo>
                <a:close/>
                <a:moveTo>
                  <a:pt x="26077" y="1"/>
                </a:moveTo>
                <a:lnTo>
                  <a:pt x="26029" y="977"/>
                </a:lnTo>
                <a:cubicBezTo>
                  <a:pt x="25889" y="1006"/>
                  <a:pt x="25779" y="1149"/>
                  <a:pt x="25779" y="1325"/>
                </a:cubicBezTo>
                <a:cubicBezTo>
                  <a:pt x="25779" y="1486"/>
                  <a:pt x="25870" y="1620"/>
                  <a:pt x="25996" y="1662"/>
                </a:cubicBezTo>
                <a:lnTo>
                  <a:pt x="25980" y="2002"/>
                </a:lnTo>
                <a:cubicBezTo>
                  <a:pt x="25813" y="2053"/>
                  <a:pt x="25691" y="2231"/>
                  <a:pt x="25691" y="2446"/>
                </a:cubicBezTo>
                <a:cubicBezTo>
                  <a:pt x="25691" y="2642"/>
                  <a:pt x="25793" y="2807"/>
                  <a:pt x="25938" y="2875"/>
                </a:cubicBezTo>
                <a:lnTo>
                  <a:pt x="25922" y="3202"/>
                </a:lnTo>
                <a:lnTo>
                  <a:pt x="25052" y="3202"/>
                </a:lnTo>
                <a:lnTo>
                  <a:pt x="25052" y="3613"/>
                </a:lnTo>
                <a:lnTo>
                  <a:pt x="24707" y="3613"/>
                </a:lnTo>
                <a:lnTo>
                  <a:pt x="24707" y="4251"/>
                </a:lnTo>
                <a:lnTo>
                  <a:pt x="25013" y="4251"/>
                </a:lnTo>
                <a:lnTo>
                  <a:pt x="25013" y="5435"/>
                </a:lnTo>
                <a:lnTo>
                  <a:pt x="24707" y="5435"/>
                </a:lnTo>
                <a:lnTo>
                  <a:pt x="24707" y="5844"/>
                </a:lnTo>
                <a:cubicBezTo>
                  <a:pt x="24707" y="5844"/>
                  <a:pt x="18069" y="9395"/>
                  <a:pt x="20563" y="14084"/>
                </a:cubicBezTo>
                <a:lnTo>
                  <a:pt x="20525" y="15132"/>
                </a:lnTo>
                <a:lnTo>
                  <a:pt x="20002" y="15132"/>
                </a:lnTo>
                <a:lnTo>
                  <a:pt x="20002" y="19274"/>
                </a:lnTo>
                <a:lnTo>
                  <a:pt x="20410" y="19274"/>
                </a:lnTo>
                <a:lnTo>
                  <a:pt x="20372" y="20003"/>
                </a:lnTo>
                <a:cubicBezTo>
                  <a:pt x="19566" y="20003"/>
                  <a:pt x="18913" y="20778"/>
                  <a:pt x="18913" y="21734"/>
                </a:cubicBezTo>
                <a:lnTo>
                  <a:pt x="18913" y="23054"/>
                </a:lnTo>
                <a:lnTo>
                  <a:pt x="9899" y="23054"/>
                </a:lnTo>
                <a:lnTo>
                  <a:pt x="9899" y="25512"/>
                </a:lnTo>
                <a:lnTo>
                  <a:pt x="5986" y="25512"/>
                </a:lnTo>
                <a:lnTo>
                  <a:pt x="5986" y="28062"/>
                </a:lnTo>
                <a:lnTo>
                  <a:pt x="5640" y="28062"/>
                </a:lnTo>
                <a:lnTo>
                  <a:pt x="5640" y="29109"/>
                </a:lnTo>
                <a:lnTo>
                  <a:pt x="5332" y="29109"/>
                </a:lnTo>
                <a:lnTo>
                  <a:pt x="5332" y="29563"/>
                </a:lnTo>
                <a:lnTo>
                  <a:pt x="4642" y="30292"/>
                </a:lnTo>
                <a:lnTo>
                  <a:pt x="4642" y="31065"/>
                </a:lnTo>
                <a:lnTo>
                  <a:pt x="1" y="31065"/>
                </a:lnTo>
                <a:lnTo>
                  <a:pt x="1" y="37778"/>
                </a:lnTo>
                <a:lnTo>
                  <a:pt x="40524" y="37778"/>
                </a:lnTo>
                <a:lnTo>
                  <a:pt x="40524" y="23054"/>
                </a:lnTo>
                <a:lnTo>
                  <a:pt x="33992" y="23054"/>
                </a:lnTo>
                <a:lnTo>
                  <a:pt x="33992" y="23052"/>
                </a:lnTo>
                <a:lnTo>
                  <a:pt x="33992" y="21914"/>
                </a:lnTo>
                <a:cubicBezTo>
                  <a:pt x="33992" y="20857"/>
                  <a:pt x="33271" y="20002"/>
                  <a:pt x="32381" y="20002"/>
                </a:cubicBezTo>
                <a:lnTo>
                  <a:pt x="32339" y="19272"/>
                </a:lnTo>
                <a:lnTo>
                  <a:pt x="32789" y="19272"/>
                </a:lnTo>
                <a:lnTo>
                  <a:pt x="32789" y="14998"/>
                </a:lnTo>
                <a:lnTo>
                  <a:pt x="32210" y="15021"/>
                </a:lnTo>
                <a:lnTo>
                  <a:pt x="32187" y="13916"/>
                </a:lnTo>
                <a:cubicBezTo>
                  <a:pt x="34942" y="9227"/>
                  <a:pt x="27592" y="5842"/>
                  <a:pt x="27592" y="5842"/>
                </a:cubicBezTo>
                <a:lnTo>
                  <a:pt x="27592" y="5435"/>
                </a:lnTo>
                <a:lnTo>
                  <a:pt x="27254" y="5435"/>
                </a:lnTo>
                <a:lnTo>
                  <a:pt x="27254" y="4251"/>
                </a:lnTo>
                <a:lnTo>
                  <a:pt x="27592" y="4251"/>
                </a:lnTo>
                <a:lnTo>
                  <a:pt x="27592" y="3613"/>
                </a:lnTo>
                <a:lnTo>
                  <a:pt x="27211" y="3613"/>
                </a:lnTo>
                <a:lnTo>
                  <a:pt x="27211" y="3204"/>
                </a:lnTo>
                <a:lnTo>
                  <a:pt x="26227" y="3204"/>
                </a:lnTo>
                <a:lnTo>
                  <a:pt x="26212" y="2876"/>
                </a:lnTo>
                <a:cubicBezTo>
                  <a:pt x="26360" y="2812"/>
                  <a:pt x="26465" y="2644"/>
                  <a:pt x="26465" y="2446"/>
                </a:cubicBezTo>
                <a:cubicBezTo>
                  <a:pt x="26465" y="2230"/>
                  <a:pt x="26338" y="2051"/>
                  <a:pt x="26170" y="1999"/>
                </a:cubicBezTo>
                <a:lnTo>
                  <a:pt x="26154" y="1665"/>
                </a:lnTo>
                <a:cubicBezTo>
                  <a:pt x="26281" y="1624"/>
                  <a:pt x="26374" y="1489"/>
                  <a:pt x="26374" y="1325"/>
                </a:cubicBezTo>
                <a:cubicBezTo>
                  <a:pt x="26374" y="1149"/>
                  <a:pt x="26264" y="1003"/>
                  <a:pt x="26122" y="977"/>
                </a:cubicBezTo>
                <a:lnTo>
                  <a:pt x="260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1"/>
          <p:cNvSpPr/>
          <p:nvPr/>
        </p:nvSpPr>
        <p:spPr>
          <a:xfrm>
            <a:off x="0" y="4762650"/>
            <a:ext cx="9144000" cy="399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2" name="Google Shape;532;p31"/>
          <p:cNvGrpSpPr/>
          <p:nvPr/>
        </p:nvGrpSpPr>
        <p:grpSpPr>
          <a:xfrm>
            <a:off x="127888" y="726683"/>
            <a:ext cx="2838640" cy="956025"/>
            <a:chOff x="-3849654" y="-595962"/>
            <a:chExt cx="6776415" cy="2282228"/>
          </a:xfrm>
        </p:grpSpPr>
        <p:sp>
          <p:nvSpPr>
            <p:cNvPr id="533" name="Google Shape;533;p31"/>
            <p:cNvSpPr/>
            <p:nvPr/>
          </p:nvSpPr>
          <p:spPr>
            <a:xfrm>
              <a:off x="-3835967" y="-595962"/>
              <a:ext cx="6762728" cy="2281394"/>
            </a:xfrm>
            <a:custGeom>
              <a:avLst/>
              <a:gdLst/>
              <a:ahLst/>
              <a:cxnLst/>
              <a:rect l="l" t="t" r="r" b="b"/>
              <a:pathLst>
                <a:path w="40516" h="13668" extrusionOk="0">
                  <a:moveTo>
                    <a:pt x="10959" y="1"/>
                  </a:moveTo>
                  <a:cubicBezTo>
                    <a:pt x="8739" y="1"/>
                    <a:pt x="6307" y="1140"/>
                    <a:pt x="5018" y="2683"/>
                  </a:cubicBezTo>
                  <a:cubicBezTo>
                    <a:pt x="4049" y="3842"/>
                    <a:pt x="3268" y="5504"/>
                    <a:pt x="3112" y="7009"/>
                  </a:cubicBezTo>
                  <a:cubicBezTo>
                    <a:pt x="2019" y="7179"/>
                    <a:pt x="984" y="7845"/>
                    <a:pt x="492" y="8835"/>
                  </a:cubicBezTo>
                  <a:cubicBezTo>
                    <a:pt x="0" y="9823"/>
                    <a:pt x="126" y="11122"/>
                    <a:pt x="889" y="11922"/>
                  </a:cubicBezTo>
                  <a:cubicBezTo>
                    <a:pt x="1543" y="12605"/>
                    <a:pt x="2603" y="12849"/>
                    <a:pt x="3671" y="12849"/>
                  </a:cubicBezTo>
                  <a:cubicBezTo>
                    <a:pt x="4552" y="12849"/>
                    <a:pt x="5439" y="12683"/>
                    <a:pt x="6108" y="12458"/>
                  </a:cubicBezTo>
                  <a:cubicBezTo>
                    <a:pt x="6414" y="12358"/>
                    <a:pt x="6721" y="12234"/>
                    <a:pt x="7042" y="12234"/>
                  </a:cubicBezTo>
                  <a:cubicBezTo>
                    <a:pt x="7045" y="12234"/>
                    <a:pt x="7049" y="12234"/>
                    <a:pt x="7052" y="12234"/>
                  </a:cubicBezTo>
                  <a:cubicBezTo>
                    <a:pt x="7453" y="12239"/>
                    <a:pt x="7818" y="12440"/>
                    <a:pt x="8189" y="12591"/>
                  </a:cubicBezTo>
                  <a:cubicBezTo>
                    <a:pt x="8908" y="12883"/>
                    <a:pt x="9676" y="12994"/>
                    <a:pt x="10453" y="12994"/>
                  </a:cubicBezTo>
                  <a:cubicBezTo>
                    <a:pt x="11170" y="12994"/>
                    <a:pt x="11895" y="12900"/>
                    <a:pt x="12597" y="12766"/>
                  </a:cubicBezTo>
                  <a:cubicBezTo>
                    <a:pt x="13009" y="12688"/>
                    <a:pt x="13487" y="12547"/>
                    <a:pt x="13985" y="12405"/>
                  </a:cubicBezTo>
                  <a:cubicBezTo>
                    <a:pt x="14741" y="12189"/>
                    <a:pt x="15548" y="11970"/>
                    <a:pt x="16249" y="11970"/>
                  </a:cubicBezTo>
                  <a:cubicBezTo>
                    <a:pt x="16431" y="11970"/>
                    <a:pt x="16607" y="11985"/>
                    <a:pt x="16772" y="12018"/>
                  </a:cubicBezTo>
                  <a:cubicBezTo>
                    <a:pt x="17655" y="12196"/>
                    <a:pt x="18584" y="12946"/>
                    <a:pt x="19511" y="13199"/>
                  </a:cubicBezTo>
                  <a:cubicBezTo>
                    <a:pt x="20586" y="13491"/>
                    <a:pt x="21754" y="13667"/>
                    <a:pt x="22915" y="13667"/>
                  </a:cubicBezTo>
                  <a:cubicBezTo>
                    <a:pt x="23972" y="13667"/>
                    <a:pt x="25023" y="13521"/>
                    <a:pt x="25993" y="13185"/>
                  </a:cubicBezTo>
                  <a:cubicBezTo>
                    <a:pt x="26414" y="13039"/>
                    <a:pt x="26822" y="12852"/>
                    <a:pt x="27258" y="12759"/>
                  </a:cubicBezTo>
                  <a:cubicBezTo>
                    <a:pt x="27985" y="12605"/>
                    <a:pt x="28714" y="12569"/>
                    <a:pt x="29445" y="12569"/>
                  </a:cubicBezTo>
                  <a:cubicBezTo>
                    <a:pt x="30076" y="12569"/>
                    <a:pt x="30707" y="12595"/>
                    <a:pt x="31338" y="12595"/>
                  </a:cubicBezTo>
                  <a:cubicBezTo>
                    <a:pt x="31778" y="12595"/>
                    <a:pt x="32218" y="12582"/>
                    <a:pt x="32658" y="12539"/>
                  </a:cubicBezTo>
                  <a:cubicBezTo>
                    <a:pt x="33006" y="12503"/>
                    <a:pt x="33329" y="12489"/>
                    <a:pt x="33640" y="12489"/>
                  </a:cubicBezTo>
                  <a:cubicBezTo>
                    <a:pt x="34610" y="12489"/>
                    <a:pt x="35455" y="12627"/>
                    <a:pt x="36556" y="12695"/>
                  </a:cubicBezTo>
                  <a:cubicBezTo>
                    <a:pt x="36874" y="12713"/>
                    <a:pt x="37259" y="12733"/>
                    <a:pt x="37659" y="12733"/>
                  </a:cubicBezTo>
                  <a:cubicBezTo>
                    <a:pt x="38373" y="12733"/>
                    <a:pt x="39135" y="12670"/>
                    <a:pt x="39658" y="12422"/>
                  </a:cubicBezTo>
                  <a:cubicBezTo>
                    <a:pt x="40129" y="12198"/>
                    <a:pt x="40515" y="11723"/>
                    <a:pt x="40483" y="11203"/>
                  </a:cubicBezTo>
                  <a:cubicBezTo>
                    <a:pt x="40469" y="10960"/>
                    <a:pt x="40366" y="10730"/>
                    <a:pt x="40244" y="10519"/>
                  </a:cubicBezTo>
                  <a:cubicBezTo>
                    <a:pt x="39944" y="10011"/>
                    <a:pt x="39492" y="9576"/>
                    <a:pt x="38932" y="9391"/>
                  </a:cubicBezTo>
                  <a:cubicBezTo>
                    <a:pt x="38752" y="9331"/>
                    <a:pt x="38560" y="9300"/>
                    <a:pt x="38369" y="9300"/>
                  </a:cubicBezTo>
                  <a:cubicBezTo>
                    <a:pt x="37969" y="9300"/>
                    <a:pt x="37571" y="9435"/>
                    <a:pt x="37284" y="9711"/>
                  </a:cubicBezTo>
                  <a:cubicBezTo>
                    <a:pt x="37368" y="8463"/>
                    <a:pt x="36023" y="7363"/>
                    <a:pt x="34842" y="7363"/>
                  </a:cubicBezTo>
                  <a:cubicBezTo>
                    <a:pt x="34804" y="7363"/>
                    <a:pt x="34766" y="7364"/>
                    <a:pt x="34728" y="7366"/>
                  </a:cubicBezTo>
                  <a:cubicBezTo>
                    <a:pt x="33642" y="7432"/>
                    <a:pt x="32662" y="8333"/>
                    <a:pt x="32507" y="9413"/>
                  </a:cubicBezTo>
                  <a:cubicBezTo>
                    <a:pt x="32118" y="8923"/>
                    <a:pt x="31619" y="8490"/>
                    <a:pt x="31015" y="8329"/>
                  </a:cubicBezTo>
                  <a:cubicBezTo>
                    <a:pt x="30869" y="8290"/>
                    <a:pt x="30716" y="8270"/>
                    <a:pt x="30564" y="8270"/>
                  </a:cubicBezTo>
                  <a:cubicBezTo>
                    <a:pt x="30083" y="8270"/>
                    <a:pt x="29603" y="8465"/>
                    <a:pt x="29335" y="8857"/>
                  </a:cubicBezTo>
                  <a:cubicBezTo>
                    <a:pt x="29259" y="7601"/>
                    <a:pt x="28521" y="6386"/>
                    <a:pt x="27572" y="5588"/>
                  </a:cubicBezTo>
                  <a:cubicBezTo>
                    <a:pt x="27003" y="5110"/>
                    <a:pt x="26302" y="4783"/>
                    <a:pt x="25561" y="4693"/>
                  </a:cubicBezTo>
                  <a:cubicBezTo>
                    <a:pt x="25419" y="4676"/>
                    <a:pt x="25277" y="4667"/>
                    <a:pt x="25135" y="4667"/>
                  </a:cubicBezTo>
                  <a:cubicBezTo>
                    <a:pt x="23673" y="4667"/>
                    <a:pt x="22228" y="5549"/>
                    <a:pt x="21597" y="6875"/>
                  </a:cubicBezTo>
                  <a:cubicBezTo>
                    <a:pt x="21050" y="5854"/>
                    <a:pt x="19954" y="5241"/>
                    <a:pt x="18923" y="5241"/>
                  </a:cubicBezTo>
                  <a:cubicBezTo>
                    <a:pt x="17982" y="5241"/>
                    <a:pt x="17096" y="5751"/>
                    <a:pt x="16727" y="6925"/>
                  </a:cubicBezTo>
                  <a:cubicBezTo>
                    <a:pt x="17445" y="4641"/>
                    <a:pt x="15224" y="1533"/>
                    <a:pt x="13332" y="539"/>
                  </a:cubicBezTo>
                  <a:cubicBezTo>
                    <a:pt x="12622" y="166"/>
                    <a:pt x="11806" y="1"/>
                    <a:pt x="109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1"/>
            <p:cNvSpPr/>
            <p:nvPr/>
          </p:nvSpPr>
          <p:spPr>
            <a:xfrm>
              <a:off x="-3849654" y="2093"/>
              <a:ext cx="6557256" cy="1684172"/>
            </a:xfrm>
            <a:custGeom>
              <a:avLst/>
              <a:gdLst/>
              <a:ahLst/>
              <a:cxnLst/>
              <a:rect l="l" t="t" r="r" b="b"/>
              <a:pathLst>
                <a:path w="39285" h="10090" extrusionOk="0">
                  <a:moveTo>
                    <a:pt x="9924" y="1"/>
                  </a:moveTo>
                  <a:cubicBezTo>
                    <a:pt x="9547" y="1"/>
                    <a:pt x="9171" y="31"/>
                    <a:pt x="8800" y="92"/>
                  </a:cubicBezTo>
                  <a:cubicBezTo>
                    <a:pt x="6167" y="525"/>
                    <a:pt x="4582" y="2600"/>
                    <a:pt x="4488" y="5215"/>
                  </a:cubicBezTo>
                  <a:cubicBezTo>
                    <a:pt x="4082" y="4795"/>
                    <a:pt x="3549" y="4607"/>
                    <a:pt x="3009" y="4607"/>
                  </a:cubicBezTo>
                  <a:cubicBezTo>
                    <a:pt x="2379" y="4607"/>
                    <a:pt x="1739" y="4863"/>
                    <a:pt x="1276" y="5305"/>
                  </a:cubicBezTo>
                  <a:cubicBezTo>
                    <a:pt x="1" y="6521"/>
                    <a:pt x="476" y="8358"/>
                    <a:pt x="2022" y="8979"/>
                  </a:cubicBezTo>
                  <a:cubicBezTo>
                    <a:pt x="2577" y="9203"/>
                    <a:pt x="3196" y="9297"/>
                    <a:pt x="3824" y="9297"/>
                  </a:cubicBezTo>
                  <a:cubicBezTo>
                    <a:pt x="4661" y="9297"/>
                    <a:pt x="5514" y="9130"/>
                    <a:pt x="6254" y="8882"/>
                  </a:cubicBezTo>
                  <a:cubicBezTo>
                    <a:pt x="6560" y="8782"/>
                    <a:pt x="6867" y="8658"/>
                    <a:pt x="7190" y="8658"/>
                  </a:cubicBezTo>
                  <a:cubicBezTo>
                    <a:pt x="7193" y="8658"/>
                    <a:pt x="7197" y="8658"/>
                    <a:pt x="7200" y="8658"/>
                  </a:cubicBezTo>
                  <a:cubicBezTo>
                    <a:pt x="7601" y="8663"/>
                    <a:pt x="7966" y="8864"/>
                    <a:pt x="8336" y="9015"/>
                  </a:cubicBezTo>
                  <a:cubicBezTo>
                    <a:pt x="9055" y="9307"/>
                    <a:pt x="9823" y="9418"/>
                    <a:pt x="10600" y="9418"/>
                  </a:cubicBezTo>
                  <a:cubicBezTo>
                    <a:pt x="11317" y="9418"/>
                    <a:pt x="12042" y="9324"/>
                    <a:pt x="12745" y="9190"/>
                  </a:cubicBezTo>
                  <a:cubicBezTo>
                    <a:pt x="13156" y="9112"/>
                    <a:pt x="13634" y="8971"/>
                    <a:pt x="14131" y="8829"/>
                  </a:cubicBezTo>
                  <a:cubicBezTo>
                    <a:pt x="14891" y="8612"/>
                    <a:pt x="15699" y="8393"/>
                    <a:pt x="16403" y="8393"/>
                  </a:cubicBezTo>
                  <a:cubicBezTo>
                    <a:pt x="16583" y="8393"/>
                    <a:pt x="16756" y="8407"/>
                    <a:pt x="16920" y="8440"/>
                  </a:cubicBezTo>
                  <a:cubicBezTo>
                    <a:pt x="17801" y="8617"/>
                    <a:pt x="18730" y="9367"/>
                    <a:pt x="19658" y="9620"/>
                  </a:cubicBezTo>
                  <a:cubicBezTo>
                    <a:pt x="20732" y="9913"/>
                    <a:pt x="21900" y="10089"/>
                    <a:pt x="23061" y="10089"/>
                  </a:cubicBezTo>
                  <a:cubicBezTo>
                    <a:pt x="24119" y="10089"/>
                    <a:pt x="25171" y="9943"/>
                    <a:pt x="26141" y="9606"/>
                  </a:cubicBezTo>
                  <a:cubicBezTo>
                    <a:pt x="26562" y="9460"/>
                    <a:pt x="26970" y="9275"/>
                    <a:pt x="27406" y="9182"/>
                  </a:cubicBezTo>
                  <a:cubicBezTo>
                    <a:pt x="28132" y="9027"/>
                    <a:pt x="28862" y="8991"/>
                    <a:pt x="29593" y="8991"/>
                  </a:cubicBezTo>
                  <a:cubicBezTo>
                    <a:pt x="30222" y="8991"/>
                    <a:pt x="30851" y="9017"/>
                    <a:pt x="31481" y="9017"/>
                  </a:cubicBezTo>
                  <a:cubicBezTo>
                    <a:pt x="31922" y="9017"/>
                    <a:pt x="32364" y="9004"/>
                    <a:pt x="32804" y="8960"/>
                  </a:cubicBezTo>
                  <a:cubicBezTo>
                    <a:pt x="33151" y="8925"/>
                    <a:pt x="33472" y="8911"/>
                    <a:pt x="33781" y="8911"/>
                  </a:cubicBezTo>
                  <a:cubicBezTo>
                    <a:pt x="34754" y="8911"/>
                    <a:pt x="35600" y="9050"/>
                    <a:pt x="36704" y="9116"/>
                  </a:cubicBezTo>
                  <a:cubicBezTo>
                    <a:pt x="37004" y="9134"/>
                    <a:pt x="37469" y="9212"/>
                    <a:pt x="37904" y="9212"/>
                  </a:cubicBezTo>
                  <a:cubicBezTo>
                    <a:pt x="38265" y="9212"/>
                    <a:pt x="38605" y="9159"/>
                    <a:pt x="38812" y="8972"/>
                  </a:cubicBezTo>
                  <a:cubicBezTo>
                    <a:pt x="39284" y="8547"/>
                    <a:pt x="39103" y="7640"/>
                    <a:pt x="38587" y="7326"/>
                  </a:cubicBezTo>
                  <a:cubicBezTo>
                    <a:pt x="38374" y="7197"/>
                    <a:pt x="38131" y="7141"/>
                    <a:pt x="37883" y="7141"/>
                  </a:cubicBezTo>
                  <a:cubicBezTo>
                    <a:pt x="37571" y="7141"/>
                    <a:pt x="37251" y="7230"/>
                    <a:pt x="36971" y="7371"/>
                  </a:cubicBezTo>
                  <a:cubicBezTo>
                    <a:pt x="36814" y="6381"/>
                    <a:pt x="35826" y="5635"/>
                    <a:pt x="34825" y="5635"/>
                  </a:cubicBezTo>
                  <a:cubicBezTo>
                    <a:pt x="34810" y="5635"/>
                    <a:pt x="34796" y="5635"/>
                    <a:pt x="34781" y="5636"/>
                  </a:cubicBezTo>
                  <a:cubicBezTo>
                    <a:pt x="33766" y="5658"/>
                    <a:pt x="32833" y="6374"/>
                    <a:pt x="32426" y="7307"/>
                  </a:cubicBezTo>
                  <a:cubicBezTo>
                    <a:pt x="32145" y="6699"/>
                    <a:pt x="31485" y="6290"/>
                    <a:pt x="30818" y="6290"/>
                  </a:cubicBezTo>
                  <a:cubicBezTo>
                    <a:pt x="30770" y="6290"/>
                    <a:pt x="30722" y="6292"/>
                    <a:pt x="30674" y="6296"/>
                  </a:cubicBezTo>
                  <a:cubicBezTo>
                    <a:pt x="29957" y="6364"/>
                    <a:pt x="29312" y="6913"/>
                    <a:pt x="29132" y="7609"/>
                  </a:cubicBezTo>
                  <a:cubicBezTo>
                    <a:pt x="28799" y="5803"/>
                    <a:pt x="27848" y="4379"/>
                    <a:pt x="25955" y="4009"/>
                  </a:cubicBezTo>
                  <a:cubicBezTo>
                    <a:pt x="25694" y="3958"/>
                    <a:pt x="25429" y="3933"/>
                    <a:pt x="25164" y="3933"/>
                  </a:cubicBezTo>
                  <a:cubicBezTo>
                    <a:pt x="24465" y="3933"/>
                    <a:pt x="23766" y="4107"/>
                    <a:pt x="23144" y="4427"/>
                  </a:cubicBezTo>
                  <a:cubicBezTo>
                    <a:pt x="22769" y="4622"/>
                    <a:pt x="21328" y="5591"/>
                    <a:pt x="21433" y="6150"/>
                  </a:cubicBezTo>
                  <a:cubicBezTo>
                    <a:pt x="21224" y="5045"/>
                    <a:pt x="20226" y="4139"/>
                    <a:pt x="19106" y="4039"/>
                  </a:cubicBezTo>
                  <a:cubicBezTo>
                    <a:pt x="19035" y="4033"/>
                    <a:pt x="18965" y="4030"/>
                    <a:pt x="18895" y="4030"/>
                  </a:cubicBezTo>
                  <a:cubicBezTo>
                    <a:pt x="17844" y="4030"/>
                    <a:pt x="16815" y="4717"/>
                    <a:pt x="16438" y="5703"/>
                  </a:cubicBezTo>
                  <a:cubicBezTo>
                    <a:pt x="16297" y="3933"/>
                    <a:pt x="15308" y="2266"/>
                    <a:pt x="13864" y="1233"/>
                  </a:cubicBezTo>
                  <a:cubicBezTo>
                    <a:pt x="12725" y="420"/>
                    <a:pt x="11324" y="1"/>
                    <a:pt x="99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5" name="Google Shape;535;p31"/>
          <p:cNvGrpSpPr/>
          <p:nvPr/>
        </p:nvGrpSpPr>
        <p:grpSpPr>
          <a:xfrm>
            <a:off x="8158585" y="3520649"/>
            <a:ext cx="544399" cy="1583958"/>
            <a:chOff x="2871700" y="3513775"/>
            <a:chExt cx="83475" cy="242875"/>
          </a:xfrm>
        </p:grpSpPr>
        <p:sp>
          <p:nvSpPr>
            <p:cNvPr id="536" name="Google Shape;536;p31"/>
            <p:cNvSpPr/>
            <p:nvPr/>
          </p:nvSpPr>
          <p:spPr>
            <a:xfrm>
              <a:off x="2871700" y="3513775"/>
              <a:ext cx="83475" cy="242875"/>
            </a:xfrm>
            <a:custGeom>
              <a:avLst/>
              <a:gdLst/>
              <a:ahLst/>
              <a:cxnLst/>
              <a:rect l="l" t="t" r="r" b="b"/>
              <a:pathLst>
                <a:path w="3339" h="9715" extrusionOk="0">
                  <a:moveTo>
                    <a:pt x="1643" y="1"/>
                  </a:moveTo>
                  <a:lnTo>
                    <a:pt x="1535" y="1190"/>
                  </a:lnTo>
                  <a:lnTo>
                    <a:pt x="1261" y="1190"/>
                  </a:lnTo>
                  <a:lnTo>
                    <a:pt x="1261" y="1700"/>
                  </a:lnTo>
                  <a:cubicBezTo>
                    <a:pt x="1261" y="1700"/>
                    <a:pt x="83" y="2124"/>
                    <a:pt x="221" y="3399"/>
                  </a:cubicBezTo>
                  <a:lnTo>
                    <a:pt x="0" y="3569"/>
                  </a:lnTo>
                  <a:lnTo>
                    <a:pt x="165" y="3739"/>
                  </a:lnTo>
                  <a:lnTo>
                    <a:pt x="165" y="4985"/>
                  </a:lnTo>
                  <a:lnTo>
                    <a:pt x="0" y="4985"/>
                  </a:lnTo>
                  <a:lnTo>
                    <a:pt x="0" y="5411"/>
                  </a:lnTo>
                  <a:lnTo>
                    <a:pt x="366" y="5411"/>
                  </a:lnTo>
                  <a:lnTo>
                    <a:pt x="384" y="9715"/>
                  </a:lnTo>
                  <a:lnTo>
                    <a:pt x="2955" y="9715"/>
                  </a:lnTo>
                  <a:lnTo>
                    <a:pt x="2971" y="5411"/>
                  </a:lnTo>
                  <a:lnTo>
                    <a:pt x="3337" y="5411"/>
                  </a:lnTo>
                  <a:lnTo>
                    <a:pt x="3337" y="4985"/>
                  </a:lnTo>
                  <a:lnTo>
                    <a:pt x="3167" y="4985"/>
                  </a:lnTo>
                  <a:lnTo>
                    <a:pt x="3167" y="3739"/>
                  </a:lnTo>
                  <a:lnTo>
                    <a:pt x="3168" y="3739"/>
                  </a:lnTo>
                  <a:lnTo>
                    <a:pt x="3338" y="3569"/>
                  </a:lnTo>
                  <a:lnTo>
                    <a:pt x="3112" y="3399"/>
                  </a:lnTo>
                  <a:cubicBezTo>
                    <a:pt x="3253" y="2124"/>
                    <a:pt x="2038" y="1700"/>
                    <a:pt x="2038" y="1700"/>
                  </a:cubicBezTo>
                  <a:lnTo>
                    <a:pt x="2038" y="1190"/>
                  </a:lnTo>
                  <a:lnTo>
                    <a:pt x="1756" y="1190"/>
                  </a:lnTo>
                  <a:lnTo>
                    <a:pt x="164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1"/>
            <p:cNvSpPr/>
            <p:nvPr/>
          </p:nvSpPr>
          <p:spPr>
            <a:xfrm>
              <a:off x="2899725" y="3597100"/>
              <a:ext cx="27325" cy="40400"/>
            </a:xfrm>
            <a:custGeom>
              <a:avLst/>
              <a:gdLst/>
              <a:ahLst/>
              <a:cxnLst/>
              <a:rect l="l" t="t" r="r" b="b"/>
              <a:pathLst>
                <a:path w="1093" h="1616" extrusionOk="0">
                  <a:moveTo>
                    <a:pt x="547" y="0"/>
                  </a:moveTo>
                  <a:cubicBezTo>
                    <a:pt x="1" y="0"/>
                    <a:pt x="1" y="478"/>
                    <a:pt x="1" y="478"/>
                  </a:cubicBezTo>
                  <a:lnTo>
                    <a:pt x="1" y="1615"/>
                  </a:lnTo>
                  <a:lnTo>
                    <a:pt x="1093" y="1615"/>
                  </a:lnTo>
                  <a:lnTo>
                    <a:pt x="1093" y="419"/>
                  </a:lnTo>
                  <a:cubicBezTo>
                    <a:pt x="1093" y="419"/>
                    <a:pt x="1093" y="0"/>
                    <a:pt x="5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1"/>
            <p:cNvSpPr/>
            <p:nvPr/>
          </p:nvSpPr>
          <p:spPr>
            <a:xfrm>
              <a:off x="2880800" y="3599275"/>
              <a:ext cx="7575" cy="38250"/>
            </a:xfrm>
            <a:custGeom>
              <a:avLst/>
              <a:gdLst/>
              <a:ahLst/>
              <a:cxnLst/>
              <a:rect l="l" t="t" r="r" b="b"/>
              <a:pathLst>
                <a:path w="303" h="1530" extrusionOk="0">
                  <a:moveTo>
                    <a:pt x="152" y="0"/>
                  </a:moveTo>
                  <a:cubicBezTo>
                    <a:pt x="0" y="0"/>
                    <a:pt x="0" y="453"/>
                    <a:pt x="0" y="453"/>
                  </a:cubicBezTo>
                  <a:lnTo>
                    <a:pt x="0" y="1528"/>
                  </a:lnTo>
                  <a:lnTo>
                    <a:pt x="0" y="1530"/>
                  </a:lnTo>
                  <a:lnTo>
                    <a:pt x="302" y="1530"/>
                  </a:lnTo>
                  <a:lnTo>
                    <a:pt x="302" y="397"/>
                  </a:lnTo>
                  <a:cubicBezTo>
                    <a:pt x="302" y="397"/>
                    <a:pt x="302" y="0"/>
                    <a:pt x="1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1"/>
            <p:cNvSpPr/>
            <p:nvPr/>
          </p:nvSpPr>
          <p:spPr>
            <a:xfrm>
              <a:off x="2937825" y="3599700"/>
              <a:ext cx="7575" cy="38275"/>
            </a:xfrm>
            <a:custGeom>
              <a:avLst/>
              <a:gdLst/>
              <a:ahLst/>
              <a:cxnLst/>
              <a:rect l="l" t="t" r="r" b="b"/>
              <a:pathLst>
                <a:path w="303" h="1531" extrusionOk="0">
                  <a:moveTo>
                    <a:pt x="151" y="0"/>
                  </a:moveTo>
                  <a:cubicBezTo>
                    <a:pt x="0" y="0"/>
                    <a:pt x="0" y="454"/>
                    <a:pt x="0" y="454"/>
                  </a:cubicBezTo>
                  <a:lnTo>
                    <a:pt x="0" y="1530"/>
                  </a:lnTo>
                  <a:lnTo>
                    <a:pt x="0" y="1531"/>
                  </a:lnTo>
                  <a:lnTo>
                    <a:pt x="303" y="1531"/>
                  </a:lnTo>
                  <a:lnTo>
                    <a:pt x="303" y="398"/>
                  </a:lnTo>
                  <a:cubicBezTo>
                    <a:pt x="303" y="398"/>
                    <a:pt x="303" y="0"/>
                    <a:pt x="1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0" name="Google Shape;540;p31"/>
          <p:cNvGrpSpPr/>
          <p:nvPr/>
        </p:nvGrpSpPr>
        <p:grpSpPr>
          <a:xfrm>
            <a:off x="405260" y="2994736"/>
            <a:ext cx="544399" cy="2635789"/>
            <a:chOff x="-3225365" y="-1924789"/>
            <a:chExt cx="544399" cy="2635789"/>
          </a:xfrm>
        </p:grpSpPr>
        <p:grpSp>
          <p:nvGrpSpPr>
            <p:cNvPr id="541" name="Google Shape;541;p31"/>
            <p:cNvGrpSpPr/>
            <p:nvPr/>
          </p:nvGrpSpPr>
          <p:grpSpPr>
            <a:xfrm>
              <a:off x="-3225365" y="-1924789"/>
              <a:ext cx="544399" cy="1583958"/>
              <a:chOff x="2871700" y="3513775"/>
              <a:chExt cx="83475" cy="242875"/>
            </a:xfrm>
          </p:grpSpPr>
          <p:sp>
            <p:nvSpPr>
              <p:cNvPr id="542" name="Google Shape;542;p31"/>
              <p:cNvSpPr/>
              <p:nvPr/>
            </p:nvSpPr>
            <p:spPr>
              <a:xfrm>
                <a:off x="2871700" y="3513775"/>
                <a:ext cx="83475" cy="242875"/>
              </a:xfrm>
              <a:custGeom>
                <a:avLst/>
                <a:gdLst/>
                <a:ahLst/>
                <a:cxnLst/>
                <a:rect l="l" t="t" r="r" b="b"/>
                <a:pathLst>
                  <a:path w="3339" h="9715" extrusionOk="0">
                    <a:moveTo>
                      <a:pt x="1643" y="1"/>
                    </a:moveTo>
                    <a:lnTo>
                      <a:pt x="1535" y="1190"/>
                    </a:lnTo>
                    <a:lnTo>
                      <a:pt x="1261" y="1190"/>
                    </a:lnTo>
                    <a:lnTo>
                      <a:pt x="1261" y="1700"/>
                    </a:lnTo>
                    <a:cubicBezTo>
                      <a:pt x="1261" y="1700"/>
                      <a:pt x="83" y="2124"/>
                      <a:pt x="221" y="3399"/>
                    </a:cubicBezTo>
                    <a:lnTo>
                      <a:pt x="0" y="3569"/>
                    </a:lnTo>
                    <a:lnTo>
                      <a:pt x="165" y="3739"/>
                    </a:lnTo>
                    <a:lnTo>
                      <a:pt x="165" y="4985"/>
                    </a:lnTo>
                    <a:lnTo>
                      <a:pt x="0" y="4985"/>
                    </a:lnTo>
                    <a:lnTo>
                      <a:pt x="0" y="5411"/>
                    </a:lnTo>
                    <a:lnTo>
                      <a:pt x="366" y="5411"/>
                    </a:lnTo>
                    <a:lnTo>
                      <a:pt x="384" y="9715"/>
                    </a:lnTo>
                    <a:lnTo>
                      <a:pt x="2955" y="9715"/>
                    </a:lnTo>
                    <a:lnTo>
                      <a:pt x="2971" y="5411"/>
                    </a:lnTo>
                    <a:lnTo>
                      <a:pt x="3337" y="5411"/>
                    </a:lnTo>
                    <a:lnTo>
                      <a:pt x="3337" y="4985"/>
                    </a:lnTo>
                    <a:lnTo>
                      <a:pt x="3167" y="4985"/>
                    </a:lnTo>
                    <a:lnTo>
                      <a:pt x="3167" y="3739"/>
                    </a:lnTo>
                    <a:lnTo>
                      <a:pt x="3168" y="3739"/>
                    </a:lnTo>
                    <a:lnTo>
                      <a:pt x="3338" y="3569"/>
                    </a:lnTo>
                    <a:lnTo>
                      <a:pt x="3112" y="3399"/>
                    </a:lnTo>
                    <a:cubicBezTo>
                      <a:pt x="3253" y="2124"/>
                      <a:pt x="2038" y="1700"/>
                      <a:pt x="2038" y="1700"/>
                    </a:cubicBezTo>
                    <a:lnTo>
                      <a:pt x="2038" y="1190"/>
                    </a:lnTo>
                    <a:lnTo>
                      <a:pt x="1756" y="1190"/>
                    </a:lnTo>
                    <a:lnTo>
                      <a:pt x="164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1"/>
              <p:cNvSpPr/>
              <p:nvPr/>
            </p:nvSpPr>
            <p:spPr>
              <a:xfrm>
                <a:off x="2899725" y="3597100"/>
                <a:ext cx="27325" cy="40400"/>
              </a:xfrm>
              <a:custGeom>
                <a:avLst/>
                <a:gdLst/>
                <a:ahLst/>
                <a:cxnLst/>
                <a:rect l="l" t="t" r="r" b="b"/>
                <a:pathLst>
                  <a:path w="1093" h="1616" extrusionOk="0">
                    <a:moveTo>
                      <a:pt x="547" y="0"/>
                    </a:moveTo>
                    <a:cubicBezTo>
                      <a:pt x="1" y="0"/>
                      <a:pt x="1" y="478"/>
                      <a:pt x="1" y="478"/>
                    </a:cubicBezTo>
                    <a:lnTo>
                      <a:pt x="1" y="1615"/>
                    </a:lnTo>
                    <a:lnTo>
                      <a:pt x="1093" y="1615"/>
                    </a:lnTo>
                    <a:lnTo>
                      <a:pt x="1093" y="419"/>
                    </a:lnTo>
                    <a:cubicBezTo>
                      <a:pt x="1093" y="419"/>
                      <a:pt x="1093" y="0"/>
                      <a:pt x="5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1"/>
              <p:cNvSpPr/>
              <p:nvPr/>
            </p:nvSpPr>
            <p:spPr>
              <a:xfrm>
                <a:off x="2880800" y="3599275"/>
                <a:ext cx="7575" cy="38250"/>
              </a:xfrm>
              <a:custGeom>
                <a:avLst/>
                <a:gdLst/>
                <a:ahLst/>
                <a:cxnLst/>
                <a:rect l="l" t="t" r="r" b="b"/>
                <a:pathLst>
                  <a:path w="303" h="1530" extrusionOk="0">
                    <a:moveTo>
                      <a:pt x="152" y="0"/>
                    </a:moveTo>
                    <a:cubicBezTo>
                      <a:pt x="0" y="0"/>
                      <a:pt x="0" y="453"/>
                      <a:pt x="0" y="453"/>
                    </a:cubicBezTo>
                    <a:lnTo>
                      <a:pt x="0" y="1528"/>
                    </a:lnTo>
                    <a:lnTo>
                      <a:pt x="0" y="1530"/>
                    </a:lnTo>
                    <a:lnTo>
                      <a:pt x="302" y="1530"/>
                    </a:lnTo>
                    <a:lnTo>
                      <a:pt x="302" y="397"/>
                    </a:lnTo>
                    <a:cubicBezTo>
                      <a:pt x="302" y="397"/>
                      <a:pt x="302" y="0"/>
                      <a:pt x="1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1"/>
              <p:cNvSpPr/>
              <p:nvPr/>
            </p:nvSpPr>
            <p:spPr>
              <a:xfrm>
                <a:off x="2937825" y="3599700"/>
                <a:ext cx="7575" cy="38275"/>
              </a:xfrm>
              <a:custGeom>
                <a:avLst/>
                <a:gdLst/>
                <a:ahLst/>
                <a:cxnLst/>
                <a:rect l="l" t="t" r="r" b="b"/>
                <a:pathLst>
                  <a:path w="303" h="1531" extrusionOk="0">
                    <a:moveTo>
                      <a:pt x="151" y="0"/>
                    </a:moveTo>
                    <a:cubicBezTo>
                      <a:pt x="0" y="0"/>
                      <a:pt x="0" y="454"/>
                      <a:pt x="0" y="454"/>
                    </a:cubicBezTo>
                    <a:lnTo>
                      <a:pt x="0" y="1530"/>
                    </a:lnTo>
                    <a:lnTo>
                      <a:pt x="0" y="1531"/>
                    </a:lnTo>
                    <a:lnTo>
                      <a:pt x="303" y="1531"/>
                    </a:lnTo>
                    <a:lnTo>
                      <a:pt x="303" y="398"/>
                    </a:lnTo>
                    <a:cubicBezTo>
                      <a:pt x="303" y="398"/>
                      <a:pt x="303" y="0"/>
                      <a:pt x="1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6" name="Google Shape;546;p31"/>
            <p:cNvSpPr/>
            <p:nvPr/>
          </p:nvSpPr>
          <p:spPr>
            <a:xfrm>
              <a:off x="-3163200" y="-348600"/>
              <a:ext cx="420000" cy="1059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Philosopher"/>
              <a:buNone/>
              <a:defRPr sz="3500" b="1">
                <a:solidFill>
                  <a:schemeClr val="dk1"/>
                </a:solidFill>
                <a:latin typeface="Philosopher"/>
                <a:ea typeface="Philosopher"/>
                <a:cs typeface="Philosopher"/>
                <a:sym typeface="Philosopher"/>
              </a:defRPr>
            </a:lvl1pPr>
            <a:lvl2pPr lvl="1" rtl="0">
              <a:spcBef>
                <a:spcPts val="0"/>
              </a:spcBef>
              <a:spcAft>
                <a:spcPts val="0"/>
              </a:spcAft>
              <a:buClr>
                <a:schemeClr val="dk1"/>
              </a:buClr>
              <a:buSzPts val="3500"/>
              <a:buFont typeface="Philosopher"/>
              <a:buNone/>
              <a:defRPr sz="3500" b="1">
                <a:solidFill>
                  <a:schemeClr val="dk1"/>
                </a:solidFill>
                <a:latin typeface="Philosopher"/>
                <a:ea typeface="Philosopher"/>
                <a:cs typeface="Philosopher"/>
                <a:sym typeface="Philosopher"/>
              </a:defRPr>
            </a:lvl2pPr>
            <a:lvl3pPr lvl="2" rtl="0">
              <a:spcBef>
                <a:spcPts val="0"/>
              </a:spcBef>
              <a:spcAft>
                <a:spcPts val="0"/>
              </a:spcAft>
              <a:buClr>
                <a:schemeClr val="dk1"/>
              </a:buClr>
              <a:buSzPts val="3500"/>
              <a:buFont typeface="Philosopher"/>
              <a:buNone/>
              <a:defRPr sz="3500" b="1">
                <a:solidFill>
                  <a:schemeClr val="dk1"/>
                </a:solidFill>
                <a:latin typeface="Philosopher"/>
                <a:ea typeface="Philosopher"/>
                <a:cs typeface="Philosopher"/>
                <a:sym typeface="Philosopher"/>
              </a:defRPr>
            </a:lvl3pPr>
            <a:lvl4pPr lvl="3" rtl="0">
              <a:spcBef>
                <a:spcPts val="0"/>
              </a:spcBef>
              <a:spcAft>
                <a:spcPts val="0"/>
              </a:spcAft>
              <a:buClr>
                <a:schemeClr val="dk1"/>
              </a:buClr>
              <a:buSzPts val="3500"/>
              <a:buFont typeface="Philosopher"/>
              <a:buNone/>
              <a:defRPr sz="3500" b="1">
                <a:solidFill>
                  <a:schemeClr val="dk1"/>
                </a:solidFill>
                <a:latin typeface="Philosopher"/>
                <a:ea typeface="Philosopher"/>
                <a:cs typeface="Philosopher"/>
                <a:sym typeface="Philosopher"/>
              </a:defRPr>
            </a:lvl4pPr>
            <a:lvl5pPr lvl="4" rtl="0">
              <a:spcBef>
                <a:spcPts val="0"/>
              </a:spcBef>
              <a:spcAft>
                <a:spcPts val="0"/>
              </a:spcAft>
              <a:buClr>
                <a:schemeClr val="dk1"/>
              </a:buClr>
              <a:buSzPts val="3500"/>
              <a:buFont typeface="Philosopher"/>
              <a:buNone/>
              <a:defRPr sz="3500" b="1">
                <a:solidFill>
                  <a:schemeClr val="dk1"/>
                </a:solidFill>
                <a:latin typeface="Philosopher"/>
                <a:ea typeface="Philosopher"/>
                <a:cs typeface="Philosopher"/>
                <a:sym typeface="Philosopher"/>
              </a:defRPr>
            </a:lvl5pPr>
            <a:lvl6pPr lvl="5" rtl="0">
              <a:spcBef>
                <a:spcPts val="0"/>
              </a:spcBef>
              <a:spcAft>
                <a:spcPts val="0"/>
              </a:spcAft>
              <a:buClr>
                <a:schemeClr val="dk1"/>
              </a:buClr>
              <a:buSzPts val="3500"/>
              <a:buFont typeface="Philosopher"/>
              <a:buNone/>
              <a:defRPr sz="3500" b="1">
                <a:solidFill>
                  <a:schemeClr val="dk1"/>
                </a:solidFill>
                <a:latin typeface="Philosopher"/>
                <a:ea typeface="Philosopher"/>
                <a:cs typeface="Philosopher"/>
                <a:sym typeface="Philosopher"/>
              </a:defRPr>
            </a:lvl6pPr>
            <a:lvl7pPr lvl="6" rtl="0">
              <a:spcBef>
                <a:spcPts val="0"/>
              </a:spcBef>
              <a:spcAft>
                <a:spcPts val="0"/>
              </a:spcAft>
              <a:buClr>
                <a:schemeClr val="dk1"/>
              </a:buClr>
              <a:buSzPts val="3500"/>
              <a:buFont typeface="Philosopher"/>
              <a:buNone/>
              <a:defRPr sz="3500" b="1">
                <a:solidFill>
                  <a:schemeClr val="dk1"/>
                </a:solidFill>
                <a:latin typeface="Philosopher"/>
                <a:ea typeface="Philosopher"/>
                <a:cs typeface="Philosopher"/>
                <a:sym typeface="Philosopher"/>
              </a:defRPr>
            </a:lvl7pPr>
            <a:lvl8pPr lvl="7" rtl="0">
              <a:spcBef>
                <a:spcPts val="0"/>
              </a:spcBef>
              <a:spcAft>
                <a:spcPts val="0"/>
              </a:spcAft>
              <a:buClr>
                <a:schemeClr val="dk1"/>
              </a:buClr>
              <a:buSzPts val="3500"/>
              <a:buFont typeface="Philosopher"/>
              <a:buNone/>
              <a:defRPr sz="3500" b="1">
                <a:solidFill>
                  <a:schemeClr val="dk1"/>
                </a:solidFill>
                <a:latin typeface="Philosopher"/>
                <a:ea typeface="Philosopher"/>
                <a:cs typeface="Philosopher"/>
                <a:sym typeface="Philosopher"/>
              </a:defRPr>
            </a:lvl8pPr>
            <a:lvl9pPr lvl="8" rtl="0">
              <a:spcBef>
                <a:spcPts val="0"/>
              </a:spcBef>
              <a:spcAft>
                <a:spcPts val="0"/>
              </a:spcAft>
              <a:buClr>
                <a:schemeClr val="dk1"/>
              </a:buClr>
              <a:buSzPts val="3500"/>
              <a:buFont typeface="Philosopher"/>
              <a:buNone/>
              <a:defRPr sz="3500" b="1">
                <a:solidFill>
                  <a:schemeClr val="dk1"/>
                </a:solidFill>
                <a:latin typeface="Philosopher"/>
                <a:ea typeface="Philosopher"/>
                <a:cs typeface="Philosopher"/>
                <a:sym typeface="Philosopher"/>
              </a:defRPr>
            </a:lvl9pPr>
          </a:lstStyle>
          <a:p>
            <a:endParaRPr/>
          </a:p>
        </p:txBody>
      </p:sp>
      <p:sp>
        <p:nvSpPr>
          <p:cNvPr id="7" name="Google Shape;7;p1"/>
          <p:cNvSpPr txBox="1">
            <a:spLocks noGrp="1"/>
          </p:cNvSpPr>
          <p:nvPr>
            <p:ph type="body" idx="1"/>
          </p:nvPr>
        </p:nvSpPr>
        <p:spPr>
          <a:xfrm>
            <a:off x="713400"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Asap"/>
              <a:buChar char="●"/>
              <a:defRPr>
                <a:solidFill>
                  <a:schemeClr val="dk1"/>
                </a:solidFill>
                <a:latin typeface="Asap"/>
                <a:ea typeface="Asap"/>
                <a:cs typeface="Asap"/>
                <a:sym typeface="Asap"/>
              </a:defRPr>
            </a:lvl1pPr>
            <a:lvl2pPr marL="914400" lvl="1" indent="-317500">
              <a:lnSpc>
                <a:spcPct val="115000"/>
              </a:lnSpc>
              <a:spcBef>
                <a:spcPts val="0"/>
              </a:spcBef>
              <a:spcAft>
                <a:spcPts val="0"/>
              </a:spcAft>
              <a:buClr>
                <a:schemeClr val="dk1"/>
              </a:buClr>
              <a:buSzPts val="1400"/>
              <a:buFont typeface="Asap"/>
              <a:buChar char="○"/>
              <a:defRPr>
                <a:solidFill>
                  <a:schemeClr val="dk1"/>
                </a:solidFill>
                <a:latin typeface="Asap"/>
                <a:ea typeface="Asap"/>
                <a:cs typeface="Asap"/>
                <a:sym typeface="Asap"/>
              </a:defRPr>
            </a:lvl2pPr>
            <a:lvl3pPr marL="1371600" lvl="2" indent="-317500">
              <a:lnSpc>
                <a:spcPct val="115000"/>
              </a:lnSpc>
              <a:spcBef>
                <a:spcPts val="0"/>
              </a:spcBef>
              <a:spcAft>
                <a:spcPts val="0"/>
              </a:spcAft>
              <a:buClr>
                <a:schemeClr val="dk1"/>
              </a:buClr>
              <a:buSzPts val="1400"/>
              <a:buFont typeface="Asap"/>
              <a:buChar char="■"/>
              <a:defRPr>
                <a:solidFill>
                  <a:schemeClr val="dk1"/>
                </a:solidFill>
                <a:latin typeface="Asap"/>
                <a:ea typeface="Asap"/>
                <a:cs typeface="Asap"/>
                <a:sym typeface="Asap"/>
              </a:defRPr>
            </a:lvl3pPr>
            <a:lvl4pPr marL="1828800" lvl="3" indent="-317500">
              <a:lnSpc>
                <a:spcPct val="115000"/>
              </a:lnSpc>
              <a:spcBef>
                <a:spcPts val="0"/>
              </a:spcBef>
              <a:spcAft>
                <a:spcPts val="0"/>
              </a:spcAft>
              <a:buClr>
                <a:schemeClr val="dk1"/>
              </a:buClr>
              <a:buSzPts val="1400"/>
              <a:buFont typeface="Asap"/>
              <a:buChar char="●"/>
              <a:defRPr>
                <a:solidFill>
                  <a:schemeClr val="dk1"/>
                </a:solidFill>
                <a:latin typeface="Asap"/>
                <a:ea typeface="Asap"/>
                <a:cs typeface="Asap"/>
                <a:sym typeface="Asap"/>
              </a:defRPr>
            </a:lvl4pPr>
            <a:lvl5pPr marL="2286000" lvl="4" indent="-317500">
              <a:lnSpc>
                <a:spcPct val="115000"/>
              </a:lnSpc>
              <a:spcBef>
                <a:spcPts val="0"/>
              </a:spcBef>
              <a:spcAft>
                <a:spcPts val="0"/>
              </a:spcAft>
              <a:buClr>
                <a:schemeClr val="dk1"/>
              </a:buClr>
              <a:buSzPts val="1400"/>
              <a:buFont typeface="Asap"/>
              <a:buChar char="○"/>
              <a:defRPr>
                <a:solidFill>
                  <a:schemeClr val="dk1"/>
                </a:solidFill>
                <a:latin typeface="Asap"/>
                <a:ea typeface="Asap"/>
                <a:cs typeface="Asap"/>
                <a:sym typeface="Asap"/>
              </a:defRPr>
            </a:lvl5pPr>
            <a:lvl6pPr marL="2743200" lvl="5" indent="-317500">
              <a:lnSpc>
                <a:spcPct val="115000"/>
              </a:lnSpc>
              <a:spcBef>
                <a:spcPts val="0"/>
              </a:spcBef>
              <a:spcAft>
                <a:spcPts val="0"/>
              </a:spcAft>
              <a:buClr>
                <a:schemeClr val="dk1"/>
              </a:buClr>
              <a:buSzPts val="1400"/>
              <a:buFont typeface="Asap"/>
              <a:buChar char="■"/>
              <a:defRPr>
                <a:solidFill>
                  <a:schemeClr val="dk1"/>
                </a:solidFill>
                <a:latin typeface="Asap"/>
                <a:ea typeface="Asap"/>
                <a:cs typeface="Asap"/>
                <a:sym typeface="Asap"/>
              </a:defRPr>
            </a:lvl6pPr>
            <a:lvl7pPr marL="3200400" lvl="6" indent="-317500">
              <a:lnSpc>
                <a:spcPct val="115000"/>
              </a:lnSpc>
              <a:spcBef>
                <a:spcPts val="0"/>
              </a:spcBef>
              <a:spcAft>
                <a:spcPts val="0"/>
              </a:spcAft>
              <a:buClr>
                <a:schemeClr val="dk1"/>
              </a:buClr>
              <a:buSzPts val="1400"/>
              <a:buFont typeface="Asap"/>
              <a:buChar char="●"/>
              <a:defRPr>
                <a:solidFill>
                  <a:schemeClr val="dk1"/>
                </a:solidFill>
                <a:latin typeface="Asap"/>
                <a:ea typeface="Asap"/>
                <a:cs typeface="Asap"/>
                <a:sym typeface="Asap"/>
              </a:defRPr>
            </a:lvl7pPr>
            <a:lvl8pPr marL="3657600" lvl="7" indent="-317500">
              <a:lnSpc>
                <a:spcPct val="115000"/>
              </a:lnSpc>
              <a:spcBef>
                <a:spcPts val="0"/>
              </a:spcBef>
              <a:spcAft>
                <a:spcPts val="0"/>
              </a:spcAft>
              <a:buClr>
                <a:schemeClr val="dk1"/>
              </a:buClr>
              <a:buSzPts val="1400"/>
              <a:buFont typeface="Asap"/>
              <a:buChar char="○"/>
              <a:defRPr>
                <a:solidFill>
                  <a:schemeClr val="dk1"/>
                </a:solidFill>
                <a:latin typeface="Asap"/>
                <a:ea typeface="Asap"/>
                <a:cs typeface="Asap"/>
                <a:sym typeface="Asap"/>
              </a:defRPr>
            </a:lvl8pPr>
            <a:lvl9pPr marL="4114800" lvl="8" indent="-317500">
              <a:lnSpc>
                <a:spcPct val="115000"/>
              </a:lnSpc>
              <a:spcBef>
                <a:spcPts val="0"/>
              </a:spcBef>
              <a:spcAft>
                <a:spcPts val="0"/>
              </a:spcAft>
              <a:buClr>
                <a:schemeClr val="dk1"/>
              </a:buClr>
              <a:buSzPts val="1400"/>
              <a:buFont typeface="Asap"/>
              <a:buChar char="■"/>
              <a:defRPr>
                <a:solidFill>
                  <a:schemeClr val="dk1"/>
                </a:solidFill>
                <a:latin typeface="Asap"/>
                <a:ea typeface="Asap"/>
                <a:cs typeface="Asap"/>
                <a:sym typeface="Asap"/>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5" r:id="rId3"/>
    <p:sldLayoutId id="2147483658" r:id="rId4"/>
    <p:sldLayoutId id="2147483659" r:id="rId5"/>
    <p:sldLayoutId id="2147483663" r:id="rId6"/>
    <p:sldLayoutId id="2147483666" r:id="rId7"/>
    <p:sldLayoutId id="2147483668" r:id="rId8"/>
    <p:sldLayoutId id="2147483669" r:id="rId9"/>
    <p:sldLayoutId id="2147483675" r:id="rId10"/>
    <p:sldLayoutId id="2147483676" r:id="rId11"/>
    <p:sldLayoutId id="2147483677"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microsoft.com/office/2007/relationships/hdphoto" Target="../media/hdphoto2.wdp"/><Relationship Id="rId2" Type="http://schemas.openxmlformats.org/officeDocument/2006/relationships/notesSlide" Target="../notesSlides/notesSlide7.xml"/><Relationship Id="rId1" Type="http://schemas.openxmlformats.org/officeDocument/2006/relationships/slideLayout" Target="../slideLayouts/slideLayout9.xml"/><Relationship Id="rId6" Type="http://schemas.openxmlformats.org/officeDocument/2006/relationships/image" Target="../media/image3.png"/><Relationship Id="rId5" Type="http://schemas.microsoft.com/office/2007/relationships/hdphoto" Target="../media/hdphoto1.wdp"/><Relationship Id="rId4" Type="http://schemas.openxmlformats.org/officeDocument/2006/relationships/image" Target="../media/image2.png"/><Relationship Id="rId9" Type="http://schemas.microsoft.com/office/2007/relationships/hdphoto" Target="../media/hdphoto3.wdp"/></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 Id="rId9"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1.png"/><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grpSp>
        <p:nvGrpSpPr>
          <p:cNvPr id="557" name="Google Shape;557;p35"/>
          <p:cNvGrpSpPr/>
          <p:nvPr/>
        </p:nvGrpSpPr>
        <p:grpSpPr>
          <a:xfrm>
            <a:off x="-247650" y="-229588"/>
            <a:ext cx="4339937" cy="1549452"/>
            <a:chOff x="2416425" y="-1736650"/>
            <a:chExt cx="4339937" cy="1549452"/>
          </a:xfrm>
        </p:grpSpPr>
        <p:sp>
          <p:nvSpPr>
            <p:cNvPr id="558" name="Google Shape;558;p35"/>
            <p:cNvSpPr/>
            <p:nvPr/>
          </p:nvSpPr>
          <p:spPr>
            <a:xfrm>
              <a:off x="2416425" y="-1736650"/>
              <a:ext cx="4339937" cy="1549452"/>
            </a:xfrm>
            <a:custGeom>
              <a:avLst/>
              <a:gdLst/>
              <a:ahLst/>
              <a:cxnLst/>
              <a:rect l="l" t="t" r="r" b="b"/>
              <a:pathLst>
                <a:path w="58411" h="20854" extrusionOk="0">
                  <a:moveTo>
                    <a:pt x="8551" y="1"/>
                  </a:moveTo>
                  <a:cubicBezTo>
                    <a:pt x="8250" y="1"/>
                    <a:pt x="7943" y="29"/>
                    <a:pt x="7633" y="88"/>
                  </a:cubicBezTo>
                  <a:cubicBezTo>
                    <a:pt x="5925" y="410"/>
                    <a:pt x="4521" y="1672"/>
                    <a:pt x="4247" y="3134"/>
                  </a:cubicBezTo>
                  <a:cubicBezTo>
                    <a:pt x="3866" y="2557"/>
                    <a:pt x="2723" y="1765"/>
                    <a:pt x="1752" y="1765"/>
                  </a:cubicBezTo>
                  <a:cubicBezTo>
                    <a:pt x="1405" y="1765"/>
                    <a:pt x="1080" y="1865"/>
                    <a:pt x="819" y="2113"/>
                  </a:cubicBezTo>
                  <a:cubicBezTo>
                    <a:pt x="324" y="8386"/>
                    <a:pt x="81" y="14564"/>
                    <a:pt x="0" y="20854"/>
                  </a:cubicBezTo>
                  <a:cubicBezTo>
                    <a:pt x="350" y="20567"/>
                    <a:pt x="381" y="19928"/>
                    <a:pt x="730" y="19642"/>
                  </a:cubicBezTo>
                  <a:cubicBezTo>
                    <a:pt x="788" y="19644"/>
                    <a:pt x="846" y="19645"/>
                    <a:pt x="904" y="19645"/>
                  </a:cubicBezTo>
                  <a:cubicBezTo>
                    <a:pt x="3080" y="19645"/>
                    <a:pt x="5185" y="18137"/>
                    <a:pt x="5834" y="16082"/>
                  </a:cubicBezTo>
                  <a:cubicBezTo>
                    <a:pt x="6196" y="16509"/>
                    <a:pt x="6762" y="16749"/>
                    <a:pt x="7326" y="16749"/>
                  </a:cubicBezTo>
                  <a:cubicBezTo>
                    <a:pt x="7543" y="16749"/>
                    <a:pt x="7760" y="16713"/>
                    <a:pt x="7965" y="16639"/>
                  </a:cubicBezTo>
                  <a:cubicBezTo>
                    <a:pt x="8533" y="16432"/>
                    <a:pt x="8975" y="15935"/>
                    <a:pt x="9142" y="15363"/>
                  </a:cubicBezTo>
                  <a:lnTo>
                    <a:pt x="9142" y="15363"/>
                  </a:lnTo>
                  <a:cubicBezTo>
                    <a:pt x="9004" y="17346"/>
                    <a:pt x="10520" y="18964"/>
                    <a:pt x="12634" y="18964"/>
                  </a:cubicBezTo>
                  <a:cubicBezTo>
                    <a:pt x="12665" y="18964"/>
                    <a:pt x="12696" y="18964"/>
                    <a:pt x="12727" y="18963"/>
                  </a:cubicBezTo>
                  <a:cubicBezTo>
                    <a:pt x="14564" y="18921"/>
                    <a:pt x="16273" y="17502"/>
                    <a:pt x="16617" y="15763"/>
                  </a:cubicBezTo>
                  <a:cubicBezTo>
                    <a:pt x="17355" y="17516"/>
                    <a:pt x="19074" y="18685"/>
                    <a:pt x="21000" y="18782"/>
                  </a:cubicBezTo>
                  <a:cubicBezTo>
                    <a:pt x="21086" y="18786"/>
                    <a:pt x="21170" y="18788"/>
                    <a:pt x="21252" y="18788"/>
                  </a:cubicBezTo>
                  <a:cubicBezTo>
                    <a:pt x="22967" y="18788"/>
                    <a:pt x="23962" y="17894"/>
                    <a:pt x="25456" y="17227"/>
                  </a:cubicBezTo>
                  <a:cubicBezTo>
                    <a:pt x="25685" y="17125"/>
                    <a:pt x="25902" y="17082"/>
                    <a:pt x="26112" y="17082"/>
                  </a:cubicBezTo>
                  <a:cubicBezTo>
                    <a:pt x="27102" y="17082"/>
                    <a:pt x="27927" y="18043"/>
                    <a:pt x="29144" y="18237"/>
                  </a:cubicBezTo>
                  <a:cubicBezTo>
                    <a:pt x="29299" y="18262"/>
                    <a:pt x="29448" y="18273"/>
                    <a:pt x="29593" y="18273"/>
                  </a:cubicBezTo>
                  <a:cubicBezTo>
                    <a:pt x="30588" y="18273"/>
                    <a:pt x="31363" y="17755"/>
                    <a:pt x="32313" y="17735"/>
                  </a:cubicBezTo>
                  <a:cubicBezTo>
                    <a:pt x="32327" y="17735"/>
                    <a:pt x="32341" y="17734"/>
                    <a:pt x="32355" y="17734"/>
                  </a:cubicBezTo>
                  <a:cubicBezTo>
                    <a:pt x="33320" y="17734"/>
                    <a:pt x="34036" y="18444"/>
                    <a:pt x="35058" y="18444"/>
                  </a:cubicBezTo>
                  <a:cubicBezTo>
                    <a:pt x="35149" y="18444"/>
                    <a:pt x="35241" y="18438"/>
                    <a:pt x="35337" y="18426"/>
                  </a:cubicBezTo>
                  <a:cubicBezTo>
                    <a:pt x="35590" y="18395"/>
                    <a:pt x="38241" y="17272"/>
                    <a:pt x="37919" y="17007"/>
                  </a:cubicBezTo>
                  <a:lnTo>
                    <a:pt x="37919" y="17007"/>
                  </a:lnTo>
                  <a:cubicBezTo>
                    <a:pt x="39122" y="17997"/>
                    <a:pt x="40691" y="18512"/>
                    <a:pt x="42256" y="18512"/>
                  </a:cubicBezTo>
                  <a:cubicBezTo>
                    <a:pt x="43295" y="18512"/>
                    <a:pt x="44333" y="18285"/>
                    <a:pt x="45260" y="17818"/>
                  </a:cubicBezTo>
                  <a:cubicBezTo>
                    <a:pt x="45406" y="17745"/>
                    <a:pt x="45571" y="17713"/>
                    <a:pt x="45751" y="17713"/>
                  </a:cubicBezTo>
                  <a:cubicBezTo>
                    <a:pt x="46688" y="17713"/>
                    <a:pt x="47996" y="18569"/>
                    <a:pt x="48717" y="18783"/>
                  </a:cubicBezTo>
                  <a:cubicBezTo>
                    <a:pt x="50082" y="19193"/>
                    <a:pt x="52228" y="19736"/>
                    <a:pt x="54110" y="19736"/>
                  </a:cubicBezTo>
                  <a:cubicBezTo>
                    <a:pt x="55100" y="19736"/>
                    <a:pt x="56016" y="19586"/>
                    <a:pt x="56709" y="19188"/>
                  </a:cubicBezTo>
                  <a:cubicBezTo>
                    <a:pt x="57780" y="18573"/>
                    <a:pt x="58411" y="17143"/>
                    <a:pt x="57838" y="16058"/>
                  </a:cubicBezTo>
                  <a:cubicBezTo>
                    <a:pt x="57595" y="15598"/>
                    <a:pt x="57056" y="15261"/>
                    <a:pt x="56560" y="15261"/>
                  </a:cubicBezTo>
                  <a:cubicBezTo>
                    <a:pt x="56335" y="15261"/>
                    <a:pt x="56120" y="15330"/>
                    <a:pt x="55944" y="15487"/>
                  </a:cubicBezTo>
                  <a:cubicBezTo>
                    <a:pt x="55762" y="14546"/>
                    <a:pt x="54832" y="13810"/>
                    <a:pt x="53866" y="13810"/>
                  </a:cubicBezTo>
                  <a:cubicBezTo>
                    <a:pt x="53816" y="13810"/>
                    <a:pt x="53767" y="13812"/>
                    <a:pt x="53718" y="13816"/>
                  </a:cubicBezTo>
                  <a:cubicBezTo>
                    <a:pt x="53399" y="13843"/>
                    <a:pt x="53014" y="14048"/>
                    <a:pt x="53071" y="14360"/>
                  </a:cubicBezTo>
                  <a:lnTo>
                    <a:pt x="53071" y="14360"/>
                  </a:lnTo>
                  <a:cubicBezTo>
                    <a:pt x="52806" y="13837"/>
                    <a:pt x="52199" y="13568"/>
                    <a:pt x="51598" y="13568"/>
                  </a:cubicBezTo>
                  <a:cubicBezTo>
                    <a:pt x="51448" y="13568"/>
                    <a:pt x="51299" y="13584"/>
                    <a:pt x="51155" y="13618"/>
                  </a:cubicBezTo>
                  <a:cubicBezTo>
                    <a:pt x="50516" y="13765"/>
                    <a:pt x="50169" y="14318"/>
                    <a:pt x="49609" y="14516"/>
                  </a:cubicBezTo>
                  <a:cubicBezTo>
                    <a:pt x="49490" y="14558"/>
                    <a:pt x="49356" y="14568"/>
                    <a:pt x="49218" y="14568"/>
                  </a:cubicBezTo>
                  <a:cubicBezTo>
                    <a:pt x="49092" y="14568"/>
                    <a:pt x="48962" y="14560"/>
                    <a:pt x="48834" y="14560"/>
                  </a:cubicBezTo>
                  <a:cubicBezTo>
                    <a:pt x="48723" y="14560"/>
                    <a:pt x="48614" y="14566"/>
                    <a:pt x="48510" y="14589"/>
                  </a:cubicBezTo>
                  <a:cubicBezTo>
                    <a:pt x="48857" y="13692"/>
                    <a:pt x="48836" y="12676"/>
                    <a:pt x="48357" y="11827"/>
                  </a:cubicBezTo>
                  <a:cubicBezTo>
                    <a:pt x="47787" y="10814"/>
                    <a:pt x="46294" y="10136"/>
                    <a:pt x="44911" y="10136"/>
                  </a:cubicBezTo>
                  <a:cubicBezTo>
                    <a:pt x="43733" y="10136"/>
                    <a:pt x="42635" y="10628"/>
                    <a:pt x="42254" y="11820"/>
                  </a:cubicBezTo>
                  <a:cubicBezTo>
                    <a:pt x="42990" y="9521"/>
                    <a:pt x="41690" y="7020"/>
                    <a:pt x="39190" y="6591"/>
                  </a:cubicBezTo>
                  <a:cubicBezTo>
                    <a:pt x="38942" y="6549"/>
                    <a:pt x="38708" y="6529"/>
                    <a:pt x="38485" y="6529"/>
                  </a:cubicBezTo>
                  <a:cubicBezTo>
                    <a:pt x="36817" y="6529"/>
                    <a:pt x="35788" y="7644"/>
                    <a:pt x="34620" y="8798"/>
                  </a:cubicBezTo>
                  <a:cubicBezTo>
                    <a:pt x="34329" y="7821"/>
                    <a:pt x="33816" y="6805"/>
                    <a:pt x="32805" y="6341"/>
                  </a:cubicBezTo>
                  <a:cubicBezTo>
                    <a:pt x="32504" y="6203"/>
                    <a:pt x="32167" y="6135"/>
                    <a:pt x="31832" y="6135"/>
                  </a:cubicBezTo>
                  <a:cubicBezTo>
                    <a:pt x="31094" y="6135"/>
                    <a:pt x="30362" y="6464"/>
                    <a:pt x="30011" y="7097"/>
                  </a:cubicBezTo>
                  <a:cubicBezTo>
                    <a:pt x="29695" y="6025"/>
                    <a:pt x="28691" y="5182"/>
                    <a:pt x="27565" y="5045"/>
                  </a:cubicBezTo>
                  <a:cubicBezTo>
                    <a:pt x="27457" y="5032"/>
                    <a:pt x="27347" y="5026"/>
                    <a:pt x="27238" y="5026"/>
                  </a:cubicBezTo>
                  <a:cubicBezTo>
                    <a:pt x="26218" y="5026"/>
                    <a:pt x="25204" y="5582"/>
                    <a:pt x="24690" y="6456"/>
                  </a:cubicBezTo>
                  <a:cubicBezTo>
                    <a:pt x="24546" y="6072"/>
                    <a:pt x="24129" y="5865"/>
                    <a:pt x="23719" y="5865"/>
                  </a:cubicBezTo>
                  <a:cubicBezTo>
                    <a:pt x="23394" y="5865"/>
                    <a:pt x="23072" y="5996"/>
                    <a:pt x="22897" y="6272"/>
                  </a:cubicBezTo>
                  <a:cubicBezTo>
                    <a:pt x="22793" y="3886"/>
                    <a:pt x="21309" y="1514"/>
                    <a:pt x="19036" y="691"/>
                  </a:cubicBezTo>
                  <a:cubicBezTo>
                    <a:pt x="18516" y="502"/>
                    <a:pt x="17962" y="412"/>
                    <a:pt x="17407" y="412"/>
                  </a:cubicBezTo>
                  <a:cubicBezTo>
                    <a:pt x="15538" y="412"/>
                    <a:pt x="13653" y="1433"/>
                    <a:pt x="12971" y="3146"/>
                  </a:cubicBezTo>
                  <a:cubicBezTo>
                    <a:pt x="12260" y="1231"/>
                    <a:pt x="10536" y="1"/>
                    <a:pt x="85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5"/>
            <p:cNvSpPr/>
            <p:nvPr/>
          </p:nvSpPr>
          <p:spPr>
            <a:xfrm>
              <a:off x="2462045" y="-1348359"/>
              <a:ext cx="3548196" cy="1069549"/>
            </a:xfrm>
            <a:custGeom>
              <a:avLst/>
              <a:gdLst/>
              <a:ahLst/>
              <a:cxnLst/>
              <a:rect l="l" t="t" r="r" b="b"/>
              <a:pathLst>
                <a:path w="47755" h="14395" extrusionOk="0">
                  <a:moveTo>
                    <a:pt x="8566" y="0"/>
                  </a:moveTo>
                  <a:cubicBezTo>
                    <a:pt x="6796" y="0"/>
                    <a:pt x="4938" y="1048"/>
                    <a:pt x="4310" y="2704"/>
                  </a:cubicBezTo>
                  <a:cubicBezTo>
                    <a:pt x="3967" y="2497"/>
                    <a:pt x="3573" y="2401"/>
                    <a:pt x="3174" y="2401"/>
                  </a:cubicBezTo>
                  <a:cubicBezTo>
                    <a:pt x="2493" y="2401"/>
                    <a:pt x="1798" y="2681"/>
                    <a:pt x="1316" y="3165"/>
                  </a:cubicBezTo>
                  <a:cubicBezTo>
                    <a:pt x="555" y="3933"/>
                    <a:pt x="307" y="5111"/>
                    <a:pt x="535" y="6164"/>
                  </a:cubicBezTo>
                  <a:cubicBezTo>
                    <a:pt x="489" y="6088"/>
                    <a:pt x="403" y="6053"/>
                    <a:pt x="314" y="6053"/>
                  </a:cubicBezTo>
                  <a:cubicBezTo>
                    <a:pt x="189" y="6053"/>
                    <a:pt x="60" y="6123"/>
                    <a:pt x="34" y="6246"/>
                  </a:cubicBezTo>
                  <a:lnTo>
                    <a:pt x="1" y="14391"/>
                  </a:lnTo>
                  <a:cubicBezTo>
                    <a:pt x="58" y="14393"/>
                    <a:pt x="115" y="14394"/>
                    <a:pt x="172" y="14394"/>
                  </a:cubicBezTo>
                  <a:cubicBezTo>
                    <a:pt x="2351" y="14394"/>
                    <a:pt x="4457" y="12885"/>
                    <a:pt x="5106" y="10829"/>
                  </a:cubicBezTo>
                  <a:cubicBezTo>
                    <a:pt x="5468" y="11256"/>
                    <a:pt x="6034" y="11496"/>
                    <a:pt x="6597" y="11496"/>
                  </a:cubicBezTo>
                  <a:cubicBezTo>
                    <a:pt x="6815" y="11496"/>
                    <a:pt x="7032" y="11461"/>
                    <a:pt x="7237" y="11386"/>
                  </a:cubicBezTo>
                  <a:cubicBezTo>
                    <a:pt x="7805" y="11179"/>
                    <a:pt x="8247" y="10682"/>
                    <a:pt x="8414" y="10110"/>
                  </a:cubicBezTo>
                  <a:lnTo>
                    <a:pt x="8414" y="10110"/>
                  </a:lnTo>
                  <a:cubicBezTo>
                    <a:pt x="8276" y="12093"/>
                    <a:pt x="9792" y="13712"/>
                    <a:pt x="11905" y="13712"/>
                  </a:cubicBezTo>
                  <a:cubicBezTo>
                    <a:pt x="11936" y="13712"/>
                    <a:pt x="11966" y="13711"/>
                    <a:pt x="11997" y="13711"/>
                  </a:cubicBezTo>
                  <a:cubicBezTo>
                    <a:pt x="13836" y="13668"/>
                    <a:pt x="15545" y="12249"/>
                    <a:pt x="15889" y="10512"/>
                  </a:cubicBezTo>
                  <a:cubicBezTo>
                    <a:pt x="16627" y="12263"/>
                    <a:pt x="18346" y="13432"/>
                    <a:pt x="20272" y="13529"/>
                  </a:cubicBezTo>
                  <a:cubicBezTo>
                    <a:pt x="20358" y="13534"/>
                    <a:pt x="20442" y="13536"/>
                    <a:pt x="20524" y="13536"/>
                  </a:cubicBezTo>
                  <a:cubicBezTo>
                    <a:pt x="22239" y="13536"/>
                    <a:pt x="23234" y="12641"/>
                    <a:pt x="24728" y="11975"/>
                  </a:cubicBezTo>
                  <a:cubicBezTo>
                    <a:pt x="24957" y="11872"/>
                    <a:pt x="25175" y="11829"/>
                    <a:pt x="25384" y="11829"/>
                  </a:cubicBezTo>
                  <a:cubicBezTo>
                    <a:pt x="26374" y="11829"/>
                    <a:pt x="27199" y="12790"/>
                    <a:pt x="28415" y="12985"/>
                  </a:cubicBezTo>
                  <a:cubicBezTo>
                    <a:pt x="28569" y="13010"/>
                    <a:pt x="28718" y="13021"/>
                    <a:pt x="28863" y="13021"/>
                  </a:cubicBezTo>
                  <a:cubicBezTo>
                    <a:pt x="29859" y="13021"/>
                    <a:pt x="30635" y="12502"/>
                    <a:pt x="31584" y="12482"/>
                  </a:cubicBezTo>
                  <a:cubicBezTo>
                    <a:pt x="31598" y="12482"/>
                    <a:pt x="31612" y="12482"/>
                    <a:pt x="31625" y="12482"/>
                  </a:cubicBezTo>
                  <a:cubicBezTo>
                    <a:pt x="32593" y="12482"/>
                    <a:pt x="33309" y="13192"/>
                    <a:pt x="34333" y="13192"/>
                  </a:cubicBezTo>
                  <a:cubicBezTo>
                    <a:pt x="34422" y="13192"/>
                    <a:pt x="34514" y="13187"/>
                    <a:pt x="34609" y="13175"/>
                  </a:cubicBezTo>
                  <a:cubicBezTo>
                    <a:pt x="34862" y="13143"/>
                    <a:pt x="37513" y="12020"/>
                    <a:pt x="37191" y="11755"/>
                  </a:cubicBezTo>
                  <a:lnTo>
                    <a:pt x="37191" y="11755"/>
                  </a:lnTo>
                  <a:cubicBezTo>
                    <a:pt x="38060" y="12468"/>
                    <a:pt x="39201" y="12821"/>
                    <a:pt x="40332" y="12821"/>
                  </a:cubicBezTo>
                  <a:cubicBezTo>
                    <a:pt x="40424" y="12821"/>
                    <a:pt x="40515" y="12819"/>
                    <a:pt x="40607" y="12814"/>
                  </a:cubicBezTo>
                  <a:cubicBezTo>
                    <a:pt x="41227" y="12783"/>
                    <a:pt x="41842" y="12645"/>
                    <a:pt x="42413" y="12406"/>
                  </a:cubicBezTo>
                  <a:cubicBezTo>
                    <a:pt x="42566" y="12343"/>
                    <a:pt x="43787" y="11535"/>
                    <a:pt x="43800" y="11535"/>
                  </a:cubicBezTo>
                  <a:cubicBezTo>
                    <a:pt x="43800" y="11535"/>
                    <a:pt x="43800" y="11535"/>
                    <a:pt x="43800" y="11535"/>
                  </a:cubicBezTo>
                  <a:cubicBezTo>
                    <a:pt x="44365" y="11815"/>
                    <a:pt x="44991" y="11975"/>
                    <a:pt x="45622" y="12001"/>
                  </a:cubicBezTo>
                  <a:cubicBezTo>
                    <a:pt x="45672" y="12004"/>
                    <a:pt x="45723" y="12005"/>
                    <a:pt x="45774" y="12005"/>
                  </a:cubicBezTo>
                  <a:cubicBezTo>
                    <a:pt x="46297" y="12005"/>
                    <a:pt x="46840" y="11887"/>
                    <a:pt x="47212" y="11531"/>
                  </a:cubicBezTo>
                  <a:cubicBezTo>
                    <a:pt x="47664" y="11092"/>
                    <a:pt x="47754" y="10368"/>
                    <a:pt x="47524" y="9788"/>
                  </a:cubicBezTo>
                  <a:cubicBezTo>
                    <a:pt x="47293" y="9204"/>
                    <a:pt x="46793" y="8756"/>
                    <a:pt x="46230" y="8468"/>
                  </a:cubicBezTo>
                  <a:cubicBezTo>
                    <a:pt x="45848" y="8272"/>
                    <a:pt x="45406" y="8146"/>
                    <a:pt x="44979" y="8146"/>
                  </a:cubicBezTo>
                  <a:cubicBezTo>
                    <a:pt x="44644" y="8146"/>
                    <a:pt x="44317" y="8223"/>
                    <a:pt x="44035" y="8405"/>
                  </a:cubicBezTo>
                  <a:cubicBezTo>
                    <a:pt x="43544" y="7920"/>
                    <a:pt x="42848" y="7662"/>
                    <a:pt x="42155" y="7662"/>
                  </a:cubicBezTo>
                  <a:cubicBezTo>
                    <a:pt x="41743" y="7662"/>
                    <a:pt x="41332" y="7753"/>
                    <a:pt x="40967" y="7942"/>
                  </a:cubicBezTo>
                  <a:cubicBezTo>
                    <a:pt x="40742" y="7079"/>
                    <a:pt x="40511" y="6206"/>
                    <a:pt x="40087" y="5421"/>
                  </a:cubicBezTo>
                  <a:cubicBezTo>
                    <a:pt x="39661" y="4633"/>
                    <a:pt x="39014" y="3931"/>
                    <a:pt x="38171" y="3610"/>
                  </a:cubicBezTo>
                  <a:cubicBezTo>
                    <a:pt x="37771" y="3458"/>
                    <a:pt x="37346" y="3397"/>
                    <a:pt x="36916" y="3397"/>
                  </a:cubicBezTo>
                  <a:cubicBezTo>
                    <a:pt x="36578" y="3397"/>
                    <a:pt x="36238" y="3435"/>
                    <a:pt x="35906" y="3493"/>
                  </a:cubicBezTo>
                  <a:cubicBezTo>
                    <a:pt x="34861" y="3680"/>
                    <a:pt x="33729" y="4200"/>
                    <a:pt x="33430" y="5205"/>
                  </a:cubicBezTo>
                  <a:cubicBezTo>
                    <a:pt x="32603" y="4549"/>
                    <a:pt x="31667" y="3973"/>
                    <a:pt x="30619" y="3814"/>
                  </a:cubicBezTo>
                  <a:cubicBezTo>
                    <a:pt x="30450" y="3788"/>
                    <a:pt x="30278" y="3775"/>
                    <a:pt x="30105" y="3775"/>
                  </a:cubicBezTo>
                  <a:cubicBezTo>
                    <a:pt x="29205" y="3775"/>
                    <a:pt x="28295" y="4128"/>
                    <a:pt x="27788" y="4848"/>
                  </a:cubicBezTo>
                  <a:cubicBezTo>
                    <a:pt x="27273" y="4408"/>
                    <a:pt x="26670" y="4032"/>
                    <a:pt x="25996" y="3943"/>
                  </a:cubicBezTo>
                  <a:cubicBezTo>
                    <a:pt x="25913" y="3933"/>
                    <a:pt x="25829" y="3927"/>
                    <a:pt x="25745" y="3927"/>
                  </a:cubicBezTo>
                  <a:cubicBezTo>
                    <a:pt x="25142" y="3927"/>
                    <a:pt x="24525" y="4195"/>
                    <a:pt x="24239" y="4711"/>
                  </a:cubicBezTo>
                  <a:cubicBezTo>
                    <a:pt x="23759" y="4120"/>
                    <a:pt x="23002" y="3789"/>
                    <a:pt x="22243" y="3755"/>
                  </a:cubicBezTo>
                  <a:cubicBezTo>
                    <a:pt x="22221" y="3754"/>
                    <a:pt x="22200" y="3754"/>
                    <a:pt x="22179" y="3754"/>
                  </a:cubicBezTo>
                  <a:cubicBezTo>
                    <a:pt x="21801" y="3754"/>
                    <a:pt x="21487" y="3889"/>
                    <a:pt x="21125" y="3931"/>
                  </a:cubicBezTo>
                  <a:cubicBezTo>
                    <a:pt x="20970" y="3949"/>
                    <a:pt x="20876" y="3966"/>
                    <a:pt x="20812" y="3966"/>
                  </a:cubicBezTo>
                  <a:cubicBezTo>
                    <a:pt x="20667" y="3966"/>
                    <a:pt x="20682" y="3879"/>
                    <a:pt x="20517" y="3522"/>
                  </a:cubicBezTo>
                  <a:cubicBezTo>
                    <a:pt x="19891" y="2171"/>
                    <a:pt x="18685" y="1090"/>
                    <a:pt x="17167" y="841"/>
                  </a:cubicBezTo>
                  <a:cubicBezTo>
                    <a:pt x="16953" y="806"/>
                    <a:pt x="16734" y="788"/>
                    <a:pt x="16514" y="788"/>
                  </a:cubicBezTo>
                  <a:cubicBezTo>
                    <a:pt x="15729" y="788"/>
                    <a:pt x="14933" y="1015"/>
                    <a:pt x="14310" y="1482"/>
                  </a:cubicBezTo>
                  <a:cubicBezTo>
                    <a:pt x="13773" y="1884"/>
                    <a:pt x="12908" y="2912"/>
                    <a:pt x="13064" y="3657"/>
                  </a:cubicBezTo>
                  <a:cubicBezTo>
                    <a:pt x="12679" y="1821"/>
                    <a:pt x="11046" y="307"/>
                    <a:pt x="9164" y="41"/>
                  </a:cubicBezTo>
                  <a:cubicBezTo>
                    <a:pt x="8967" y="14"/>
                    <a:pt x="8767" y="0"/>
                    <a:pt x="856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0" name="Google Shape;560;p35"/>
          <p:cNvSpPr/>
          <p:nvPr/>
        </p:nvSpPr>
        <p:spPr>
          <a:xfrm>
            <a:off x="6905699" y="1531987"/>
            <a:ext cx="1163725" cy="2155720"/>
          </a:xfrm>
          <a:custGeom>
            <a:avLst/>
            <a:gdLst/>
            <a:ahLst/>
            <a:cxnLst/>
            <a:rect l="l" t="t" r="r" b="b"/>
            <a:pathLst>
              <a:path w="15918" h="29489" extrusionOk="0">
                <a:moveTo>
                  <a:pt x="7788" y="1"/>
                </a:moveTo>
                <a:lnTo>
                  <a:pt x="7675" y="2402"/>
                </a:lnTo>
                <a:cubicBezTo>
                  <a:pt x="7514" y="2499"/>
                  <a:pt x="7397" y="2766"/>
                  <a:pt x="7397" y="3083"/>
                </a:cubicBezTo>
                <a:cubicBezTo>
                  <a:pt x="7397" y="3211"/>
                  <a:pt x="7418" y="3329"/>
                  <a:pt x="7449" y="3433"/>
                </a:cubicBezTo>
                <a:lnTo>
                  <a:pt x="7076" y="3433"/>
                </a:lnTo>
                <a:lnTo>
                  <a:pt x="7076" y="4132"/>
                </a:lnTo>
                <a:lnTo>
                  <a:pt x="6565" y="4132"/>
                </a:lnTo>
                <a:lnTo>
                  <a:pt x="6565" y="4631"/>
                </a:lnTo>
                <a:lnTo>
                  <a:pt x="7186" y="4631"/>
                </a:lnTo>
                <a:cubicBezTo>
                  <a:pt x="7186" y="4631"/>
                  <a:pt x="5616" y="5130"/>
                  <a:pt x="5398" y="6429"/>
                </a:cubicBezTo>
                <a:cubicBezTo>
                  <a:pt x="5179" y="7727"/>
                  <a:pt x="5398" y="8226"/>
                  <a:pt x="5398" y="8226"/>
                </a:cubicBezTo>
                <a:cubicBezTo>
                  <a:pt x="5398" y="8226"/>
                  <a:pt x="1533" y="9524"/>
                  <a:pt x="1" y="13516"/>
                </a:cubicBezTo>
                <a:lnTo>
                  <a:pt x="1" y="29489"/>
                </a:lnTo>
                <a:lnTo>
                  <a:pt x="7806" y="29314"/>
                </a:lnTo>
                <a:lnTo>
                  <a:pt x="7806" y="29489"/>
                </a:lnTo>
                <a:lnTo>
                  <a:pt x="15918" y="29489"/>
                </a:lnTo>
                <a:lnTo>
                  <a:pt x="15918" y="13635"/>
                </a:lnTo>
                <a:cubicBezTo>
                  <a:pt x="14317" y="9593"/>
                  <a:pt x="10271" y="8280"/>
                  <a:pt x="10271" y="8280"/>
                </a:cubicBezTo>
                <a:cubicBezTo>
                  <a:pt x="10271" y="8280"/>
                  <a:pt x="10499" y="7777"/>
                  <a:pt x="10271" y="6462"/>
                </a:cubicBezTo>
                <a:cubicBezTo>
                  <a:pt x="10042" y="5150"/>
                  <a:pt x="8399" y="4644"/>
                  <a:pt x="8399" y="4644"/>
                </a:cubicBezTo>
                <a:lnTo>
                  <a:pt x="9048" y="4644"/>
                </a:lnTo>
                <a:lnTo>
                  <a:pt x="9048" y="4139"/>
                </a:lnTo>
                <a:lnTo>
                  <a:pt x="8514" y="4139"/>
                </a:lnTo>
                <a:lnTo>
                  <a:pt x="8514" y="3433"/>
                </a:lnTo>
                <a:lnTo>
                  <a:pt x="8166" y="3433"/>
                </a:lnTo>
                <a:cubicBezTo>
                  <a:pt x="8199" y="3329"/>
                  <a:pt x="8219" y="3211"/>
                  <a:pt x="8219" y="3083"/>
                </a:cubicBezTo>
                <a:cubicBezTo>
                  <a:pt x="8219" y="2740"/>
                  <a:pt x="8083" y="2456"/>
                  <a:pt x="7903" y="2381"/>
                </a:cubicBezTo>
                <a:lnTo>
                  <a:pt x="778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5"/>
          <p:cNvSpPr/>
          <p:nvPr/>
        </p:nvSpPr>
        <p:spPr>
          <a:xfrm>
            <a:off x="6008476" y="2819400"/>
            <a:ext cx="278022" cy="843362"/>
          </a:xfrm>
          <a:custGeom>
            <a:avLst/>
            <a:gdLst/>
            <a:ahLst/>
            <a:cxnLst/>
            <a:rect l="l" t="t" r="r" b="b"/>
            <a:pathLst>
              <a:path w="3944" h="11963" extrusionOk="0">
                <a:moveTo>
                  <a:pt x="1940" y="1"/>
                </a:moveTo>
                <a:lnTo>
                  <a:pt x="1811" y="1465"/>
                </a:lnTo>
                <a:lnTo>
                  <a:pt x="1488" y="1465"/>
                </a:lnTo>
                <a:lnTo>
                  <a:pt x="1488" y="2094"/>
                </a:lnTo>
                <a:cubicBezTo>
                  <a:pt x="1488" y="2094"/>
                  <a:pt x="97" y="2616"/>
                  <a:pt x="259" y="4185"/>
                </a:cubicBezTo>
                <a:lnTo>
                  <a:pt x="0" y="4394"/>
                </a:lnTo>
                <a:lnTo>
                  <a:pt x="194" y="4604"/>
                </a:lnTo>
                <a:lnTo>
                  <a:pt x="194" y="6137"/>
                </a:lnTo>
                <a:lnTo>
                  <a:pt x="0" y="6137"/>
                </a:lnTo>
                <a:lnTo>
                  <a:pt x="0" y="6662"/>
                </a:lnTo>
                <a:lnTo>
                  <a:pt x="431" y="6662"/>
                </a:lnTo>
                <a:lnTo>
                  <a:pt x="452" y="11962"/>
                </a:lnTo>
                <a:lnTo>
                  <a:pt x="3490" y="11962"/>
                </a:lnTo>
                <a:lnTo>
                  <a:pt x="3512" y="6662"/>
                </a:lnTo>
                <a:lnTo>
                  <a:pt x="3942" y="6662"/>
                </a:lnTo>
                <a:lnTo>
                  <a:pt x="3942" y="6137"/>
                </a:lnTo>
                <a:lnTo>
                  <a:pt x="3741" y="6137"/>
                </a:lnTo>
                <a:lnTo>
                  <a:pt x="3741" y="4604"/>
                </a:lnTo>
                <a:lnTo>
                  <a:pt x="3743" y="4604"/>
                </a:lnTo>
                <a:lnTo>
                  <a:pt x="3943" y="4394"/>
                </a:lnTo>
                <a:lnTo>
                  <a:pt x="3676" y="4185"/>
                </a:lnTo>
                <a:cubicBezTo>
                  <a:pt x="3843" y="2616"/>
                  <a:pt x="2408" y="2094"/>
                  <a:pt x="2408" y="2094"/>
                </a:cubicBezTo>
                <a:lnTo>
                  <a:pt x="2408" y="1465"/>
                </a:lnTo>
                <a:lnTo>
                  <a:pt x="2074" y="1465"/>
                </a:lnTo>
                <a:lnTo>
                  <a:pt x="194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5"/>
          <p:cNvSpPr/>
          <p:nvPr/>
        </p:nvSpPr>
        <p:spPr>
          <a:xfrm>
            <a:off x="6905700" y="1952175"/>
            <a:ext cx="2838402" cy="2646136"/>
          </a:xfrm>
          <a:custGeom>
            <a:avLst/>
            <a:gdLst/>
            <a:ahLst/>
            <a:cxnLst/>
            <a:rect l="l" t="t" r="r" b="b"/>
            <a:pathLst>
              <a:path w="40524" h="37779" extrusionOk="0">
                <a:moveTo>
                  <a:pt x="30392" y="14129"/>
                </a:moveTo>
                <a:cubicBezTo>
                  <a:pt x="30583" y="14129"/>
                  <a:pt x="30583" y="14361"/>
                  <a:pt x="30583" y="14361"/>
                </a:cubicBezTo>
                <a:lnTo>
                  <a:pt x="30583" y="15025"/>
                </a:lnTo>
                <a:lnTo>
                  <a:pt x="30200" y="15025"/>
                </a:lnTo>
                <a:lnTo>
                  <a:pt x="30200" y="14395"/>
                </a:lnTo>
                <a:cubicBezTo>
                  <a:pt x="30200" y="14395"/>
                  <a:pt x="30200" y="14129"/>
                  <a:pt x="30392" y="14129"/>
                </a:cubicBezTo>
                <a:close/>
                <a:moveTo>
                  <a:pt x="31712" y="14136"/>
                </a:moveTo>
                <a:cubicBezTo>
                  <a:pt x="31905" y="14136"/>
                  <a:pt x="31905" y="14368"/>
                  <a:pt x="31905" y="14368"/>
                </a:cubicBezTo>
                <a:lnTo>
                  <a:pt x="31905" y="15032"/>
                </a:lnTo>
                <a:lnTo>
                  <a:pt x="31521" y="15032"/>
                </a:lnTo>
                <a:lnTo>
                  <a:pt x="31521" y="14402"/>
                </a:lnTo>
                <a:cubicBezTo>
                  <a:pt x="31521" y="14402"/>
                  <a:pt x="31521" y="14136"/>
                  <a:pt x="31712" y="14136"/>
                </a:cubicBezTo>
                <a:close/>
                <a:moveTo>
                  <a:pt x="31061" y="14148"/>
                </a:moveTo>
                <a:cubicBezTo>
                  <a:pt x="31252" y="14148"/>
                  <a:pt x="31252" y="14380"/>
                  <a:pt x="31252" y="14380"/>
                </a:cubicBezTo>
                <a:lnTo>
                  <a:pt x="31252" y="15040"/>
                </a:lnTo>
                <a:lnTo>
                  <a:pt x="30870" y="15040"/>
                </a:lnTo>
                <a:lnTo>
                  <a:pt x="30870" y="14413"/>
                </a:lnTo>
                <a:cubicBezTo>
                  <a:pt x="30870" y="14413"/>
                  <a:pt x="30870" y="14148"/>
                  <a:pt x="31061" y="14148"/>
                </a:cubicBezTo>
                <a:close/>
                <a:moveTo>
                  <a:pt x="28438" y="14162"/>
                </a:moveTo>
                <a:cubicBezTo>
                  <a:pt x="28630" y="14162"/>
                  <a:pt x="28630" y="14394"/>
                  <a:pt x="28630" y="14394"/>
                </a:cubicBezTo>
                <a:lnTo>
                  <a:pt x="28630" y="15056"/>
                </a:lnTo>
                <a:lnTo>
                  <a:pt x="28246" y="15056"/>
                </a:lnTo>
                <a:lnTo>
                  <a:pt x="28246" y="14427"/>
                </a:lnTo>
                <a:cubicBezTo>
                  <a:pt x="28246" y="14427"/>
                  <a:pt x="28246" y="14162"/>
                  <a:pt x="28438" y="14162"/>
                </a:cubicBezTo>
                <a:close/>
                <a:moveTo>
                  <a:pt x="29088" y="14162"/>
                </a:moveTo>
                <a:cubicBezTo>
                  <a:pt x="29279" y="14162"/>
                  <a:pt x="29279" y="14394"/>
                  <a:pt x="29279" y="14394"/>
                </a:cubicBezTo>
                <a:lnTo>
                  <a:pt x="29279" y="15056"/>
                </a:lnTo>
                <a:lnTo>
                  <a:pt x="28897" y="15056"/>
                </a:lnTo>
                <a:lnTo>
                  <a:pt x="28897" y="14427"/>
                </a:lnTo>
                <a:cubicBezTo>
                  <a:pt x="28897" y="14427"/>
                  <a:pt x="28897" y="14162"/>
                  <a:pt x="29088" y="14162"/>
                </a:cubicBezTo>
                <a:close/>
                <a:moveTo>
                  <a:pt x="29753" y="14162"/>
                </a:moveTo>
                <a:cubicBezTo>
                  <a:pt x="29944" y="14162"/>
                  <a:pt x="29944" y="14394"/>
                  <a:pt x="29944" y="14394"/>
                </a:cubicBezTo>
                <a:lnTo>
                  <a:pt x="29944" y="15056"/>
                </a:lnTo>
                <a:lnTo>
                  <a:pt x="29560" y="15056"/>
                </a:lnTo>
                <a:lnTo>
                  <a:pt x="29560" y="14427"/>
                </a:lnTo>
                <a:cubicBezTo>
                  <a:pt x="29560" y="14427"/>
                  <a:pt x="29560" y="14162"/>
                  <a:pt x="29753" y="14162"/>
                </a:cubicBezTo>
                <a:close/>
                <a:moveTo>
                  <a:pt x="27062" y="14190"/>
                </a:moveTo>
                <a:cubicBezTo>
                  <a:pt x="27254" y="14190"/>
                  <a:pt x="27254" y="14422"/>
                  <a:pt x="27254" y="14422"/>
                </a:cubicBezTo>
                <a:lnTo>
                  <a:pt x="27254" y="15084"/>
                </a:lnTo>
                <a:lnTo>
                  <a:pt x="26871" y="15084"/>
                </a:lnTo>
                <a:lnTo>
                  <a:pt x="26871" y="14456"/>
                </a:lnTo>
                <a:cubicBezTo>
                  <a:pt x="26871" y="14456"/>
                  <a:pt x="26871" y="14190"/>
                  <a:pt x="27062" y="14190"/>
                </a:cubicBezTo>
                <a:close/>
                <a:moveTo>
                  <a:pt x="27750" y="14196"/>
                </a:moveTo>
                <a:cubicBezTo>
                  <a:pt x="27941" y="14196"/>
                  <a:pt x="27941" y="14426"/>
                  <a:pt x="27941" y="14426"/>
                </a:cubicBezTo>
                <a:lnTo>
                  <a:pt x="27941" y="15089"/>
                </a:lnTo>
                <a:lnTo>
                  <a:pt x="27557" y="15089"/>
                </a:lnTo>
                <a:lnTo>
                  <a:pt x="27557" y="14460"/>
                </a:lnTo>
                <a:cubicBezTo>
                  <a:pt x="27557" y="14460"/>
                  <a:pt x="27557" y="14196"/>
                  <a:pt x="27750" y="14196"/>
                </a:cubicBezTo>
                <a:close/>
                <a:moveTo>
                  <a:pt x="21100" y="14218"/>
                </a:moveTo>
                <a:cubicBezTo>
                  <a:pt x="21292" y="14218"/>
                  <a:pt x="21292" y="14450"/>
                  <a:pt x="21292" y="14450"/>
                </a:cubicBezTo>
                <a:lnTo>
                  <a:pt x="21292" y="15112"/>
                </a:lnTo>
                <a:lnTo>
                  <a:pt x="20909" y="15112"/>
                </a:lnTo>
                <a:lnTo>
                  <a:pt x="20909" y="14484"/>
                </a:lnTo>
                <a:cubicBezTo>
                  <a:pt x="20909" y="14484"/>
                  <a:pt x="20909" y="14218"/>
                  <a:pt x="21100" y="14218"/>
                </a:cubicBezTo>
                <a:close/>
                <a:moveTo>
                  <a:pt x="21752" y="14218"/>
                </a:moveTo>
                <a:cubicBezTo>
                  <a:pt x="21943" y="14218"/>
                  <a:pt x="21943" y="14450"/>
                  <a:pt x="21943" y="14450"/>
                </a:cubicBezTo>
                <a:lnTo>
                  <a:pt x="21943" y="15112"/>
                </a:lnTo>
                <a:lnTo>
                  <a:pt x="21561" y="15112"/>
                </a:lnTo>
                <a:lnTo>
                  <a:pt x="21561" y="14484"/>
                </a:lnTo>
                <a:cubicBezTo>
                  <a:pt x="21561" y="14484"/>
                  <a:pt x="21561" y="14218"/>
                  <a:pt x="21752" y="14218"/>
                </a:cubicBezTo>
                <a:close/>
                <a:moveTo>
                  <a:pt x="22404" y="14218"/>
                </a:moveTo>
                <a:cubicBezTo>
                  <a:pt x="22595" y="14218"/>
                  <a:pt x="22595" y="14450"/>
                  <a:pt x="22595" y="14450"/>
                </a:cubicBezTo>
                <a:lnTo>
                  <a:pt x="22595" y="15112"/>
                </a:lnTo>
                <a:lnTo>
                  <a:pt x="22213" y="15112"/>
                </a:lnTo>
                <a:lnTo>
                  <a:pt x="22213" y="14484"/>
                </a:lnTo>
                <a:cubicBezTo>
                  <a:pt x="22213" y="14484"/>
                  <a:pt x="22213" y="14218"/>
                  <a:pt x="22404" y="14218"/>
                </a:cubicBezTo>
                <a:close/>
                <a:moveTo>
                  <a:pt x="26369" y="14224"/>
                </a:moveTo>
                <a:cubicBezTo>
                  <a:pt x="26562" y="14224"/>
                  <a:pt x="26562" y="14456"/>
                  <a:pt x="26562" y="14456"/>
                </a:cubicBezTo>
                <a:lnTo>
                  <a:pt x="26562" y="15118"/>
                </a:lnTo>
                <a:lnTo>
                  <a:pt x="26178" y="15118"/>
                </a:lnTo>
                <a:lnTo>
                  <a:pt x="26178" y="14488"/>
                </a:lnTo>
                <a:cubicBezTo>
                  <a:pt x="26178" y="14488"/>
                  <a:pt x="26178" y="14224"/>
                  <a:pt x="26369" y="14224"/>
                </a:cubicBezTo>
                <a:close/>
                <a:moveTo>
                  <a:pt x="23028" y="14231"/>
                </a:moveTo>
                <a:cubicBezTo>
                  <a:pt x="23219" y="14231"/>
                  <a:pt x="23219" y="14461"/>
                  <a:pt x="23219" y="14461"/>
                </a:cubicBezTo>
                <a:lnTo>
                  <a:pt x="23219" y="15125"/>
                </a:lnTo>
                <a:lnTo>
                  <a:pt x="22837" y="15125"/>
                </a:lnTo>
                <a:lnTo>
                  <a:pt x="22837" y="14495"/>
                </a:lnTo>
                <a:cubicBezTo>
                  <a:pt x="22837" y="14495"/>
                  <a:pt x="22837" y="14231"/>
                  <a:pt x="23028" y="14231"/>
                </a:cubicBezTo>
                <a:close/>
                <a:moveTo>
                  <a:pt x="25643" y="14232"/>
                </a:moveTo>
                <a:cubicBezTo>
                  <a:pt x="25834" y="14232"/>
                  <a:pt x="25834" y="14464"/>
                  <a:pt x="25834" y="14464"/>
                </a:cubicBezTo>
                <a:lnTo>
                  <a:pt x="25834" y="15126"/>
                </a:lnTo>
                <a:lnTo>
                  <a:pt x="25452" y="15126"/>
                </a:lnTo>
                <a:lnTo>
                  <a:pt x="25452" y="14498"/>
                </a:lnTo>
                <a:cubicBezTo>
                  <a:pt x="25452" y="14498"/>
                  <a:pt x="25452" y="14232"/>
                  <a:pt x="25643" y="14232"/>
                </a:cubicBezTo>
                <a:close/>
                <a:moveTo>
                  <a:pt x="23671" y="14240"/>
                </a:moveTo>
                <a:cubicBezTo>
                  <a:pt x="23862" y="14240"/>
                  <a:pt x="23862" y="14472"/>
                  <a:pt x="23862" y="14472"/>
                </a:cubicBezTo>
                <a:lnTo>
                  <a:pt x="23862" y="15134"/>
                </a:lnTo>
                <a:lnTo>
                  <a:pt x="23480" y="15134"/>
                </a:lnTo>
                <a:lnTo>
                  <a:pt x="23480" y="14506"/>
                </a:lnTo>
                <a:cubicBezTo>
                  <a:pt x="23480" y="14506"/>
                  <a:pt x="23480" y="14240"/>
                  <a:pt x="23671" y="14240"/>
                </a:cubicBezTo>
                <a:close/>
                <a:moveTo>
                  <a:pt x="24981" y="14240"/>
                </a:moveTo>
                <a:cubicBezTo>
                  <a:pt x="25172" y="14240"/>
                  <a:pt x="25172" y="14472"/>
                  <a:pt x="25172" y="14472"/>
                </a:cubicBezTo>
                <a:lnTo>
                  <a:pt x="25172" y="15134"/>
                </a:lnTo>
                <a:lnTo>
                  <a:pt x="24788" y="15134"/>
                </a:lnTo>
                <a:lnTo>
                  <a:pt x="24788" y="14506"/>
                </a:lnTo>
                <a:cubicBezTo>
                  <a:pt x="24788" y="14506"/>
                  <a:pt x="24788" y="14240"/>
                  <a:pt x="24981" y="14240"/>
                </a:cubicBezTo>
                <a:close/>
                <a:moveTo>
                  <a:pt x="24314" y="14253"/>
                </a:moveTo>
                <a:cubicBezTo>
                  <a:pt x="24506" y="14253"/>
                  <a:pt x="24506" y="14485"/>
                  <a:pt x="24506" y="14485"/>
                </a:cubicBezTo>
                <a:lnTo>
                  <a:pt x="24506" y="15147"/>
                </a:lnTo>
                <a:lnTo>
                  <a:pt x="24123" y="15147"/>
                </a:lnTo>
                <a:lnTo>
                  <a:pt x="24123" y="14519"/>
                </a:lnTo>
                <a:cubicBezTo>
                  <a:pt x="24123" y="14519"/>
                  <a:pt x="24123" y="14253"/>
                  <a:pt x="24314" y="14253"/>
                </a:cubicBezTo>
                <a:close/>
                <a:moveTo>
                  <a:pt x="26077" y="1"/>
                </a:moveTo>
                <a:lnTo>
                  <a:pt x="26029" y="977"/>
                </a:lnTo>
                <a:cubicBezTo>
                  <a:pt x="25889" y="1006"/>
                  <a:pt x="25779" y="1149"/>
                  <a:pt x="25779" y="1325"/>
                </a:cubicBezTo>
                <a:cubicBezTo>
                  <a:pt x="25779" y="1486"/>
                  <a:pt x="25870" y="1620"/>
                  <a:pt x="25996" y="1662"/>
                </a:cubicBezTo>
                <a:lnTo>
                  <a:pt x="25980" y="2002"/>
                </a:lnTo>
                <a:cubicBezTo>
                  <a:pt x="25813" y="2053"/>
                  <a:pt x="25691" y="2231"/>
                  <a:pt x="25691" y="2446"/>
                </a:cubicBezTo>
                <a:cubicBezTo>
                  <a:pt x="25691" y="2642"/>
                  <a:pt x="25793" y="2807"/>
                  <a:pt x="25938" y="2875"/>
                </a:cubicBezTo>
                <a:lnTo>
                  <a:pt x="25922" y="3202"/>
                </a:lnTo>
                <a:lnTo>
                  <a:pt x="25052" y="3202"/>
                </a:lnTo>
                <a:lnTo>
                  <a:pt x="25052" y="3613"/>
                </a:lnTo>
                <a:lnTo>
                  <a:pt x="24707" y="3613"/>
                </a:lnTo>
                <a:lnTo>
                  <a:pt x="24707" y="4251"/>
                </a:lnTo>
                <a:lnTo>
                  <a:pt x="25013" y="4251"/>
                </a:lnTo>
                <a:lnTo>
                  <a:pt x="25013" y="5435"/>
                </a:lnTo>
                <a:lnTo>
                  <a:pt x="24707" y="5435"/>
                </a:lnTo>
                <a:lnTo>
                  <a:pt x="24707" y="5844"/>
                </a:lnTo>
                <a:cubicBezTo>
                  <a:pt x="24707" y="5844"/>
                  <a:pt x="18069" y="9395"/>
                  <a:pt x="20563" y="14084"/>
                </a:cubicBezTo>
                <a:lnTo>
                  <a:pt x="20525" y="15132"/>
                </a:lnTo>
                <a:lnTo>
                  <a:pt x="20002" y="15132"/>
                </a:lnTo>
                <a:lnTo>
                  <a:pt x="20002" y="19274"/>
                </a:lnTo>
                <a:lnTo>
                  <a:pt x="20410" y="19274"/>
                </a:lnTo>
                <a:lnTo>
                  <a:pt x="20372" y="20003"/>
                </a:lnTo>
                <a:cubicBezTo>
                  <a:pt x="19566" y="20003"/>
                  <a:pt x="18913" y="20778"/>
                  <a:pt x="18913" y="21734"/>
                </a:cubicBezTo>
                <a:lnTo>
                  <a:pt x="18913" y="23054"/>
                </a:lnTo>
                <a:lnTo>
                  <a:pt x="9899" y="23054"/>
                </a:lnTo>
                <a:lnTo>
                  <a:pt x="9899" y="25512"/>
                </a:lnTo>
                <a:lnTo>
                  <a:pt x="5986" y="25512"/>
                </a:lnTo>
                <a:lnTo>
                  <a:pt x="5986" y="28062"/>
                </a:lnTo>
                <a:lnTo>
                  <a:pt x="5640" y="28062"/>
                </a:lnTo>
                <a:lnTo>
                  <a:pt x="5640" y="29109"/>
                </a:lnTo>
                <a:lnTo>
                  <a:pt x="5332" y="29109"/>
                </a:lnTo>
                <a:lnTo>
                  <a:pt x="5332" y="29563"/>
                </a:lnTo>
                <a:lnTo>
                  <a:pt x="4642" y="30292"/>
                </a:lnTo>
                <a:lnTo>
                  <a:pt x="4642" y="31065"/>
                </a:lnTo>
                <a:lnTo>
                  <a:pt x="1" y="31065"/>
                </a:lnTo>
                <a:lnTo>
                  <a:pt x="1" y="37778"/>
                </a:lnTo>
                <a:lnTo>
                  <a:pt x="40524" y="37778"/>
                </a:lnTo>
                <a:lnTo>
                  <a:pt x="40524" y="23054"/>
                </a:lnTo>
                <a:lnTo>
                  <a:pt x="33992" y="23054"/>
                </a:lnTo>
                <a:lnTo>
                  <a:pt x="33992" y="23052"/>
                </a:lnTo>
                <a:lnTo>
                  <a:pt x="33992" y="21914"/>
                </a:lnTo>
                <a:cubicBezTo>
                  <a:pt x="33992" y="20857"/>
                  <a:pt x="33271" y="20002"/>
                  <a:pt x="32381" y="20002"/>
                </a:cubicBezTo>
                <a:lnTo>
                  <a:pt x="32339" y="19272"/>
                </a:lnTo>
                <a:lnTo>
                  <a:pt x="32789" y="19272"/>
                </a:lnTo>
                <a:lnTo>
                  <a:pt x="32789" y="14998"/>
                </a:lnTo>
                <a:lnTo>
                  <a:pt x="32210" y="15021"/>
                </a:lnTo>
                <a:lnTo>
                  <a:pt x="32187" y="13916"/>
                </a:lnTo>
                <a:cubicBezTo>
                  <a:pt x="34942" y="9227"/>
                  <a:pt x="27592" y="5842"/>
                  <a:pt x="27592" y="5842"/>
                </a:cubicBezTo>
                <a:lnTo>
                  <a:pt x="27592" y="5435"/>
                </a:lnTo>
                <a:lnTo>
                  <a:pt x="27254" y="5435"/>
                </a:lnTo>
                <a:lnTo>
                  <a:pt x="27254" y="4251"/>
                </a:lnTo>
                <a:lnTo>
                  <a:pt x="27592" y="4251"/>
                </a:lnTo>
                <a:lnTo>
                  <a:pt x="27592" y="3613"/>
                </a:lnTo>
                <a:lnTo>
                  <a:pt x="27211" y="3613"/>
                </a:lnTo>
                <a:lnTo>
                  <a:pt x="27211" y="3204"/>
                </a:lnTo>
                <a:lnTo>
                  <a:pt x="26227" y="3204"/>
                </a:lnTo>
                <a:lnTo>
                  <a:pt x="26212" y="2876"/>
                </a:lnTo>
                <a:cubicBezTo>
                  <a:pt x="26360" y="2812"/>
                  <a:pt x="26465" y="2644"/>
                  <a:pt x="26465" y="2446"/>
                </a:cubicBezTo>
                <a:cubicBezTo>
                  <a:pt x="26465" y="2230"/>
                  <a:pt x="26338" y="2051"/>
                  <a:pt x="26170" y="1999"/>
                </a:cubicBezTo>
                <a:lnTo>
                  <a:pt x="26154" y="1665"/>
                </a:lnTo>
                <a:cubicBezTo>
                  <a:pt x="26281" y="1624"/>
                  <a:pt x="26374" y="1489"/>
                  <a:pt x="26374" y="1325"/>
                </a:cubicBezTo>
                <a:cubicBezTo>
                  <a:pt x="26374" y="1149"/>
                  <a:pt x="26264" y="1003"/>
                  <a:pt x="26122" y="977"/>
                </a:cubicBezTo>
                <a:lnTo>
                  <a:pt x="2607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5"/>
          <p:cNvSpPr/>
          <p:nvPr/>
        </p:nvSpPr>
        <p:spPr>
          <a:xfrm>
            <a:off x="4691401" y="1360224"/>
            <a:ext cx="4528826" cy="3802358"/>
          </a:xfrm>
          <a:custGeom>
            <a:avLst/>
            <a:gdLst/>
            <a:ahLst/>
            <a:cxnLst/>
            <a:rect l="l" t="t" r="r" b="b"/>
            <a:pathLst>
              <a:path w="78262" h="65708" extrusionOk="0">
                <a:moveTo>
                  <a:pt x="58138" y="9062"/>
                </a:moveTo>
                <a:cubicBezTo>
                  <a:pt x="58575" y="9062"/>
                  <a:pt x="58575" y="9689"/>
                  <a:pt x="58575" y="9689"/>
                </a:cubicBezTo>
                <a:lnTo>
                  <a:pt x="58575" y="11484"/>
                </a:lnTo>
                <a:lnTo>
                  <a:pt x="57701" y="11484"/>
                </a:lnTo>
                <a:lnTo>
                  <a:pt x="57701" y="9779"/>
                </a:lnTo>
                <a:cubicBezTo>
                  <a:pt x="57701" y="9779"/>
                  <a:pt x="57701" y="9062"/>
                  <a:pt x="58138" y="9062"/>
                </a:cubicBezTo>
                <a:close/>
                <a:moveTo>
                  <a:pt x="56880" y="9089"/>
                </a:moveTo>
                <a:cubicBezTo>
                  <a:pt x="57317" y="9089"/>
                  <a:pt x="57317" y="9716"/>
                  <a:pt x="57317" y="9716"/>
                </a:cubicBezTo>
                <a:lnTo>
                  <a:pt x="57317" y="11510"/>
                </a:lnTo>
                <a:lnTo>
                  <a:pt x="56443" y="11510"/>
                </a:lnTo>
                <a:lnTo>
                  <a:pt x="56443" y="9806"/>
                </a:lnTo>
                <a:cubicBezTo>
                  <a:pt x="56443" y="9806"/>
                  <a:pt x="56443" y="9089"/>
                  <a:pt x="56880" y="9089"/>
                </a:cubicBezTo>
                <a:close/>
                <a:moveTo>
                  <a:pt x="59233" y="9091"/>
                </a:moveTo>
                <a:cubicBezTo>
                  <a:pt x="59507" y="9091"/>
                  <a:pt x="59507" y="9717"/>
                  <a:pt x="59507" y="9717"/>
                </a:cubicBezTo>
                <a:lnTo>
                  <a:pt x="59507" y="11512"/>
                </a:lnTo>
                <a:lnTo>
                  <a:pt x="58960" y="11512"/>
                </a:lnTo>
                <a:lnTo>
                  <a:pt x="58960" y="9807"/>
                </a:lnTo>
                <a:lnTo>
                  <a:pt x="58959" y="9807"/>
                </a:lnTo>
                <a:cubicBezTo>
                  <a:pt x="58959" y="9807"/>
                  <a:pt x="58959" y="9091"/>
                  <a:pt x="59233" y="9091"/>
                </a:cubicBezTo>
                <a:close/>
                <a:moveTo>
                  <a:pt x="55705" y="9117"/>
                </a:moveTo>
                <a:cubicBezTo>
                  <a:pt x="55979" y="9117"/>
                  <a:pt x="55979" y="9744"/>
                  <a:pt x="55979" y="9744"/>
                </a:cubicBezTo>
                <a:lnTo>
                  <a:pt x="55979" y="11538"/>
                </a:lnTo>
                <a:lnTo>
                  <a:pt x="55431" y="11538"/>
                </a:lnTo>
                <a:lnTo>
                  <a:pt x="55431" y="9834"/>
                </a:lnTo>
                <a:cubicBezTo>
                  <a:pt x="55431" y="9834"/>
                  <a:pt x="55431" y="9117"/>
                  <a:pt x="55705" y="9117"/>
                </a:cubicBezTo>
                <a:close/>
                <a:moveTo>
                  <a:pt x="15537" y="25977"/>
                </a:moveTo>
                <a:cubicBezTo>
                  <a:pt x="15838" y="25977"/>
                  <a:pt x="15838" y="26802"/>
                  <a:pt x="15838" y="26802"/>
                </a:cubicBezTo>
                <a:lnTo>
                  <a:pt x="15838" y="29162"/>
                </a:lnTo>
                <a:lnTo>
                  <a:pt x="15238" y="29162"/>
                </a:lnTo>
                <a:lnTo>
                  <a:pt x="15238" y="26920"/>
                </a:lnTo>
                <a:cubicBezTo>
                  <a:pt x="15238" y="26920"/>
                  <a:pt x="15238" y="25977"/>
                  <a:pt x="15537" y="25977"/>
                </a:cubicBezTo>
                <a:close/>
                <a:moveTo>
                  <a:pt x="17847" y="25800"/>
                </a:moveTo>
                <a:cubicBezTo>
                  <a:pt x="18940" y="25800"/>
                  <a:pt x="18940" y="26672"/>
                  <a:pt x="18940" y="26672"/>
                </a:cubicBezTo>
                <a:lnTo>
                  <a:pt x="18940" y="29162"/>
                </a:lnTo>
                <a:lnTo>
                  <a:pt x="16752" y="29162"/>
                </a:lnTo>
                <a:lnTo>
                  <a:pt x="16752" y="26795"/>
                </a:lnTo>
                <a:cubicBezTo>
                  <a:pt x="16752" y="26795"/>
                  <a:pt x="16752" y="25800"/>
                  <a:pt x="17847" y="25800"/>
                </a:cubicBezTo>
                <a:close/>
                <a:moveTo>
                  <a:pt x="20097" y="26018"/>
                </a:moveTo>
                <a:cubicBezTo>
                  <a:pt x="20398" y="26018"/>
                  <a:pt x="20398" y="26843"/>
                  <a:pt x="20398" y="26843"/>
                </a:cubicBezTo>
                <a:lnTo>
                  <a:pt x="20398" y="29203"/>
                </a:lnTo>
                <a:lnTo>
                  <a:pt x="19796" y="29203"/>
                </a:lnTo>
                <a:lnTo>
                  <a:pt x="19796" y="26961"/>
                </a:lnTo>
                <a:cubicBezTo>
                  <a:pt x="19796" y="26961"/>
                  <a:pt x="19796" y="26018"/>
                  <a:pt x="20097" y="26018"/>
                </a:cubicBezTo>
                <a:close/>
                <a:moveTo>
                  <a:pt x="43351" y="28212"/>
                </a:moveTo>
                <a:cubicBezTo>
                  <a:pt x="43625" y="28212"/>
                  <a:pt x="43625" y="28489"/>
                  <a:pt x="43625" y="28489"/>
                </a:cubicBezTo>
                <a:lnTo>
                  <a:pt x="43625" y="29286"/>
                </a:lnTo>
                <a:lnTo>
                  <a:pt x="43077" y="29286"/>
                </a:lnTo>
                <a:lnTo>
                  <a:pt x="43077" y="28530"/>
                </a:lnTo>
                <a:cubicBezTo>
                  <a:pt x="43077" y="28530"/>
                  <a:pt x="43077" y="28212"/>
                  <a:pt x="43351" y="28212"/>
                </a:cubicBezTo>
                <a:close/>
                <a:moveTo>
                  <a:pt x="45235" y="28221"/>
                </a:moveTo>
                <a:cubicBezTo>
                  <a:pt x="45509" y="28221"/>
                  <a:pt x="45509" y="28499"/>
                  <a:pt x="45509" y="28499"/>
                </a:cubicBezTo>
                <a:lnTo>
                  <a:pt x="45509" y="29294"/>
                </a:lnTo>
                <a:lnTo>
                  <a:pt x="44961" y="29294"/>
                </a:lnTo>
                <a:lnTo>
                  <a:pt x="44961" y="28538"/>
                </a:lnTo>
                <a:cubicBezTo>
                  <a:pt x="44961" y="28538"/>
                  <a:pt x="44961" y="28221"/>
                  <a:pt x="45235" y="28221"/>
                </a:cubicBezTo>
                <a:close/>
                <a:moveTo>
                  <a:pt x="44306" y="28232"/>
                </a:moveTo>
                <a:cubicBezTo>
                  <a:pt x="44580" y="28232"/>
                  <a:pt x="44580" y="28509"/>
                  <a:pt x="44580" y="28509"/>
                </a:cubicBezTo>
                <a:lnTo>
                  <a:pt x="44580" y="29304"/>
                </a:lnTo>
                <a:lnTo>
                  <a:pt x="44032" y="29304"/>
                </a:lnTo>
                <a:lnTo>
                  <a:pt x="44032" y="28549"/>
                </a:lnTo>
                <a:cubicBezTo>
                  <a:pt x="44032" y="28549"/>
                  <a:pt x="44032" y="28232"/>
                  <a:pt x="44306" y="28232"/>
                </a:cubicBezTo>
                <a:close/>
                <a:moveTo>
                  <a:pt x="40564" y="28250"/>
                </a:moveTo>
                <a:cubicBezTo>
                  <a:pt x="40838" y="28250"/>
                  <a:pt x="40838" y="28528"/>
                  <a:pt x="40838" y="28528"/>
                </a:cubicBezTo>
                <a:lnTo>
                  <a:pt x="40838" y="29324"/>
                </a:lnTo>
                <a:lnTo>
                  <a:pt x="40290" y="29324"/>
                </a:lnTo>
                <a:lnTo>
                  <a:pt x="40290" y="28569"/>
                </a:lnTo>
                <a:cubicBezTo>
                  <a:pt x="40290" y="28569"/>
                  <a:pt x="40290" y="28250"/>
                  <a:pt x="40564" y="28250"/>
                </a:cubicBezTo>
                <a:close/>
                <a:moveTo>
                  <a:pt x="41492" y="28250"/>
                </a:moveTo>
                <a:cubicBezTo>
                  <a:pt x="41766" y="28250"/>
                  <a:pt x="41766" y="28528"/>
                  <a:pt x="41766" y="28528"/>
                </a:cubicBezTo>
                <a:lnTo>
                  <a:pt x="41766" y="29324"/>
                </a:lnTo>
                <a:lnTo>
                  <a:pt x="41218" y="29324"/>
                </a:lnTo>
                <a:lnTo>
                  <a:pt x="41218" y="28569"/>
                </a:lnTo>
                <a:cubicBezTo>
                  <a:pt x="41218" y="28569"/>
                  <a:pt x="41218" y="28250"/>
                  <a:pt x="41492" y="28250"/>
                </a:cubicBezTo>
                <a:close/>
                <a:moveTo>
                  <a:pt x="42440" y="28250"/>
                </a:moveTo>
                <a:cubicBezTo>
                  <a:pt x="42714" y="28250"/>
                  <a:pt x="42714" y="28528"/>
                  <a:pt x="42714" y="28528"/>
                </a:cubicBezTo>
                <a:lnTo>
                  <a:pt x="42714" y="29324"/>
                </a:lnTo>
                <a:lnTo>
                  <a:pt x="42166" y="29324"/>
                </a:lnTo>
                <a:lnTo>
                  <a:pt x="42166" y="28569"/>
                </a:lnTo>
                <a:cubicBezTo>
                  <a:pt x="42166" y="28569"/>
                  <a:pt x="42166" y="28250"/>
                  <a:pt x="42440" y="28250"/>
                </a:cubicBezTo>
                <a:close/>
                <a:moveTo>
                  <a:pt x="38603" y="28284"/>
                </a:moveTo>
                <a:cubicBezTo>
                  <a:pt x="38877" y="28284"/>
                  <a:pt x="38877" y="28562"/>
                  <a:pt x="38877" y="28562"/>
                </a:cubicBezTo>
                <a:lnTo>
                  <a:pt x="38877" y="29358"/>
                </a:lnTo>
                <a:lnTo>
                  <a:pt x="38329" y="29358"/>
                </a:lnTo>
                <a:lnTo>
                  <a:pt x="38329" y="28601"/>
                </a:lnTo>
                <a:cubicBezTo>
                  <a:pt x="38329" y="28601"/>
                  <a:pt x="38329" y="28284"/>
                  <a:pt x="38603" y="28284"/>
                </a:cubicBezTo>
                <a:close/>
                <a:moveTo>
                  <a:pt x="39583" y="28291"/>
                </a:moveTo>
                <a:cubicBezTo>
                  <a:pt x="39857" y="28291"/>
                  <a:pt x="39857" y="28569"/>
                  <a:pt x="39857" y="28569"/>
                </a:cubicBezTo>
                <a:lnTo>
                  <a:pt x="39857" y="29365"/>
                </a:lnTo>
                <a:lnTo>
                  <a:pt x="39309" y="29365"/>
                </a:lnTo>
                <a:lnTo>
                  <a:pt x="39309" y="28608"/>
                </a:lnTo>
                <a:cubicBezTo>
                  <a:pt x="39309" y="28608"/>
                  <a:pt x="39309" y="28291"/>
                  <a:pt x="39583" y="28291"/>
                </a:cubicBezTo>
                <a:close/>
                <a:moveTo>
                  <a:pt x="30102" y="28319"/>
                </a:moveTo>
                <a:cubicBezTo>
                  <a:pt x="30376" y="28319"/>
                  <a:pt x="30376" y="28597"/>
                  <a:pt x="30376" y="28597"/>
                </a:cubicBezTo>
                <a:lnTo>
                  <a:pt x="30376" y="29393"/>
                </a:lnTo>
                <a:lnTo>
                  <a:pt x="29828" y="29393"/>
                </a:lnTo>
                <a:lnTo>
                  <a:pt x="29828" y="28637"/>
                </a:lnTo>
                <a:cubicBezTo>
                  <a:pt x="29828" y="28637"/>
                  <a:pt x="29828" y="28319"/>
                  <a:pt x="30102" y="28319"/>
                </a:cubicBezTo>
                <a:close/>
                <a:moveTo>
                  <a:pt x="31031" y="28319"/>
                </a:moveTo>
                <a:cubicBezTo>
                  <a:pt x="31305" y="28319"/>
                  <a:pt x="31305" y="28597"/>
                  <a:pt x="31305" y="28597"/>
                </a:cubicBezTo>
                <a:lnTo>
                  <a:pt x="31305" y="29393"/>
                </a:lnTo>
                <a:lnTo>
                  <a:pt x="30757" y="29393"/>
                </a:lnTo>
                <a:lnTo>
                  <a:pt x="30757" y="28637"/>
                </a:lnTo>
                <a:cubicBezTo>
                  <a:pt x="30757" y="28637"/>
                  <a:pt x="30757" y="28319"/>
                  <a:pt x="31031" y="28319"/>
                </a:cubicBezTo>
                <a:close/>
                <a:moveTo>
                  <a:pt x="31960" y="28319"/>
                </a:moveTo>
                <a:cubicBezTo>
                  <a:pt x="32234" y="28319"/>
                  <a:pt x="32234" y="28597"/>
                  <a:pt x="32234" y="28597"/>
                </a:cubicBezTo>
                <a:lnTo>
                  <a:pt x="32234" y="29393"/>
                </a:lnTo>
                <a:lnTo>
                  <a:pt x="31686" y="29393"/>
                </a:lnTo>
                <a:lnTo>
                  <a:pt x="31686" y="28637"/>
                </a:lnTo>
                <a:cubicBezTo>
                  <a:pt x="31686" y="28637"/>
                  <a:pt x="31686" y="28319"/>
                  <a:pt x="31960" y="28319"/>
                </a:cubicBezTo>
                <a:close/>
                <a:moveTo>
                  <a:pt x="37615" y="28325"/>
                </a:moveTo>
                <a:cubicBezTo>
                  <a:pt x="37889" y="28325"/>
                  <a:pt x="37889" y="28601"/>
                  <a:pt x="37889" y="28601"/>
                </a:cubicBezTo>
                <a:lnTo>
                  <a:pt x="37889" y="29398"/>
                </a:lnTo>
                <a:lnTo>
                  <a:pt x="37341" y="29398"/>
                </a:lnTo>
                <a:lnTo>
                  <a:pt x="37341" y="28642"/>
                </a:lnTo>
                <a:cubicBezTo>
                  <a:pt x="37341" y="28642"/>
                  <a:pt x="37341" y="28325"/>
                  <a:pt x="37615" y="28325"/>
                </a:cubicBezTo>
                <a:close/>
                <a:moveTo>
                  <a:pt x="32850" y="28332"/>
                </a:moveTo>
                <a:cubicBezTo>
                  <a:pt x="33124" y="28332"/>
                  <a:pt x="33124" y="28608"/>
                  <a:pt x="33124" y="28608"/>
                </a:cubicBezTo>
                <a:lnTo>
                  <a:pt x="33124" y="29405"/>
                </a:lnTo>
                <a:lnTo>
                  <a:pt x="32576" y="29405"/>
                </a:lnTo>
                <a:lnTo>
                  <a:pt x="32576" y="28649"/>
                </a:lnTo>
                <a:cubicBezTo>
                  <a:pt x="32576" y="28649"/>
                  <a:pt x="32576" y="28332"/>
                  <a:pt x="32850" y="28332"/>
                </a:cubicBezTo>
                <a:close/>
                <a:moveTo>
                  <a:pt x="36578" y="28334"/>
                </a:moveTo>
                <a:cubicBezTo>
                  <a:pt x="36852" y="28334"/>
                  <a:pt x="36852" y="28613"/>
                  <a:pt x="36852" y="28613"/>
                </a:cubicBezTo>
                <a:lnTo>
                  <a:pt x="36852" y="29408"/>
                </a:lnTo>
                <a:lnTo>
                  <a:pt x="36304" y="29408"/>
                </a:lnTo>
                <a:lnTo>
                  <a:pt x="36304" y="28653"/>
                </a:lnTo>
                <a:cubicBezTo>
                  <a:pt x="36304" y="28653"/>
                  <a:pt x="36304" y="28334"/>
                  <a:pt x="36578" y="28334"/>
                </a:cubicBezTo>
                <a:close/>
                <a:moveTo>
                  <a:pt x="33767" y="28346"/>
                </a:moveTo>
                <a:cubicBezTo>
                  <a:pt x="34041" y="28346"/>
                  <a:pt x="34041" y="28623"/>
                  <a:pt x="34041" y="28623"/>
                </a:cubicBezTo>
                <a:lnTo>
                  <a:pt x="34041" y="29419"/>
                </a:lnTo>
                <a:lnTo>
                  <a:pt x="33492" y="29419"/>
                </a:lnTo>
                <a:lnTo>
                  <a:pt x="33492" y="28663"/>
                </a:lnTo>
                <a:cubicBezTo>
                  <a:pt x="33492" y="28663"/>
                  <a:pt x="33492" y="28346"/>
                  <a:pt x="33767" y="28346"/>
                </a:cubicBezTo>
                <a:close/>
                <a:moveTo>
                  <a:pt x="35635" y="28346"/>
                </a:moveTo>
                <a:cubicBezTo>
                  <a:pt x="35909" y="28346"/>
                  <a:pt x="35909" y="28623"/>
                  <a:pt x="35909" y="28623"/>
                </a:cubicBezTo>
                <a:lnTo>
                  <a:pt x="35909" y="29419"/>
                </a:lnTo>
                <a:lnTo>
                  <a:pt x="35360" y="29419"/>
                </a:lnTo>
                <a:lnTo>
                  <a:pt x="35360" y="28663"/>
                </a:lnTo>
                <a:cubicBezTo>
                  <a:pt x="35360" y="28663"/>
                  <a:pt x="35360" y="28346"/>
                  <a:pt x="35635" y="28346"/>
                </a:cubicBezTo>
                <a:close/>
                <a:moveTo>
                  <a:pt x="34684" y="28360"/>
                </a:moveTo>
                <a:cubicBezTo>
                  <a:pt x="34958" y="28360"/>
                  <a:pt x="34958" y="28637"/>
                  <a:pt x="34958" y="28637"/>
                </a:cubicBezTo>
                <a:lnTo>
                  <a:pt x="34958" y="29434"/>
                </a:lnTo>
                <a:lnTo>
                  <a:pt x="34410" y="29434"/>
                </a:lnTo>
                <a:lnTo>
                  <a:pt x="34410" y="28677"/>
                </a:lnTo>
                <a:cubicBezTo>
                  <a:pt x="34410" y="28677"/>
                  <a:pt x="34410" y="28360"/>
                  <a:pt x="34684" y="28360"/>
                </a:cubicBezTo>
                <a:close/>
                <a:moveTo>
                  <a:pt x="3590" y="42479"/>
                </a:moveTo>
                <a:cubicBezTo>
                  <a:pt x="3742" y="42479"/>
                  <a:pt x="3742" y="42861"/>
                  <a:pt x="3742" y="42861"/>
                </a:cubicBezTo>
                <a:lnTo>
                  <a:pt x="3742" y="43956"/>
                </a:lnTo>
                <a:lnTo>
                  <a:pt x="3440" y="43956"/>
                </a:lnTo>
                <a:lnTo>
                  <a:pt x="3440" y="42916"/>
                </a:lnTo>
                <a:cubicBezTo>
                  <a:pt x="3440" y="42916"/>
                  <a:pt x="3440" y="42479"/>
                  <a:pt x="3590" y="42479"/>
                </a:cubicBezTo>
                <a:close/>
                <a:moveTo>
                  <a:pt x="4743" y="42397"/>
                </a:moveTo>
                <a:cubicBezTo>
                  <a:pt x="5289" y="42397"/>
                  <a:pt x="5289" y="42802"/>
                  <a:pt x="5289" y="42802"/>
                </a:cubicBezTo>
                <a:lnTo>
                  <a:pt x="5289" y="43956"/>
                </a:lnTo>
                <a:lnTo>
                  <a:pt x="4197" y="43956"/>
                </a:lnTo>
                <a:lnTo>
                  <a:pt x="4197" y="42860"/>
                </a:lnTo>
                <a:cubicBezTo>
                  <a:pt x="4197" y="42860"/>
                  <a:pt x="4197" y="42397"/>
                  <a:pt x="4743" y="42397"/>
                </a:cubicBezTo>
                <a:close/>
                <a:moveTo>
                  <a:pt x="5871" y="42498"/>
                </a:moveTo>
                <a:cubicBezTo>
                  <a:pt x="6022" y="42498"/>
                  <a:pt x="6022" y="42881"/>
                  <a:pt x="6022" y="42881"/>
                </a:cubicBezTo>
                <a:lnTo>
                  <a:pt x="6022" y="43976"/>
                </a:lnTo>
                <a:lnTo>
                  <a:pt x="5719" y="43976"/>
                </a:lnTo>
                <a:lnTo>
                  <a:pt x="5719" y="42936"/>
                </a:lnTo>
                <a:cubicBezTo>
                  <a:pt x="5719" y="42936"/>
                  <a:pt x="5719" y="42498"/>
                  <a:pt x="5871" y="42498"/>
                </a:cubicBezTo>
                <a:close/>
                <a:moveTo>
                  <a:pt x="57522" y="1"/>
                </a:moveTo>
                <a:lnTo>
                  <a:pt x="57480" y="959"/>
                </a:lnTo>
                <a:cubicBezTo>
                  <a:pt x="57335" y="968"/>
                  <a:pt x="57220" y="1024"/>
                  <a:pt x="57220" y="1094"/>
                </a:cubicBezTo>
                <a:cubicBezTo>
                  <a:pt x="57220" y="1162"/>
                  <a:pt x="57328" y="1218"/>
                  <a:pt x="57469" y="1228"/>
                </a:cubicBezTo>
                <a:lnTo>
                  <a:pt x="57446" y="1718"/>
                </a:lnTo>
                <a:lnTo>
                  <a:pt x="57451" y="1718"/>
                </a:lnTo>
                <a:cubicBezTo>
                  <a:pt x="57170" y="1741"/>
                  <a:pt x="56954" y="1852"/>
                  <a:pt x="56954" y="1987"/>
                </a:cubicBezTo>
                <a:cubicBezTo>
                  <a:pt x="56954" y="2123"/>
                  <a:pt x="57170" y="2233"/>
                  <a:pt x="57451" y="2257"/>
                </a:cubicBezTo>
                <a:cubicBezTo>
                  <a:pt x="57085" y="2919"/>
                  <a:pt x="55801" y="5124"/>
                  <a:pt x="54191" y="6438"/>
                </a:cubicBezTo>
                <a:cubicBezTo>
                  <a:pt x="52852" y="7532"/>
                  <a:pt x="55313" y="9064"/>
                  <a:pt x="55313" y="9064"/>
                </a:cubicBezTo>
                <a:lnTo>
                  <a:pt x="55341" y="11580"/>
                </a:lnTo>
                <a:lnTo>
                  <a:pt x="54520" y="11580"/>
                </a:lnTo>
                <a:lnTo>
                  <a:pt x="54520" y="12238"/>
                </a:lnTo>
                <a:lnTo>
                  <a:pt x="55313" y="12620"/>
                </a:lnTo>
                <a:lnTo>
                  <a:pt x="54547" y="12620"/>
                </a:lnTo>
                <a:lnTo>
                  <a:pt x="54519" y="13032"/>
                </a:lnTo>
                <a:lnTo>
                  <a:pt x="53286" y="13032"/>
                </a:lnTo>
                <a:lnTo>
                  <a:pt x="53286" y="14173"/>
                </a:lnTo>
                <a:lnTo>
                  <a:pt x="54790" y="15521"/>
                </a:lnTo>
                <a:lnTo>
                  <a:pt x="54832" y="36876"/>
                </a:lnTo>
                <a:lnTo>
                  <a:pt x="53670" y="36876"/>
                </a:lnTo>
                <a:lnTo>
                  <a:pt x="53670" y="37897"/>
                </a:lnTo>
                <a:lnTo>
                  <a:pt x="54835" y="37897"/>
                </a:lnTo>
                <a:lnTo>
                  <a:pt x="54836" y="38937"/>
                </a:lnTo>
                <a:lnTo>
                  <a:pt x="48475" y="38937"/>
                </a:lnTo>
                <a:lnTo>
                  <a:pt x="48475" y="37568"/>
                </a:lnTo>
                <a:cubicBezTo>
                  <a:pt x="48475" y="36300"/>
                  <a:pt x="47446" y="35271"/>
                  <a:pt x="46178" y="35271"/>
                </a:cubicBezTo>
                <a:lnTo>
                  <a:pt x="46117" y="34397"/>
                </a:lnTo>
                <a:lnTo>
                  <a:pt x="46760" y="34397"/>
                </a:lnTo>
                <a:lnTo>
                  <a:pt x="46760" y="29259"/>
                </a:lnTo>
                <a:lnTo>
                  <a:pt x="45933" y="29287"/>
                </a:lnTo>
                <a:lnTo>
                  <a:pt x="45900" y="27959"/>
                </a:lnTo>
                <a:cubicBezTo>
                  <a:pt x="49828" y="22324"/>
                  <a:pt x="39348" y="18256"/>
                  <a:pt x="39348" y="18256"/>
                </a:cubicBezTo>
                <a:lnTo>
                  <a:pt x="39348" y="17764"/>
                </a:lnTo>
                <a:lnTo>
                  <a:pt x="38865" y="17764"/>
                </a:lnTo>
                <a:lnTo>
                  <a:pt x="38865" y="16342"/>
                </a:lnTo>
                <a:lnTo>
                  <a:pt x="39348" y="16342"/>
                </a:lnTo>
                <a:lnTo>
                  <a:pt x="39348" y="15576"/>
                </a:lnTo>
                <a:lnTo>
                  <a:pt x="38804" y="15576"/>
                </a:lnTo>
                <a:lnTo>
                  <a:pt x="38804" y="15084"/>
                </a:lnTo>
                <a:lnTo>
                  <a:pt x="37401" y="15084"/>
                </a:lnTo>
                <a:lnTo>
                  <a:pt x="37380" y="14692"/>
                </a:lnTo>
                <a:cubicBezTo>
                  <a:pt x="37591" y="14613"/>
                  <a:pt x="37743" y="14412"/>
                  <a:pt x="37743" y="14173"/>
                </a:cubicBezTo>
                <a:cubicBezTo>
                  <a:pt x="37743" y="13913"/>
                  <a:pt x="37563" y="13698"/>
                  <a:pt x="37323" y="13638"/>
                </a:cubicBezTo>
                <a:lnTo>
                  <a:pt x="37300" y="13234"/>
                </a:lnTo>
                <a:cubicBezTo>
                  <a:pt x="37479" y="13185"/>
                  <a:pt x="37612" y="13021"/>
                  <a:pt x="37612" y="12827"/>
                </a:cubicBezTo>
                <a:cubicBezTo>
                  <a:pt x="37612" y="12613"/>
                  <a:pt x="37456" y="12440"/>
                  <a:pt x="37254" y="12408"/>
                </a:cubicBezTo>
                <a:lnTo>
                  <a:pt x="37189" y="11234"/>
                </a:lnTo>
                <a:lnTo>
                  <a:pt x="37120" y="12408"/>
                </a:lnTo>
                <a:cubicBezTo>
                  <a:pt x="36918" y="12441"/>
                  <a:pt x="36763" y="12613"/>
                  <a:pt x="36763" y="12824"/>
                </a:cubicBezTo>
                <a:cubicBezTo>
                  <a:pt x="36763" y="13018"/>
                  <a:pt x="36894" y="13179"/>
                  <a:pt x="37071" y="13230"/>
                </a:cubicBezTo>
                <a:lnTo>
                  <a:pt x="37049" y="13638"/>
                </a:lnTo>
                <a:cubicBezTo>
                  <a:pt x="36811" y="13699"/>
                  <a:pt x="36634" y="13913"/>
                  <a:pt x="36634" y="14172"/>
                </a:cubicBezTo>
                <a:cubicBezTo>
                  <a:pt x="36634" y="14408"/>
                  <a:pt x="36782" y="14606"/>
                  <a:pt x="36987" y="14686"/>
                </a:cubicBezTo>
                <a:lnTo>
                  <a:pt x="36964" y="15080"/>
                </a:lnTo>
                <a:lnTo>
                  <a:pt x="35725" y="15080"/>
                </a:lnTo>
                <a:lnTo>
                  <a:pt x="35725" y="15572"/>
                </a:lnTo>
                <a:lnTo>
                  <a:pt x="35233" y="15572"/>
                </a:lnTo>
                <a:lnTo>
                  <a:pt x="35233" y="16338"/>
                </a:lnTo>
                <a:lnTo>
                  <a:pt x="35670" y="16338"/>
                </a:lnTo>
                <a:lnTo>
                  <a:pt x="35670" y="17762"/>
                </a:lnTo>
                <a:lnTo>
                  <a:pt x="35233" y="17762"/>
                </a:lnTo>
                <a:lnTo>
                  <a:pt x="35233" y="18254"/>
                </a:lnTo>
                <a:cubicBezTo>
                  <a:pt x="35233" y="18254"/>
                  <a:pt x="25767" y="22521"/>
                  <a:pt x="29323" y="28156"/>
                </a:cubicBezTo>
                <a:lnTo>
                  <a:pt x="29269" y="29414"/>
                </a:lnTo>
                <a:lnTo>
                  <a:pt x="28524" y="29414"/>
                </a:lnTo>
                <a:lnTo>
                  <a:pt x="28524" y="34391"/>
                </a:lnTo>
                <a:lnTo>
                  <a:pt x="29104" y="34391"/>
                </a:lnTo>
                <a:lnTo>
                  <a:pt x="29049" y="35267"/>
                </a:lnTo>
                <a:cubicBezTo>
                  <a:pt x="27902" y="35267"/>
                  <a:pt x="26971" y="36197"/>
                  <a:pt x="26971" y="37344"/>
                </a:cubicBezTo>
                <a:lnTo>
                  <a:pt x="26971" y="38931"/>
                </a:lnTo>
                <a:lnTo>
                  <a:pt x="20406" y="38931"/>
                </a:lnTo>
                <a:lnTo>
                  <a:pt x="20442" y="30125"/>
                </a:lnTo>
                <a:lnTo>
                  <a:pt x="21171" y="30125"/>
                </a:lnTo>
                <a:lnTo>
                  <a:pt x="21171" y="29240"/>
                </a:lnTo>
                <a:lnTo>
                  <a:pt x="20832" y="29240"/>
                </a:lnTo>
                <a:lnTo>
                  <a:pt x="20832" y="26643"/>
                </a:lnTo>
                <a:lnTo>
                  <a:pt x="21171" y="26288"/>
                </a:lnTo>
                <a:lnTo>
                  <a:pt x="20720" y="25934"/>
                </a:lnTo>
                <a:cubicBezTo>
                  <a:pt x="21002" y="23278"/>
                  <a:pt x="18571" y="22393"/>
                  <a:pt x="18571" y="22393"/>
                </a:cubicBezTo>
                <a:lnTo>
                  <a:pt x="18571" y="21333"/>
                </a:lnTo>
                <a:lnTo>
                  <a:pt x="18004" y="21333"/>
                </a:lnTo>
                <a:lnTo>
                  <a:pt x="17778" y="18854"/>
                </a:lnTo>
                <a:lnTo>
                  <a:pt x="17559" y="21333"/>
                </a:lnTo>
                <a:lnTo>
                  <a:pt x="17012" y="21333"/>
                </a:lnTo>
                <a:lnTo>
                  <a:pt x="17012" y="22396"/>
                </a:lnTo>
                <a:cubicBezTo>
                  <a:pt x="17012" y="22396"/>
                  <a:pt x="14659" y="23281"/>
                  <a:pt x="14933" y="25936"/>
                </a:cubicBezTo>
                <a:lnTo>
                  <a:pt x="14496" y="26292"/>
                </a:lnTo>
                <a:lnTo>
                  <a:pt x="14825" y="26646"/>
                </a:lnTo>
                <a:lnTo>
                  <a:pt x="14825" y="29244"/>
                </a:lnTo>
                <a:lnTo>
                  <a:pt x="14496" y="29244"/>
                </a:lnTo>
                <a:lnTo>
                  <a:pt x="14496" y="30129"/>
                </a:lnTo>
                <a:lnTo>
                  <a:pt x="15225" y="30129"/>
                </a:lnTo>
                <a:lnTo>
                  <a:pt x="15261" y="38934"/>
                </a:lnTo>
                <a:lnTo>
                  <a:pt x="14114" y="38934"/>
                </a:lnTo>
                <a:lnTo>
                  <a:pt x="14114" y="41888"/>
                </a:lnTo>
                <a:lnTo>
                  <a:pt x="8533" y="41888"/>
                </a:lnTo>
                <a:lnTo>
                  <a:pt x="8533" y="44953"/>
                </a:lnTo>
                <a:lnTo>
                  <a:pt x="8042" y="44953"/>
                </a:lnTo>
                <a:lnTo>
                  <a:pt x="8042" y="46211"/>
                </a:lnTo>
                <a:lnTo>
                  <a:pt x="7603" y="46211"/>
                </a:lnTo>
                <a:lnTo>
                  <a:pt x="7603" y="46757"/>
                </a:lnTo>
                <a:lnTo>
                  <a:pt x="6619" y="47632"/>
                </a:lnTo>
                <a:lnTo>
                  <a:pt x="6619" y="48561"/>
                </a:lnTo>
                <a:lnTo>
                  <a:pt x="6017" y="48561"/>
                </a:lnTo>
                <a:lnTo>
                  <a:pt x="6034" y="44404"/>
                </a:lnTo>
                <a:lnTo>
                  <a:pt x="6400" y="44404"/>
                </a:lnTo>
                <a:lnTo>
                  <a:pt x="6400" y="43993"/>
                </a:lnTo>
                <a:lnTo>
                  <a:pt x="6230" y="43993"/>
                </a:lnTo>
                <a:lnTo>
                  <a:pt x="6230" y="42789"/>
                </a:lnTo>
                <a:lnTo>
                  <a:pt x="6400" y="42626"/>
                </a:lnTo>
                <a:lnTo>
                  <a:pt x="6173" y="42463"/>
                </a:lnTo>
                <a:cubicBezTo>
                  <a:pt x="6314" y="41231"/>
                  <a:pt x="5100" y="40822"/>
                  <a:pt x="5100" y="40822"/>
                </a:cubicBezTo>
                <a:lnTo>
                  <a:pt x="5100" y="40330"/>
                </a:lnTo>
                <a:lnTo>
                  <a:pt x="4817" y="40330"/>
                </a:lnTo>
                <a:lnTo>
                  <a:pt x="4705" y="39181"/>
                </a:lnTo>
                <a:lnTo>
                  <a:pt x="4595" y="40330"/>
                </a:lnTo>
                <a:lnTo>
                  <a:pt x="4321" y="40330"/>
                </a:lnTo>
                <a:lnTo>
                  <a:pt x="4321" y="40822"/>
                </a:lnTo>
                <a:cubicBezTo>
                  <a:pt x="4321" y="40822"/>
                  <a:pt x="3146" y="41233"/>
                  <a:pt x="3281" y="42463"/>
                </a:cubicBezTo>
                <a:lnTo>
                  <a:pt x="3062" y="42626"/>
                </a:lnTo>
                <a:lnTo>
                  <a:pt x="3225" y="42789"/>
                </a:lnTo>
                <a:lnTo>
                  <a:pt x="3225" y="43993"/>
                </a:lnTo>
                <a:lnTo>
                  <a:pt x="3062" y="43993"/>
                </a:lnTo>
                <a:lnTo>
                  <a:pt x="3062" y="44404"/>
                </a:lnTo>
                <a:lnTo>
                  <a:pt x="3427" y="44404"/>
                </a:lnTo>
                <a:lnTo>
                  <a:pt x="3444" y="48561"/>
                </a:lnTo>
                <a:lnTo>
                  <a:pt x="0" y="48561"/>
                </a:lnTo>
                <a:lnTo>
                  <a:pt x="0" y="65707"/>
                </a:lnTo>
                <a:lnTo>
                  <a:pt x="78262" y="65707"/>
                </a:lnTo>
                <a:lnTo>
                  <a:pt x="78262" y="48561"/>
                </a:lnTo>
                <a:lnTo>
                  <a:pt x="77203" y="48561"/>
                </a:lnTo>
                <a:lnTo>
                  <a:pt x="77203" y="40268"/>
                </a:lnTo>
                <a:cubicBezTo>
                  <a:pt x="75981" y="36227"/>
                  <a:pt x="72891" y="34915"/>
                  <a:pt x="72891" y="34915"/>
                </a:cubicBezTo>
                <a:cubicBezTo>
                  <a:pt x="72891" y="34915"/>
                  <a:pt x="73065" y="34411"/>
                  <a:pt x="72891" y="33096"/>
                </a:cubicBezTo>
                <a:cubicBezTo>
                  <a:pt x="72717" y="31784"/>
                  <a:pt x="71464" y="31278"/>
                  <a:pt x="71464" y="31278"/>
                </a:cubicBezTo>
                <a:lnTo>
                  <a:pt x="71961" y="31278"/>
                </a:lnTo>
                <a:lnTo>
                  <a:pt x="71961" y="30773"/>
                </a:lnTo>
                <a:lnTo>
                  <a:pt x="71553" y="30773"/>
                </a:lnTo>
                <a:lnTo>
                  <a:pt x="71553" y="30067"/>
                </a:lnTo>
                <a:lnTo>
                  <a:pt x="71287" y="30067"/>
                </a:lnTo>
                <a:cubicBezTo>
                  <a:pt x="71311" y="29963"/>
                  <a:pt x="71327" y="29845"/>
                  <a:pt x="71327" y="29717"/>
                </a:cubicBezTo>
                <a:cubicBezTo>
                  <a:pt x="71327" y="29374"/>
                  <a:pt x="71224" y="29091"/>
                  <a:pt x="71086" y="29015"/>
                </a:cubicBezTo>
                <a:lnTo>
                  <a:pt x="71001" y="26636"/>
                </a:lnTo>
                <a:lnTo>
                  <a:pt x="70915" y="29036"/>
                </a:lnTo>
                <a:cubicBezTo>
                  <a:pt x="70791" y="29133"/>
                  <a:pt x="70701" y="29400"/>
                  <a:pt x="70701" y="29717"/>
                </a:cubicBezTo>
                <a:cubicBezTo>
                  <a:pt x="70701" y="29845"/>
                  <a:pt x="70718" y="29963"/>
                  <a:pt x="70742" y="30067"/>
                </a:cubicBezTo>
                <a:lnTo>
                  <a:pt x="70458" y="30067"/>
                </a:lnTo>
                <a:lnTo>
                  <a:pt x="70458" y="30766"/>
                </a:lnTo>
                <a:lnTo>
                  <a:pt x="70067" y="30766"/>
                </a:lnTo>
                <a:lnTo>
                  <a:pt x="70067" y="31265"/>
                </a:lnTo>
                <a:lnTo>
                  <a:pt x="70539" y="31265"/>
                </a:lnTo>
                <a:cubicBezTo>
                  <a:pt x="70539" y="31265"/>
                  <a:pt x="69343" y="31764"/>
                  <a:pt x="69176" y="33063"/>
                </a:cubicBezTo>
                <a:cubicBezTo>
                  <a:pt x="69010" y="34362"/>
                  <a:pt x="69176" y="34860"/>
                  <a:pt x="69176" y="34860"/>
                </a:cubicBezTo>
                <a:cubicBezTo>
                  <a:pt x="69176" y="34860"/>
                  <a:pt x="66227" y="36159"/>
                  <a:pt x="65058" y="40151"/>
                </a:cubicBezTo>
                <a:lnTo>
                  <a:pt x="65058" y="41888"/>
                </a:lnTo>
                <a:lnTo>
                  <a:pt x="62686" y="41888"/>
                </a:lnTo>
                <a:lnTo>
                  <a:pt x="62686" y="38935"/>
                </a:lnTo>
                <a:lnTo>
                  <a:pt x="57563" y="38935"/>
                </a:lnTo>
                <a:lnTo>
                  <a:pt x="57563" y="38925"/>
                </a:lnTo>
                <a:lnTo>
                  <a:pt x="60071" y="38925"/>
                </a:lnTo>
                <a:lnTo>
                  <a:pt x="60072" y="37897"/>
                </a:lnTo>
                <a:lnTo>
                  <a:pt x="61174" y="37897"/>
                </a:lnTo>
                <a:lnTo>
                  <a:pt x="61174" y="36876"/>
                </a:lnTo>
                <a:lnTo>
                  <a:pt x="60073" y="36876"/>
                </a:lnTo>
                <a:lnTo>
                  <a:pt x="60113" y="15513"/>
                </a:lnTo>
                <a:lnTo>
                  <a:pt x="61520" y="14165"/>
                </a:lnTo>
                <a:lnTo>
                  <a:pt x="61520" y="13023"/>
                </a:lnTo>
                <a:lnTo>
                  <a:pt x="60367" y="13023"/>
                </a:lnTo>
                <a:lnTo>
                  <a:pt x="60341" y="12612"/>
                </a:lnTo>
                <a:lnTo>
                  <a:pt x="59624" y="12612"/>
                </a:lnTo>
                <a:lnTo>
                  <a:pt x="60367" y="12229"/>
                </a:lnTo>
                <a:lnTo>
                  <a:pt x="60367" y="11571"/>
                </a:lnTo>
                <a:lnTo>
                  <a:pt x="59600" y="11571"/>
                </a:lnTo>
                <a:lnTo>
                  <a:pt x="59625" y="9055"/>
                </a:lnTo>
                <a:cubicBezTo>
                  <a:pt x="59625" y="9055"/>
                  <a:pt x="61929" y="7523"/>
                  <a:pt x="60675" y="6428"/>
                </a:cubicBezTo>
                <a:cubicBezTo>
                  <a:pt x="59178" y="5124"/>
                  <a:pt x="57979" y="2934"/>
                  <a:pt x="57629" y="2259"/>
                </a:cubicBezTo>
                <a:cubicBezTo>
                  <a:pt x="57930" y="2244"/>
                  <a:pt x="58162" y="2130"/>
                  <a:pt x="58162" y="1990"/>
                </a:cubicBezTo>
                <a:cubicBezTo>
                  <a:pt x="58162" y="1853"/>
                  <a:pt x="57948" y="1744"/>
                  <a:pt x="57667" y="1720"/>
                </a:cubicBezTo>
                <a:lnTo>
                  <a:pt x="57670" y="1720"/>
                </a:lnTo>
                <a:lnTo>
                  <a:pt x="57628" y="1223"/>
                </a:lnTo>
                <a:cubicBezTo>
                  <a:pt x="57742" y="1204"/>
                  <a:pt x="57825" y="1155"/>
                  <a:pt x="57825" y="1094"/>
                </a:cubicBezTo>
                <a:cubicBezTo>
                  <a:pt x="57825" y="1031"/>
                  <a:pt x="57732" y="980"/>
                  <a:pt x="57605" y="963"/>
                </a:cubicBezTo>
                <a:lnTo>
                  <a:pt x="575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5"/>
          <p:cNvSpPr txBox="1">
            <a:spLocks noGrp="1"/>
          </p:cNvSpPr>
          <p:nvPr>
            <p:ph type="subTitle" idx="1"/>
          </p:nvPr>
        </p:nvSpPr>
        <p:spPr>
          <a:xfrm>
            <a:off x="481062" y="3819295"/>
            <a:ext cx="4503621" cy="4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mn-lt"/>
              </a:rPr>
              <a:t>Kareem Mahmoud – b00097349</a:t>
            </a:r>
          </a:p>
          <a:p>
            <a:pPr marL="0" lvl="0" indent="0" algn="l" rtl="0">
              <a:spcBef>
                <a:spcPts val="0"/>
              </a:spcBef>
              <a:spcAft>
                <a:spcPts val="0"/>
              </a:spcAft>
              <a:buNone/>
            </a:pPr>
            <a:r>
              <a:rPr lang="en-US" dirty="0">
                <a:latin typeface="+mn-lt"/>
              </a:rPr>
              <a:t>Introduction to Arabic Digital Humanities ARA250</a:t>
            </a:r>
            <a:r>
              <a:rPr lang="ar-SA" dirty="0">
                <a:latin typeface="+mn-lt"/>
              </a:rPr>
              <a:t> </a:t>
            </a:r>
            <a:r>
              <a:rPr lang="en-US" dirty="0">
                <a:latin typeface="+mn-lt"/>
              </a:rPr>
              <a:t> </a:t>
            </a:r>
            <a:r>
              <a:rPr lang="en-US" dirty="0" err="1">
                <a:latin typeface="+mn-lt"/>
              </a:rPr>
              <a:t>Dr.May</a:t>
            </a:r>
            <a:r>
              <a:rPr lang="en-US" dirty="0">
                <a:latin typeface="+mn-lt"/>
              </a:rPr>
              <a:t> Zaki </a:t>
            </a:r>
            <a:endParaRPr dirty="0">
              <a:latin typeface="+mn-lt"/>
            </a:endParaRPr>
          </a:p>
        </p:txBody>
      </p:sp>
      <p:sp>
        <p:nvSpPr>
          <p:cNvPr id="565" name="Google Shape;565;p35"/>
          <p:cNvSpPr txBox="1">
            <a:spLocks noGrp="1"/>
          </p:cNvSpPr>
          <p:nvPr>
            <p:ph type="ctrTitle"/>
          </p:nvPr>
        </p:nvSpPr>
        <p:spPr>
          <a:xfrm>
            <a:off x="567624" y="1406962"/>
            <a:ext cx="4676100" cy="2083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3600" b="0" dirty="0">
                <a:latin typeface="+mj-lt"/>
              </a:rPr>
              <a:t>The Representation of the Islamic prayer (</a:t>
            </a:r>
            <a:r>
              <a:rPr lang="ar-SA" sz="3600" b="0" dirty="0">
                <a:latin typeface="+mj-lt"/>
              </a:rPr>
              <a:t>الصلاة</a:t>
            </a:r>
            <a:r>
              <a:rPr lang="en-US" sz="3600" b="0" dirty="0">
                <a:latin typeface="+mj-lt"/>
              </a:rPr>
              <a:t>) between the Quran and Hadith</a:t>
            </a:r>
            <a:endParaRPr sz="3600" b="0" dirty="0">
              <a:latin typeface="+mj-lt"/>
            </a:endParaRPr>
          </a:p>
        </p:txBody>
      </p:sp>
      <p:grpSp>
        <p:nvGrpSpPr>
          <p:cNvPr id="566" name="Google Shape;566;p35"/>
          <p:cNvGrpSpPr/>
          <p:nvPr/>
        </p:nvGrpSpPr>
        <p:grpSpPr>
          <a:xfrm>
            <a:off x="4575763" y="539496"/>
            <a:ext cx="2838640" cy="956025"/>
            <a:chOff x="-3849654" y="-595962"/>
            <a:chExt cx="6776415" cy="2282228"/>
          </a:xfrm>
        </p:grpSpPr>
        <p:sp>
          <p:nvSpPr>
            <p:cNvPr id="567" name="Google Shape;567;p35"/>
            <p:cNvSpPr/>
            <p:nvPr/>
          </p:nvSpPr>
          <p:spPr>
            <a:xfrm>
              <a:off x="-3835967" y="-595962"/>
              <a:ext cx="6762728" cy="2281394"/>
            </a:xfrm>
            <a:custGeom>
              <a:avLst/>
              <a:gdLst/>
              <a:ahLst/>
              <a:cxnLst/>
              <a:rect l="l" t="t" r="r" b="b"/>
              <a:pathLst>
                <a:path w="40516" h="13668" extrusionOk="0">
                  <a:moveTo>
                    <a:pt x="10959" y="1"/>
                  </a:moveTo>
                  <a:cubicBezTo>
                    <a:pt x="8739" y="1"/>
                    <a:pt x="6307" y="1140"/>
                    <a:pt x="5018" y="2683"/>
                  </a:cubicBezTo>
                  <a:cubicBezTo>
                    <a:pt x="4049" y="3842"/>
                    <a:pt x="3268" y="5504"/>
                    <a:pt x="3112" y="7009"/>
                  </a:cubicBezTo>
                  <a:cubicBezTo>
                    <a:pt x="2019" y="7179"/>
                    <a:pt x="984" y="7845"/>
                    <a:pt x="492" y="8835"/>
                  </a:cubicBezTo>
                  <a:cubicBezTo>
                    <a:pt x="0" y="9823"/>
                    <a:pt x="126" y="11122"/>
                    <a:pt x="889" y="11922"/>
                  </a:cubicBezTo>
                  <a:cubicBezTo>
                    <a:pt x="1543" y="12605"/>
                    <a:pt x="2603" y="12849"/>
                    <a:pt x="3671" y="12849"/>
                  </a:cubicBezTo>
                  <a:cubicBezTo>
                    <a:pt x="4552" y="12849"/>
                    <a:pt x="5439" y="12683"/>
                    <a:pt x="6108" y="12458"/>
                  </a:cubicBezTo>
                  <a:cubicBezTo>
                    <a:pt x="6414" y="12358"/>
                    <a:pt x="6721" y="12234"/>
                    <a:pt x="7042" y="12234"/>
                  </a:cubicBezTo>
                  <a:cubicBezTo>
                    <a:pt x="7045" y="12234"/>
                    <a:pt x="7049" y="12234"/>
                    <a:pt x="7052" y="12234"/>
                  </a:cubicBezTo>
                  <a:cubicBezTo>
                    <a:pt x="7453" y="12239"/>
                    <a:pt x="7818" y="12440"/>
                    <a:pt x="8189" y="12591"/>
                  </a:cubicBezTo>
                  <a:cubicBezTo>
                    <a:pt x="8908" y="12883"/>
                    <a:pt x="9676" y="12994"/>
                    <a:pt x="10453" y="12994"/>
                  </a:cubicBezTo>
                  <a:cubicBezTo>
                    <a:pt x="11170" y="12994"/>
                    <a:pt x="11895" y="12900"/>
                    <a:pt x="12597" y="12766"/>
                  </a:cubicBezTo>
                  <a:cubicBezTo>
                    <a:pt x="13009" y="12688"/>
                    <a:pt x="13487" y="12547"/>
                    <a:pt x="13985" y="12405"/>
                  </a:cubicBezTo>
                  <a:cubicBezTo>
                    <a:pt x="14741" y="12189"/>
                    <a:pt x="15548" y="11970"/>
                    <a:pt x="16249" y="11970"/>
                  </a:cubicBezTo>
                  <a:cubicBezTo>
                    <a:pt x="16431" y="11970"/>
                    <a:pt x="16607" y="11985"/>
                    <a:pt x="16772" y="12018"/>
                  </a:cubicBezTo>
                  <a:cubicBezTo>
                    <a:pt x="17655" y="12196"/>
                    <a:pt x="18584" y="12946"/>
                    <a:pt x="19511" y="13199"/>
                  </a:cubicBezTo>
                  <a:cubicBezTo>
                    <a:pt x="20586" y="13491"/>
                    <a:pt x="21754" y="13667"/>
                    <a:pt x="22915" y="13667"/>
                  </a:cubicBezTo>
                  <a:cubicBezTo>
                    <a:pt x="23972" y="13667"/>
                    <a:pt x="25023" y="13521"/>
                    <a:pt x="25993" y="13185"/>
                  </a:cubicBezTo>
                  <a:cubicBezTo>
                    <a:pt x="26414" y="13039"/>
                    <a:pt x="26822" y="12852"/>
                    <a:pt x="27258" y="12759"/>
                  </a:cubicBezTo>
                  <a:cubicBezTo>
                    <a:pt x="27985" y="12605"/>
                    <a:pt x="28714" y="12569"/>
                    <a:pt x="29445" y="12569"/>
                  </a:cubicBezTo>
                  <a:cubicBezTo>
                    <a:pt x="30076" y="12569"/>
                    <a:pt x="30707" y="12595"/>
                    <a:pt x="31338" y="12595"/>
                  </a:cubicBezTo>
                  <a:cubicBezTo>
                    <a:pt x="31778" y="12595"/>
                    <a:pt x="32218" y="12582"/>
                    <a:pt x="32658" y="12539"/>
                  </a:cubicBezTo>
                  <a:cubicBezTo>
                    <a:pt x="33006" y="12503"/>
                    <a:pt x="33329" y="12489"/>
                    <a:pt x="33640" y="12489"/>
                  </a:cubicBezTo>
                  <a:cubicBezTo>
                    <a:pt x="34610" y="12489"/>
                    <a:pt x="35455" y="12627"/>
                    <a:pt x="36556" y="12695"/>
                  </a:cubicBezTo>
                  <a:cubicBezTo>
                    <a:pt x="36874" y="12713"/>
                    <a:pt x="37259" y="12733"/>
                    <a:pt x="37659" y="12733"/>
                  </a:cubicBezTo>
                  <a:cubicBezTo>
                    <a:pt x="38373" y="12733"/>
                    <a:pt x="39135" y="12670"/>
                    <a:pt x="39658" y="12422"/>
                  </a:cubicBezTo>
                  <a:cubicBezTo>
                    <a:pt x="40129" y="12198"/>
                    <a:pt x="40515" y="11723"/>
                    <a:pt x="40483" y="11203"/>
                  </a:cubicBezTo>
                  <a:cubicBezTo>
                    <a:pt x="40469" y="10960"/>
                    <a:pt x="40366" y="10730"/>
                    <a:pt x="40244" y="10519"/>
                  </a:cubicBezTo>
                  <a:cubicBezTo>
                    <a:pt x="39944" y="10011"/>
                    <a:pt x="39492" y="9576"/>
                    <a:pt x="38932" y="9391"/>
                  </a:cubicBezTo>
                  <a:cubicBezTo>
                    <a:pt x="38752" y="9331"/>
                    <a:pt x="38560" y="9300"/>
                    <a:pt x="38369" y="9300"/>
                  </a:cubicBezTo>
                  <a:cubicBezTo>
                    <a:pt x="37969" y="9300"/>
                    <a:pt x="37571" y="9435"/>
                    <a:pt x="37284" y="9711"/>
                  </a:cubicBezTo>
                  <a:cubicBezTo>
                    <a:pt x="37368" y="8463"/>
                    <a:pt x="36023" y="7363"/>
                    <a:pt x="34842" y="7363"/>
                  </a:cubicBezTo>
                  <a:cubicBezTo>
                    <a:pt x="34804" y="7363"/>
                    <a:pt x="34766" y="7364"/>
                    <a:pt x="34728" y="7366"/>
                  </a:cubicBezTo>
                  <a:cubicBezTo>
                    <a:pt x="33642" y="7432"/>
                    <a:pt x="32662" y="8333"/>
                    <a:pt x="32507" y="9413"/>
                  </a:cubicBezTo>
                  <a:cubicBezTo>
                    <a:pt x="32118" y="8923"/>
                    <a:pt x="31619" y="8490"/>
                    <a:pt x="31015" y="8329"/>
                  </a:cubicBezTo>
                  <a:cubicBezTo>
                    <a:pt x="30869" y="8290"/>
                    <a:pt x="30716" y="8270"/>
                    <a:pt x="30564" y="8270"/>
                  </a:cubicBezTo>
                  <a:cubicBezTo>
                    <a:pt x="30083" y="8270"/>
                    <a:pt x="29603" y="8465"/>
                    <a:pt x="29335" y="8857"/>
                  </a:cubicBezTo>
                  <a:cubicBezTo>
                    <a:pt x="29259" y="7601"/>
                    <a:pt x="28521" y="6386"/>
                    <a:pt x="27572" y="5588"/>
                  </a:cubicBezTo>
                  <a:cubicBezTo>
                    <a:pt x="27003" y="5110"/>
                    <a:pt x="26302" y="4783"/>
                    <a:pt x="25561" y="4693"/>
                  </a:cubicBezTo>
                  <a:cubicBezTo>
                    <a:pt x="25419" y="4676"/>
                    <a:pt x="25277" y="4667"/>
                    <a:pt x="25135" y="4667"/>
                  </a:cubicBezTo>
                  <a:cubicBezTo>
                    <a:pt x="23673" y="4667"/>
                    <a:pt x="22228" y="5549"/>
                    <a:pt x="21597" y="6875"/>
                  </a:cubicBezTo>
                  <a:cubicBezTo>
                    <a:pt x="21050" y="5854"/>
                    <a:pt x="19954" y="5241"/>
                    <a:pt x="18923" y="5241"/>
                  </a:cubicBezTo>
                  <a:cubicBezTo>
                    <a:pt x="17982" y="5241"/>
                    <a:pt x="17096" y="5751"/>
                    <a:pt x="16727" y="6925"/>
                  </a:cubicBezTo>
                  <a:cubicBezTo>
                    <a:pt x="17445" y="4641"/>
                    <a:pt x="15224" y="1533"/>
                    <a:pt x="13332" y="539"/>
                  </a:cubicBezTo>
                  <a:cubicBezTo>
                    <a:pt x="12622" y="166"/>
                    <a:pt x="11806" y="1"/>
                    <a:pt x="109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5"/>
            <p:cNvSpPr/>
            <p:nvPr/>
          </p:nvSpPr>
          <p:spPr>
            <a:xfrm>
              <a:off x="-3849654" y="2093"/>
              <a:ext cx="6557256" cy="1684172"/>
            </a:xfrm>
            <a:custGeom>
              <a:avLst/>
              <a:gdLst/>
              <a:ahLst/>
              <a:cxnLst/>
              <a:rect l="l" t="t" r="r" b="b"/>
              <a:pathLst>
                <a:path w="39285" h="10090" extrusionOk="0">
                  <a:moveTo>
                    <a:pt x="9924" y="1"/>
                  </a:moveTo>
                  <a:cubicBezTo>
                    <a:pt x="9547" y="1"/>
                    <a:pt x="9171" y="31"/>
                    <a:pt x="8800" y="92"/>
                  </a:cubicBezTo>
                  <a:cubicBezTo>
                    <a:pt x="6167" y="525"/>
                    <a:pt x="4582" y="2600"/>
                    <a:pt x="4488" y="5215"/>
                  </a:cubicBezTo>
                  <a:cubicBezTo>
                    <a:pt x="4082" y="4795"/>
                    <a:pt x="3549" y="4607"/>
                    <a:pt x="3009" y="4607"/>
                  </a:cubicBezTo>
                  <a:cubicBezTo>
                    <a:pt x="2379" y="4607"/>
                    <a:pt x="1739" y="4863"/>
                    <a:pt x="1276" y="5305"/>
                  </a:cubicBezTo>
                  <a:cubicBezTo>
                    <a:pt x="1" y="6521"/>
                    <a:pt x="476" y="8358"/>
                    <a:pt x="2022" y="8979"/>
                  </a:cubicBezTo>
                  <a:cubicBezTo>
                    <a:pt x="2577" y="9203"/>
                    <a:pt x="3196" y="9297"/>
                    <a:pt x="3824" y="9297"/>
                  </a:cubicBezTo>
                  <a:cubicBezTo>
                    <a:pt x="4661" y="9297"/>
                    <a:pt x="5514" y="9130"/>
                    <a:pt x="6254" y="8882"/>
                  </a:cubicBezTo>
                  <a:cubicBezTo>
                    <a:pt x="6560" y="8782"/>
                    <a:pt x="6867" y="8658"/>
                    <a:pt x="7190" y="8658"/>
                  </a:cubicBezTo>
                  <a:cubicBezTo>
                    <a:pt x="7193" y="8658"/>
                    <a:pt x="7197" y="8658"/>
                    <a:pt x="7200" y="8658"/>
                  </a:cubicBezTo>
                  <a:cubicBezTo>
                    <a:pt x="7601" y="8663"/>
                    <a:pt x="7966" y="8864"/>
                    <a:pt x="8336" y="9015"/>
                  </a:cubicBezTo>
                  <a:cubicBezTo>
                    <a:pt x="9055" y="9307"/>
                    <a:pt x="9823" y="9418"/>
                    <a:pt x="10600" y="9418"/>
                  </a:cubicBezTo>
                  <a:cubicBezTo>
                    <a:pt x="11317" y="9418"/>
                    <a:pt x="12042" y="9324"/>
                    <a:pt x="12745" y="9190"/>
                  </a:cubicBezTo>
                  <a:cubicBezTo>
                    <a:pt x="13156" y="9112"/>
                    <a:pt x="13634" y="8971"/>
                    <a:pt x="14131" y="8829"/>
                  </a:cubicBezTo>
                  <a:cubicBezTo>
                    <a:pt x="14891" y="8612"/>
                    <a:pt x="15699" y="8393"/>
                    <a:pt x="16403" y="8393"/>
                  </a:cubicBezTo>
                  <a:cubicBezTo>
                    <a:pt x="16583" y="8393"/>
                    <a:pt x="16756" y="8407"/>
                    <a:pt x="16920" y="8440"/>
                  </a:cubicBezTo>
                  <a:cubicBezTo>
                    <a:pt x="17801" y="8617"/>
                    <a:pt x="18730" y="9367"/>
                    <a:pt x="19658" y="9620"/>
                  </a:cubicBezTo>
                  <a:cubicBezTo>
                    <a:pt x="20732" y="9913"/>
                    <a:pt x="21900" y="10089"/>
                    <a:pt x="23061" y="10089"/>
                  </a:cubicBezTo>
                  <a:cubicBezTo>
                    <a:pt x="24119" y="10089"/>
                    <a:pt x="25171" y="9943"/>
                    <a:pt x="26141" y="9606"/>
                  </a:cubicBezTo>
                  <a:cubicBezTo>
                    <a:pt x="26562" y="9460"/>
                    <a:pt x="26970" y="9275"/>
                    <a:pt x="27406" y="9182"/>
                  </a:cubicBezTo>
                  <a:cubicBezTo>
                    <a:pt x="28132" y="9027"/>
                    <a:pt x="28862" y="8991"/>
                    <a:pt x="29593" y="8991"/>
                  </a:cubicBezTo>
                  <a:cubicBezTo>
                    <a:pt x="30222" y="8991"/>
                    <a:pt x="30851" y="9017"/>
                    <a:pt x="31481" y="9017"/>
                  </a:cubicBezTo>
                  <a:cubicBezTo>
                    <a:pt x="31922" y="9017"/>
                    <a:pt x="32364" y="9004"/>
                    <a:pt x="32804" y="8960"/>
                  </a:cubicBezTo>
                  <a:cubicBezTo>
                    <a:pt x="33151" y="8925"/>
                    <a:pt x="33472" y="8911"/>
                    <a:pt x="33781" y="8911"/>
                  </a:cubicBezTo>
                  <a:cubicBezTo>
                    <a:pt x="34754" y="8911"/>
                    <a:pt x="35600" y="9050"/>
                    <a:pt x="36704" y="9116"/>
                  </a:cubicBezTo>
                  <a:cubicBezTo>
                    <a:pt x="37004" y="9134"/>
                    <a:pt x="37469" y="9212"/>
                    <a:pt x="37904" y="9212"/>
                  </a:cubicBezTo>
                  <a:cubicBezTo>
                    <a:pt x="38265" y="9212"/>
                    <a:pt x="38605" y="9159"/>
                    <a:pt x="38812" y="8972"/>
                  </a:cubicBezTo>
                  <a:cubicBezTo>
                    <a:pt x="39284" y="8547"/>
                    <a:pt x="39103" y="7640"/>
                    <a:pt x="38587" y="7326"/>
                  </a:cubicBezTo>
                  <a:cubicBezTo>
                    <a:pt x="38374" y="7197"/>
                    <a:pt x="38131" y="7141"/>
                    <a:pt x="37883" y="7141"/>
                  </a:cubicBezTo>
                  <a:cubicBezTo>
                    <a:pt x="37571" y="7141"/>
                    <a:pt x="37251" y="7230"/>
                    <a:pt x="36971" y="7371"/>
                  </a:cubicBezTo>
                  <a:cubicBezTo>
                    <a:pt x="36814" y="6381"/>
                    <a:pt x="35826" y="5635"/>
                    <a:pt x="34825" y="5635"/>
                  </a:cubicBezTo>
                  <a:cubicBezTo>
                    <a:pt x="34810" y="5635"/>
                    <a:pt x="34796" y="5635"/>
                    <a:pt x="34781" y="5636"/>
                  </a:cubicBezTo>
                  <a:cubicBezTo>
                    <a:pt x="33766" y="5658"/>
                    <a:pt x="32833" y="6374"/>
                    <a:pt x="32426" y="7307"/>
                  </a:cubicBezTo>
                  <a:cubicBezTo>
                    <a:pt x="32145" y="6699"/>
                    <a:pt x="31485" y="6290"/>
                    <a:pt x="30818" y="6290"/>
                  </a:cubicBezTo>
                  <a:cubicBezTo>
                    <a:pt x="30770" y="6290"/>
                    <a:pt x="30722" y="6292"/>
                    <a:pt x="30674" y="6296"/>
                  </a:cubicBezTo>
                  <a:cubicBezTo>
                    <a:pt x="29957" y="6364"/>
                    <a:pt x="29312" y="6913"/>
                    <a:pt x="29132" y="7609"/>
                  </a:cubicBezTo>
                  <a:cubicBezTo>
                    <a:pt x="28799" y="5803"/>
                    <a:pt x="27848" y="4379"/>
                    <a:pt x="25955" y="4009"/>
                  </a:cubicBezTo>
                  <a:cubicBezTo>
                    <a:pt x="25694" y="3958"/>
                    <a:pt x="25429" y="3933"/>
                    <a:pt x="25164" y="3933"/>
                  </a:cubicBezTo>
                  <a:cubicBezTo>
                    <a:pt x="24465" y="3933"/>
                    <a:pt x="23766" y="4107"/>
                    <a:pt x="23144" y="4427"/>
                  </a:cubicBezTo>
                  <a:cubicBezTo>
                    <a:pt x="22769" y="4622"/>
                    <a:pt x="21328" y="5591"/>
                    <a:pt x="21433" y="6150"/>
                  </a:cubicBezTo>
                  <a:cubicBezTo>
                    <a:pt x="21224" y="5045"/>
                    <a:pt x="20226" y="4139"/>
                    <a:pt x="19106" y="4039"/>
                  </a:cubicBezTo>
                  <a:cubicBezTo>
                    <a:pt x="19035" y="4033"/>
                    <a:pt x="18965" y="4030"/>
                    <a:pt x="18895" y="4030"/>
                  </a:cubicBezTo>
                  <a:cubicBezTo>
                    <a:pt x="17844" y="4030"/>
                    <a:pt x="16815" y="4717"/>
                    <a:pt x="16438" y="5703"/>
                  </a:cubicBezTo>
                  <a:cubicBezTo>
                    <a:pt x="16297" y="3933"/>
                    <a:pt x="15308" y="2266"/>
                    <a:pt x="13864" y="1233"/>
                  </a:cubicBezTo>
                  <a:cubicBezTo>
                    <a:pt x="12725" y="420"/>
                    <a:pt x="11324" y="1"/>
                    <a:pt x="99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9" name="Google Shape;569;p35"/>
          <p:cNvSpPr/>
          <p:nvPr/>
        </p:nvSpPr>
        <p:spPr>
          <a:xfrm>
            <a:off x="6559206" y="935905"/>
            <a:ext cx="322551" cy="329547"/>
          </a:xfrm>
          <a:custGeom>
            <a:avLst/>
            <a:gdLst/>
            <a:ahLst/>
            <a:cxnLst/>
            <a:rect l="l" t="t" r="r" b="b"/>
            <a:pathLst>
              <a:path w="4565" h="4664" extrusionOk="0">
                <a:moveTo>
                  <a:pt x="3082" y="0"/>
                </a:moveTo>
                <a:lnTo>
                  <a:pt x="1839" y="1064"/>
                </a:lnTo>
                <a:lnTo>
                  <a:pt x="259" y="645"/>
                </a:lnTo>
                <a:lnTo>
                  <a:pt x="889" y="2155"/>
                </a:lnTo>
                <a:lnTo>
                  <a:pt x="1" y="3527"/>
                </a:lnTo>
                <a:lnTo>
                  <a:pt x="1630" y="3394"/>
                </a:lnTo>
                <a:lnTo>
                  <a:pt x="2662" y="4664"/>
                </a:lnTo>
                <a:lnTo>
                  <a:pt x="3041" y="3074"/>
                </a:lnTo>
                <a:lnTo>
                  <a:pt x="4565" y="2485"/>
                </a:lnTo>
                <a:lnTo>
                  <a:pt x="3170" y="1633"/>
                </a:lnTo>
                <a:lnTo>
                  <a:pt x="308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5"/>
          <p:cNvSpPr/>
          <p:nvPr/>
        </p:nvSpPr>
        <p:spPr>
          <a:xfrm>
            <a:off x="5718031" y="387105"/>
            <a:ext cx="1077951" cy="1296212"/>
          </a:xfrm>
          <a:custGeom>
            <a:avLst/>
            <a:gdLst/>
            <a:ahLst/>
            <a:cxnLst/>
            <a:rect l="l" t="t" r="r" b="b"/>
            <a:pathLst>
              <a:path w="15256" h="18345" extrusionOk="0">
                <a:moveTo>
                  <a:pt x="8596" y="1"/>
                </a:moveTo>
                <a:cubicBezTo>
                  <a:pt x="6911" y="1"/>
                  <a:pt x="4401" y="519"/>
                  <a:pt x="2337" y="3098"/>
                </a:cubicBezTo>
                <a:cubicBezTo>
                  <a:pt x="1191" y="4527"/>
                  <a:pt x="1" y="6908"/>
                  <a:pt x="169" y="9986"/>
                </a:cubicBezTo>
                <a:cubicBezTo>
                  <a:pt x="300" y="12356"/>
                  <a:pt x="1445" y="14205"/>
                  <a:pt x="2542" y="15526"/>
                </a:cubicBezTo>
                <a:cubicBezTo>
                  <a:pt x="4160" y="17477"/>
                  <a:pt x="6470" y="18345"/>
                  <a:pt x="8715" y="18345"/>
                </a:cubicBezTo>
                <a:cubicBezTo>
                  <a:pt x="11443" y="18345"/>
                  <a:pt x="14075" y="17064"/>
                  <a:pt x="15255" y="14892"/>
                </a:cubicBezTo>
                <a:lnTo>
                  <a:pt x="15255" y="14892"/>
                </a:lnTo>
                <a:cubicBezTo>
                  <a:pt x="15255" y="14892"/>
                  <a:pt x="13744" y="16347"/>
                  <a:pt x="11330" y="16548"/>
                </a:cubicBezTo>
                <a:cubicBezTo>
                  <a:pt x="11162" y="16561"/>
                  <a:pt x="10991" y="16568"/>
                  <a:pt x="10818" y="16568"/>
                </a:cubicBezTo>
                <a:cubicBezTo>
                  <a:pt x="9513" y="16568"/>
                  <a:pt x="8059" y="16181"/>
                  <a:pt x="6773" y="15423"/>
                </a:cubicBezTo>
                <a:cubicBezTo>
                  <a:pt x="5581" y="14722"/>
                  <a:pt x="3706" y="12909"/>
                  <a:pt x="3235" y="9658"/>
                </a:cubicBezTo>
                <a:cubicBezTo>
                  <a:pt x="2494" y="4527"/>
                  <a:pt x="5353" y="2011"/>
                  <a:pt x="7703" y="909"/>
                </a:cubicBezTo>
                <a:cubicBezTo>
                  <a:pt x="9090" y="258"/>
                  <a:pt x="10492" y="236"/>
                  <a:pt x="10492" y="236"/>
                </a:cubicBezTo>
                <a:cubicBezTo>
                  <a:pt x="10492" y="236"/>
                  <a:pt x="9731" y="1"/>
                  <a:pt x="85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1" name="Google Shape;571;p35"/>
          <p:cNvGrpSpPr/>
          <p:nvPr/>
        </p:nvGrpSpPr>
        <p:grpSpPr>
          <a:xfrm>
            <a:off x="7414406" y="2749143"/>
            <a:ext cx="506188" cy="2394362"/>
            <a:chOff x="4073000" y="3119125"/>
            <a:chExt cx="133425" cy="631125"/>
          </a:xfrm>
        </p:grpSpPr>
        <p:sp>
          <p:nvSpPr>
            <p:cNvPr id="572" name="Google Shape;572;p35"/>
            <p:cNvSpPr/>
            <p:nvPr/>
          </p:nvSpPr>
          <p:spPr>
            <a:xfrm>
              <a:off x="4073000" y="3119125"/>
              <a:ext cx="133425" cy="631125"/>
            </a:xfrm>
            <a:custGeom>
              <a:avLst/>
              <a:gdLst/>
              <a:ahLst/>
              <a:cxnLst/>
              <a:rect l="l" t="t" r="r" b="b"/>
              <a:pathLst>
                <a:path w="5337" h="25245" extrusionOk="0">
                  <a:moveTo>
                    <a:pt x="2621" y="0"/>
                  </a:moveTo>
                  <a:lnTo>
                    <a:pt x="2445" y="1980"/>
                  </a:lnTo>
                  <a:lnTo>
                    <a:pt x="2011" y="1980"/>
                  </a:lnTo>
                  <a:lnTo>
                    <a:pt x="2011" y="2829"/>
                  </a:lnTo>
                  <a:cubicBezTo>
                    <a:pt x="2011" y="2829"/>
                    <a:pt x="130" y="3537"/>
                    <a:pt x="349" y="5658"/>
                  </a:cubicBezTo>
                  <a:lnTo>
                    <a:pt x="1" y="5940"/>
                  </a:lnTo>
                  <a:lnTo>
                    <a:pt x="262" y="6223"/>
                  </a:lnTo>
                  <a:lnTo>
                    <a:pt x="262" y="8299"/>
                  </a:lnTo>
                  <a:lnTo>
                    <a:pt x="1" y="8299"/>
                  </a:lnTo>
                  <a:lnTo>
                    <a:pt x="1" y="9006"/>
                  </a:lnTo>
                  <a:lnTo>
                    <a:pt x="584" y="9006"/>
                  </a:lnTo>
                  <a:lnTo>
                    <a:pt x="650" y="25245"/>
                  </a:lnTo>
                  <a:lnTo>
                    <a:pt x="4686" y="25245"/>
                  </a:lnTo>
                  <a:lnTo>
                    <a:pt x="4753" y="9006"/>
                  </a:lnTo>
                  <a:lnTo>
                    <a:pt x="5336" y="9006"/>
                  </a:lnTo>
                  <a:lnTo>
                    <a:pt x="5336" y="8299"/>
                  </a:lnTo>
                  <a:lnTo>
                    <a:pt x="5065" y="8299"/>
                  </a:lnTo>
                  <a:lnTo>
                    <a:pt x="5065" y="6223"/>
                  </a:lnTo>
                  <a:lnTo>
                    <a:pt x="5062" y="6223"/>
                  </a:lnTo>
                  <a:lnTo>
                    <a:pt x="5332" y="5940"/>
                  </a:lnTo>
                  <a:lnTo>
                    <a:pt x="4971" y="5658"/>
                  </a:lnTo>
                  <a:cubicBezTo>
                    <a:pt x="5197" y="3536"/>
                    <a:pt x="3253" y="2829"/>
                    <a:pt x="3253" y="2829"/>
                  </a:cubicBezTo>
                  <a:lnTo>
                    <a:pt x="3253" y="1980"/>
                  </a:lnTo>
                  <a:lnTo>
                    <a:pt x="2802" y="1980"/>
                  </a:lnTo>
                  <a:lnTo>
                    <a:pt x="262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5"/>
            <p:cNvSpPr/>
            <p:nvPr/>
          </p:nvSpPr>
          <p:spPr>
            <a:xfrm>
              <a:off x="4117800" y="3257825"/>
              <a:ext cx="43750" cy="67250"/>
            </a:xfrm>
            <a:custGeom>
              <a:avLst/>
              <a:gdLst/>
              <a:ahLst/>
              <a:cxnLst/>
              <a:rect l="l" t="t" r="r" b="b"/>
              <a:pathLst>
                <a:path w="1750" h="2690" extrusionOk="0">
                  <a:moveTo>
                    <a:pt x="875" y="0"/>
                  </a:moveTo>
                  <a:cubicBezTo>
                    <a:pt x="1" y="0"/>
                    <a:pt x="1" y="796"/>
                    <a:pt x="1" y="796"/>
                  </a:cubicBezTo>
                  <a:lnTo>
                    <a:pt x="1" y="2688"/>
                  </a:lnTo>
                  <a:lnTo>
                    <a:pt x="1" y="2689"/>
                  </a:lnTo>
                  <a:lnTo>
                    <a:pt x="1749" y="2689"/>
                  </a:lnTo>
                  <a:lnTo>
                    <a:pt x="1749" y="697"/>
                  </a:lnTo>
                  <a:cubicBezTo>
                    <a:pt x="1749" y="697"/>
                    <a:pt x="1749" y="0"/>
                    <a:pt x="8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5"/>
            <p:cNvSpPr/>
            <p:nvPr/>
          </p:nvSpPr>
          <p:spPr>
            <a:xfrm>
              <a:off x="4087525" y="3261325"/>
              <a:ext cx="12075" cy="63700"/>
            </a:xfrm>
            <a:custGeom>
              <a:avLst/>
              <a:gdLst/>
              <a:ahLst/>
              <a:cxnLst/>
              <a:rect l="l" t="t" r="r" b="b"/>
              <a:pathLst>
                <a:path w="483" h="2548" extrusionOk="0">
                  <a:moveTo>
                    <a:pt x="242" y="1"/>
                  </a:moveTo>
                  <a:cubicBezTo>
                    <a:pt x="0" y="1"/>
                    <a:pt x="0" y="756"/>
                    <a:pt x="0" y="756"/>
                  </a:cubicBezTo>
                  <a:lnTo>
                    <a:pt x="0" y="2548"/>
                  </a:lnTo>
                  <a:lnTo>
                    <a:pt x="482" y="2548"/>
                  </a:lnTo>
                  <a:lnTo>
                    <a:pt x="482" y="662"/>
                  </a:lnTo>
                  <a:cubicBezTo>
                    <a:pt x="482" y="662"/>
                    <a:pt x="482" y="1"/>
                    <a:pt x="2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5"/>
            <p:cNvSpPr/>
            <p:nvPr/>
          </p:nvSpPr>
          <p:spPr>
            <a:xfrm>
              <a:off x="4178650" y="3262150"/>
              <a:ext cx="12025" cy="63650"/>
            </a:xfrm>
            <a:custGeom>
              <a:avLst/>
              <a:gdLst/>
              <a:ahLst/>
              <a:cxnLst/>
              <a:rect l="l" t="t" r="r" b="b"/>
              <a:pathLst>
                <a:path w="481" h="2546" extrusionOk="0">
                  <a:moveTo>
                    <a:pt x="240" y="0"/>
                  </a:moveTo>
                  <a:cubicBezTo>
                    <a:pt x="0" y="0"/>
                    <a:pt x="0" y="754"/>
                    <a:pt x="0" y="754"/>
                  </a:cubicBezTo>
                  <a:lnTo>
                    <a:pt x="0" y="2546"/>
                  </a:lnTo>
                  <a:lnTo>
                    <a:pt x="481" y="2546"/>
                  </a:lnTo>
                  <a:lnTo>
                    <a:pt x="481" y="661"/>
                  </a:lnTo>
                  <a:cubicBezTo>
                    <a:pt x="481" y="661"/>
                    <a:pt x="481" y="0"/>
                    <a:pt x="2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6" name="Google Shape;576;p35"/>
          <p:cNvGrpSpPr/>
          <p:nvPr/>
        </p:nvGrpSpPr>
        <p:grpSpPr>
          <a:xfrm>
            <a:off x="5133514" y="3289191"/>
            <a:ext cx="328164" cy="1854315"/>
            <a:chOff x="4526525" y="3189275"/>
            <a:chExt cx="86500" cy="488775"/>
          </a:xfrm>
        </p:grpSpPr>
        <p:sp>
          <p:nvSpPr>
            <p:cNvPr id="577" name="Google Shape;577;p35"/>
            <p:cNvSpPr/>
            <p:nvPr/>
          </p:nvSpPr>
          <p:spPr>
            <a:xfrm>
              <a:off x="4526525" y="3189275"/>
              <a:ext cx="86500" cy="488775"/>
            </a:xfrm>
            <a:custGeom>
              <a:avLst/>
              <a:gdLst/>
              <a:ahLst/>
              <a:cxnLst/>
              <a:rect l="l" t="t" r="r" b="b"/>
              <a:pathLst>
                <a:path w="3460" h="19551" extrusionOk="0">
                  <a:moveTo>
                    <a:pt x="1701" y="0"/>
                  </a:moveTo>
                  <a:lnTo>
                    <a:pt x="1587" y="1285"/>
                  </a:lnTo>
                  <a:lnTo>
                    <a:pt x="1303" y="1285"/>
                  </a:lnTo>
                  <a:lnTo>
                    <a:pt x="1303" y="1834"/>
                  </a:lnTo>
                  <a:cubicBezTo>
                    <a:pt x="1303" y="1834"/>
                    <a:pt x="85" y="2293"/>
                    <a:pt x="227" y="3669"/>
                  </a:cubicBezTo>
                  <a:lnTo>
                    <a:pt x="0" y="3851"/>
                  </a:lnTo>
                  <a:lnTo>
                    <a:pt x="170" y="4034"/>
                  </a:lnTo>
                  <a:lnTo>
                    <a:pt x="170" y="5381"/>
                  </a:lnTo>
                  <a:lnTo>
                    <a:pt x="0" y="5381"/>
                  </a:lnTo>
                  <a:lnTo>
                    <a:pt x="0" y="5839"/>
                  </a:lnTo>
                  <a:lnTo>
                    <a:pt x="378" y="5839"/>
                  </a:lnTo>
                  <a:lnTo>
                    <a:pt x="435" y="19550"/>
                  </a:lnTo>
                  <a:lnTo>
                    <a:pt x="3438" y="19550"/>
                  </a:lnTo>
                  <a:lnTo>
                    <a:pt x="3081" y="5839"/>
                  </a:lnTo>
                  <a:lnTo>
                    <a:pt x="3459" y="5839"/>
                  </a:lnTo>
                  <a:lnTo>
                    <a:pt x="3459" y="5381"/>
                  </a:lnTo>
                  <a:lnTo>
                    <a:pt x="3284" y="5381"/>
                  </a:lnTo>
                  <a:lnTo>
                    <a:pt x="3284" y="4034"/>
                  </a:lnTo>
                  <a:lnTo>
                    <a:pt x="3459" y="3851"/>
                  </a:lnTo>
                  <a:lnTo>
                    <a:pt x="3226" y="3669"/>
                  </a:lnTo>
                  <a:cubicBezTo>
                    <a:pt x="3372" y="2293"/>
                    <a:pt x="2112" y="1834"/>
                    <a:pt x="2112" y="1834"/>
                  </a:cubicBezTo>
                  <a:lnTo>
                    <a:pt x="2112" y="1285"/>
                  </a:lnTo>
                  <a:lnTo>
                    <a:pt x="1819" y="1285"/>
                  </a:lnTo>
                  <a:lnTo>
                    <a:pt x="170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5"/>
            <p:cNvSpPr/>
            <p:nvPr/>
          </p:nvSpPr>
          <p:spPr>
            <a:xfrm>
              <a:off x="4555575" y="3279175"/>
              <a:ext cx="28425" cy="43600"/>
            </a:xfrm>
            <a:custGeom>
              <a:avLst/>
              <a:gdLst/>
              <a:ahLst/>
              <a:cxnLst/>
              <a:rect l="l" t="t" r="r" b="b"/>
              <a:pathLst>
                <a:path w="1137" h="1744" extrusionOk="0">
                  <a:moveTo>
                    <a:pt x="569" y="1"/>
                  </a:moveTo>
                  <a:cubicBezTo>
                    <a:pt x="1" y="1"/>
                    <a:pt x="1" y="517"/>
                    <a:pt x="1" y="517"/>
                  </a:cubicBezTo>
                  <a:lnTo>
                    <a:pt x="1" y="1744"/>
                  </a:lnTo>
                  <a:lnTo>
                    <a:pt x="1136" y="1744"/>
                  </a:lnTo>
                  <a:lnTo>
                    <a:pt x="1136" y="452"/>
                  </a:lnTo>
                  <a:cubicBezTo>
                    <a:pt x="1136" y="452"/>
                    <a:pt x="1136" y="1"/>
                    <a:pt x="5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5"/>
            <p:cNvSpPr/>
            <p:nvPr/>
          </p:nvSpPr>
          <p:spPr>
            <a:xfrm>
              <a:off x="4536000" y="3281475"/>
              <a:ext cx="7825" cy="41300"/>
            </a:xfrm>
            <a:custGeom>
              <a:avLst/>
              <a:gdLst/>
              <a:ahLst/>
              <a:cxnLst/>
              <a:rect l="l" t="t" r="r" b="b"/>
              <a:pathLst>
                <a:path w="313" h="1652" extrusionOk="0">
                  <a:moveTo>
                    <a:pt x="157" y="0"/>
                  </a:moveTo>
                  <a:cubicBezTo>
                    <a:pt x="1" y="0"/>
                    <a:pt x="1" y="491"/>
                    <a:pt x="1" y="491"/>
                  </a:cubicBezTo>
                  <a:lnTo>
                    <a:pt x="1" y="1652"/>
                  </a:lnTo>
                  <a:lnTo>
                    <a:pt x="313" y="1652"/>
                  </a:lnTo>
                  <a:lnTo>
                    <a:pt x="313" y="429"/>
                  </a:lnTo>
                  <a:cubicBezTo>
                    <a:pt x="313" y="429"/>
                    <a:pt x="313" y="0"/>
                    <a:pt x="1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5"/>
            <p:cNvSpPr/>
            <p:nvPr/>
          </p:nvSpPr>
          <p:spPr>
            <a:xfrm>
              <a:off x="4595075" y="3282000"/>
              <a:ext cx="7875" cy="41300"/>
            </a:xfrm>
            <a:custGeom>
              <a:avLst/>
              <a:gdLst/>
              <a:ahLst/>
              <a:cxnLst/>
              <a:rect l="l" t="t" r="r" b="b"/>
              <a:pathLst>
                <a:path w="315" h="1652" extrusionOk="0">
                  <a:moveTo>
                    <a:pt x="157" y="0"/>
                  </a:moveTo>
                  <a:cubicBezTo>
                    <a:pt x="1" y="0"/>
                    <a:pt x="1" y="491"/>
                    <a:pt x="1" y="491"/>
                  </a:cubicBezTo>
                  <a:lnTo>
                    <a:pt x="1" y="1652"/>
                  </a:lnTo>
                  <a:lnTo>
                    <a:pt x="314" y="1652"/>
                  </a:lnTo>
                  <a:lnTo>
                    <a:pt x="314" y="429"/>
                  </a:lnTo>
                  <a:cubicBezTo>
                    <a:pt x="314" y="429"/>
                    <a:pt x="314" y="0"/>
                    <a:pt x="1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sp>
        <p:nvSpPr>
          <p:cNvPr id="597" name="Google Shape;597;p37"/>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mj-lt"/>
              </a:rPr>
              <a:t>Table of contents</a:t>
            </a:r>
            <a:endParaRPr dirty="0">
              <a:latin typeface="+mj-lt"/>
            </a:endParaRPr>
          </a:p>
        </p:txBody>
      </p:sp>
      <p:sp>
        <p:nvSpPr>
          <p:cNvPr id="602" name="Google Shape;602;p37"/>
          <p:cNvSpPr txBox="1">
            <a:spLocks noGrp="1"/>
          </p:cNvSpPr>
          <p:nvPr>
            <p:ph type="title" idx="5"/>
          </p:nvPr>
        </p:nvSpPr>
        <p:spPr>
          <a:xfrm>
            <a:off x="865613" y="1426987"/>
            <a:ext cx="392400" cy="86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1</a:t>
            </a:r>
            <a:endParaRPr dirty="0"/>
          </a:p>
        </p:txBody>
      </p:sp>
      <p:sp>
        <p:nvSpPr>
          <p:cNvPr id="605" name="Google Shape;605;p37"/>
          <p:cNvSpPr txBox="1">
            <a:spLocks noGrp="1"/>
          </p:cNvSpPr>
          <p:nvPr>
            <p:ph type="title" idx="8"/>
          </p:nvPr>
        </p:nvSpPr>
        <p:spPr>
          <a:xfrm>
            <a:off x="865613" y="2549875"/>
            <a:ext cx="392400" cy="86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2</a:t>
            </a:r>
            <a:endParaRPr dirty="0"/>
          </a:p>
        </p:txBody>
      </p:sp>
      <p:sp>
        <p:nvSpPr>
          <p:cNvPr id="609" name="Google Shape;609;p37"/>
          <p:cNvSpPr txBox="1">
            <a:spLocks noGrp="1"/>
          </p:cNvSpPr>
          <p:nvPr>
            <p:ph type="title" idx="15"/>
          </p:nvPr>
        </p:nvSpPr>
        <p:spPr>
          <a:xfrm>
            <a:off x="865613" y="3672763"/>
            <a:ext cx="392400" cy="86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3</a:t>
            </a:r>
            <a:endParaRPr dirty="0"/>
          </a:p>
        </p:txBody>
      </p:sp>
      <p:sp>
        <p:nvSpPr>
          <p:cNvPr id="610" name="Google Shape;610;p37"/>
          <p:cNvSpPr txBox="1">
            <a:spLocks noGrp="1"/>
          </p:cNvSpPr>
          <p:nvPr>
            <p:ph type="subTitle" idx="16"/>
          </p:nvPr>
        </p:nvSpPr>
        <p:spPr>
          <a:xfrm>
            <a:off x="1347506" y="1726365"/>
            <a:ext cx="23055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latin typeface="+mj-lt"/>
              </a:rPr>
              <a:t>Overview</a:t>
            </a:r>
            <a:endParaRPr dirty="0">
              <a:latin typeface="+mj-lt"/>
            </a:endParaRPr>
          </a:p>
        </p:txBody>
      </p:sp>
      <p:sp>
        <p:nvSpPr>
          <p:cNvPr id="613" name="Google Shape;613;p37"/>
          <p:cNvSpPr txBox="1">
            <a:spLocks noGrp="1"/>
          </p:cNvSpPr>
          <p:nvPr>
            <p:ph type="subTitle" idx="19"/>
          </p:nvPr>
        </p:nvSpPr>
        <p:spPr>
          <a:xfrm>
            <a:off x="1347506" y="3058876"/>
            <a:ext cx="2661585"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latin typeface="+mj-lt"/>
              </a:rPr>
              <a:t>Dataset and Tools</a:t>
            </a:r>
            <a:endParaRPr dirty="0">
              <a:latin typeface="+mj-lt"/>
            </a:endParaRPr>
          </a:p>
        </p:txBody>
      </p:sp>
      <p:sp>
        <p:nvSpPr>
          <p:cNvPr id="615" name="Google Shape;615;p37"/>
          <p:cNvSpPr txBox="1">
            <a:spLocks noGrp="1"/>
          </p:cNvSpPr>
          <p:nvPr>
            <p:ph type="subTitle" idx="21"/>
          </p:nvPr>
        </p:nvSpPr>
        <p:spPr>
          <a:xfrm>
            <a:off x="1347506" y="3868449"/>
            <a:ext cx="23055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Methodology </a:t>
            </a:r>
            <a:endParaRPr dirty="0"/>
          </a:p>
        </p:txBody>
      </p:sp>
      <p:grpSp>
        <p:nvGrpSpPr>
          <p:cNvPr id="616" name="Google Shape;616;p37"/>
          <p:cNvGrpSpPr/>
          <p:nvPr/>
        </p:nvGrpSpPr>
        <p:grpSpPr>
          <a:xfrm>
            <a:off x="7368358" y="402789"/>
            <a:ext cx="2124849" cy="1547641"/>
            <a:chOff x="390975" y="-879550"/>
            <a:chExt cx="1516125" cy="1104275"/>
          </a:xfrm>
        </p:grpSpPr>
        <p:sp>
          <p:nvSpPr>
            <p:cNvPr id="617" name="Google Shape;617;p37"/>
            <p:cNvSpPr/>
            <p:nvPr/>
          </p:nvSpPr>
          <p:spPr>
            <a:xfrm>
              <a:off x="390975" y="-879550"/>
              <a:ext cx="1514475" cy="1104275"/>
            </a:xfrm>
            <a:custGeom>
              <a:avLst/>
              <a:gdLst/>
              <a:ahLst/>
              <a:cxnLst/>
              <a:rect l="l" t="t" r="r" b="b"/>
              <a:pathLst>
                <a:path w="60579" h="44171" extrusionOk="0">
                  <a:moveTo>
                    <a:pt x="59573" y="1"/>
                  </a:moveTo>
                  <a:cubicBezTo>
                    <a:pt x="58295" y="1"/>
                    <a:pt x="57056" y="438"/>
                    <a:pt x="56015" y="1230"/>
                  </a:cubicBezTo>
                  <a:cubicBezTo>
                    <a:pt x="54702" y="2230"/>
                    <a:pt x="53832" y="3798"/>
                    <a:pt x="53676" y="5448"/>
                  </a:cubicBezTo>
                  <a:cubicBezTo>
                    <a:pt x="53253" y="5416"/>
                    <a:pt x="52812" y="5392"/>
                    <a:pt x="52371" y="5392"/>
                  </a:cubicBezTo>
                  <a:cubicBezTo>
                    <a:pt x="50891" y="5392"/>
                    <a:pt x="49405" y="5665"/>
                    <a:pt x="48573" y="6823"/>
                  </a:cubicBezTo>
                  <a:cubicBezTo>
                    <a:pt x="47432" y="3555"/>
                    <a:pt x="44387" y="1521"/>
                    <a:pt x="41022" y="1521"/>
                  </a:cubicBezTo>
                  <a:cubicBezTo>
                    <a:pt x="40632" y="1521"/>
                    <a:pt x="40239" y="1548"/>
                    <a:pt x="39843" y="1604"/>
                  </a:cubicBezTo>
                  <a:cubicBezTo>
                    <a:pt x="37572" y="1926"/>
                    <a:pt x="35461" y="3225"/>
                    <a:pt x="34043" y="4986"/>
                  </a:cubicBezTo>
                  <a:cubicBezTo>
                    <a:pt x="33057" y="6212"/>
                    <a:pt x="32357" y="7680"/>
                    <a:pt x="32169" y="9241"/>
                  </a:cubicBezTo>
                  <a:cubicBezTo>
                    <a:pt x="32020" y="10486"/>
                    <a:pt x="32011" y="11851"/>
                    <a:pt x="32890" y="12849"/>
                  </a:cubicBezTo>
                  <a:cubicBezTo>
                    <a:pt x="32523" y="13135"/>
                    <a:pt x="32222" y="13504"/>
                    <a:pt x="32018" y="13921"/>
                  </a:cubicBezTo>
                  <a:cubicBezTo>
                    <a:pt x="31404" y="13599"/>
                    <a:pt x="30715" y="13445"/>
                    <a:pt x="30022" y="13445"/>
                  </a:cubicBezTo>
                  <a:cubicBezTo>
                    <a:pt x="28894" y="13445"/>
                    <a:pt x="27755" y="13851"/>
                    <a:pt x="26909" y="14593"/>
                  </a:cubicBezTo>
                  <a:cubicBezTo>
                    <a:pt x="25449" y="15872"/>
                    <a:pt x="24836" y="18090"/>
                    <a:pt x="25467" y="19917"/>
                  </a:cubicBezTo>
                  <a:cubicBezTo>
                    <a:pt x="25594" y="20283"/>
                    <a:pt x="26074" y="21788"/>
                    <a:pt x="26473" y="21909"/>
                  </a:cubicBezTo>
                  <a:cubicBezTo>
                    <a:pt x="26367" y="21877"/>
                    <a:pt x="26258" y="21862"/>
                    <a:pt x="26149" y="21862"/>
                  </a:cubicBezTo>
                  <a:cubicBezTo>
                    <a:pt x="25756" y="21862"/>
                    <a:pt x="25360" y="22056"/>
                    <a:pt x="25071" y="22331"/>
                  </a:cubicBezTo>
                  <a:cubicBezTo>
                    <a:pt x="24704" y="22685"/>
                    <a:pt x="24476" y="23150"/>
                    <a:pt x="24254" y="23607"/>
                  </a:cubicBezTo>
                  <a:cubicBezTo>
                    <a:pt x="23740" y="23198"/>
                    <a:pt x="23211" y="22779"/>
                    <a:pt x="22586" y="22565"/>
                  </a:cubicBezTo>
                  <a:cubicBezTo>
                    <a:pt x="22235" y="22445"/>
                    <a:pt x="21896" y="22390"/>
                    <a:pt x="21572" y="22390"/>
                  </a:cubicBezTo>
                  <a:cubicBezTo>
                    <a:pt x="19026" y="22390"/>
                    <a:pt x="17380" y="25817"/>
                    <a:pt x="17839" y="28099"/>
                  </a:cubicBezTo>
                  <a:cubicBezTo>
                    <a:pt x="17627" y="28027"/>
                    <a:pt x="17403" y="27992"/>
                    <a:pt x="17179" y="27992"/>
                  </a:cubicBezTo>
                  <a:cubicBezTo>
                    <a:pt x="16695" y="27992"/>
                    <a:pt x="16210" y="28155"/>
                    <a:pt x="15835" y="28462"/>
                  </a:cubicBezTo>
                  <a:cubicBezTo>
                    <a:pt x="15285" y="28909"/>
                    <a:pt x="14990" y="29651"/>
                    <a:pt x="15080" y="30354"/>
                  </a:cubicBezTo>
                  <a:cubicBezTo>
                    <a:pt x="14977" y="30183"/>
                    <a:pt x="14776" y="30098"/>
                    <a:pt x="14574" y="30098"/>
                  </a:cubicBezTo>
                  <a:cubicBezTo>
                    <a:pt x="14500" y="30098"/>
                    <a:pt x="14426" y="30109"/>
                    <a:pt x="14357" y="30132"/>
                  </a:cubicBezTo>
                  <a:cubicBezTo>
                    <a:pt x="14099" y="30215"/>
                    <a:pt x="13899" y="30420"/>
                    <a:pt x="13740" y="30642"/>
                  </a:cubicBezTo>
                  <a:cubicBezTo>
                    <a:pt x="12447" y="32443"/>
                    <a:pt x="13872" y="33512"/>
                    <a:pt x="14373" y="35140"/>
                  </a:cubicBezTo>
                  <a:cubicBezTo>
                    <a:pt x="13465" y="35255"/>
                    <a:pt x="12543" y="35375"/>
                    <a:pt x="11695" y="35719"/>
                  </a:cubicBezTo>
                  <a:cubicBezTo>
                    <a:pt x="10849" y="36066"/>
                    <a:pt x="10069" y="36668"/>
                    <a:pt x="9720" y="37504"/>
                  </a:cubicBezTo>
                  <a:cubicBezTo>
                    <a:pt x="8727" y="36783"/>
                    <a:pt x="7500" y="36435"/>
                    <a:pt x="6273" y="36435"/>
                  </a:cubicBezTo>
                  <a:cubicBezTo>
                    <a:pt x="5738" y="36435"/>
                    <a:pt x="5203" y="36501"/>
                    <a:pt x="4687" y="36631"/>
                  </a:cubicBezTo>
                  <a:cubicBezTo>
                    <a:pt x="3936" y="36821"/>
                    <a:pt x="2875" y="37188"/>
                    <a:pt x="2355" y="37792"/>
                  </a:cubicBezTo>
                  <a:cubicBezTo>
                    <a:pt x="1777" y="38464"/>
                    <a:pt x="2185" y="39334"/>
                    <a:pt x="2580" y="40082"/>
                  </a:cubicBezTo>
                  <a:cubicBezTo>
                    <a:pt x="2449" y="40001"/>
                    <a:pt x="2305" y="39965"/>
                    <a:pt x="2159" y="39965"/>
                  </a:cubicBezTo>
                  <a:cubicBezTo>
                    <a:pt x="1744" y="39965"/>
                    <a:pt x="1311" y="40255"/>
                    <a:pt x="1108" y="40643"/>
                  </a:cubicBezTo>
                  <a:cubicBezTo>
                    <a:pt x="836" y="41168"/>
                    <a:pt x="871" y="41795"/>
                    <a:pt x="928" y="42384"/>
                  </a:cubicBezTo>
                  <a:cubicBezTo>
                    <a:pt x="511" y="42388"/>
                    <a:pt x="126" y="42745"/>
                    <a:pt x="88" y="43166"/>
                  </a:cubicBezTo>
                  <a:cubicBezTo>
                    <a:pt x="1" y="44106"/>
                    <a:pt x="987" y="44162"/>
                    <a:pt x="1624" y="44169"/>
                  </a:cubicBezTo>
                  <a:cubicBezTo>
                    <a:pt x="1665" y="44170"/>
                    <a:pt x="1705" y="44170"/>
                    <a:pt x="1746" y="44170"/>
                  </a:cubicBezTo>
                  <a:cubicBezTo>
                    <a:pt x="2906" y="44170"/>
                    <a:pt x="4136" y="43965"/>
                    <a:pt x="4849" y="42913"/>
                  </a:cubicBezTo>
                  <a:cubicBezTo>
                    <a:pt x="6472" y="43457"/>
                    <a:pt x="8638" y="43663"/>
                    <a:pt x="10371" y="43696"/>
                  </a:cubicBezTo>
                  <a:cubicBezTo>
                    <a:pt x="10468" y="43697"/>
                    <a:pt x="10566" y="43698"/>
                    <a:pt x="10664" y="43698"/>
                  </a:cubicBezTo>
                  <a:cubicBezTo>
                    <a:pt x="12076" y="43698"/>
                    <a:pt x="13601" y="43487"/>
                    <a:pt x="14491" y="42410"/>
                  </a:cubicBezTo>
                  <a:cubicBezTo>
                    <a:pt x="14910" y="43067"/>
                    <a:pt x="15717" y="43304"/>
                    <a:pt x="16517" y="43304"/>
                  </a:cubicBezTo>
                  <a:cubicBezTo>
                    <a:pt x="16726" y="43304"/>
                    <a:pt x="16935" y="43288"/>
                    <a:pt x="17136" y="43258"/>
                  </a:cubicBezTo>
                  <a:cubicBezTo>
                    <a:pt x="17971" y="43136"/>
                    <a:pt x="18799" y="42856"/>
                    <a:pt x="19632" y="42856"/>
                  </a:cubicBezTo>
                  <a:cubicBezTo>
                    <a:pt x="19768" y="42856"/>
                    <a:pt x="19904" y="42864"/>
                    <a:pt x="20040" y="42880"/>
                  </a:cubicBezTo>
                  <a:cubicBezTo>
                    <a:pt x="20467" y="42933"/>
                    <a:pt x="20890" y="43078"/>
                    <a:pt x="21319" y="43078"/>
                  </a:cubicBezTo>
                  <a:cubicBezTo>
                    <a:pt x="21352" y="43078"/>
                    <a:pt x="21385" y="43078"/>
                    <a:pt x="21418" y="43076"/>
                  </a:cubicBezTo>
                  <a:cubicBezTo>
                    <a:pt x="22870" y="42997"/>
                    <a:pt x="23593" y="41213"/>
                    <a:pt x="23544" y="39750"/>
                  </a:cubicBezTo>
                  <a:lnTo>
                    <a:pt x="23544" y="39750"/>
                  </a:lnTo>
                  <a:cubicBezTo>
                    <a:pt x="23744" y="39792"/>
                    <a:pt x="23946" y="39812"/>
                    <a:pt x="24147" y="39812"/>
                  </a:cubicBezTo>
                  <a:cubicBezTo>
                    <a:pt x="25920" y="39812"/>
                    <a:pt x="27636" y="38259"/>
                    <a:pt x="27675" y="36446"/>
                  </a:cubicBezTo>
                  <a:cubicBezTo>
                    <a:pt x="28057" y="36586"/>
                    <a:pt x="28461" y="36653"/>
                    <a:pt x="28866" y="36653"/>
                  </a:cubicBezTo>
                  <a:cubicBezTo>
                    <a:pt x="29743" y="36653"/>
                    <a:pt x="30621" y="36336"/>
                    <a:pt x="31275" y="35746"/>
                  </a:cubicBezTo>
                  <a:cubicBezTo>
                    <a:pt x="31470" y="36963"/>
                    <a:pt x="32624" y="37796"/>
                    <a:pt x="33782" y="38198"/>
                  </a:cubicBezTo>
                  <a:cubicBezTo>
                    <a:pt x="34550" y="38466"/>
                    <a:pt x="35359" y="38595"/>
                    <a:pt x="36170" y="38595"/>
                  </a:cubicBezTo>
                  <a:cubicBezTo>
                    <a:pt x="38287" y="38595"/>
                    <a:pt x="40414" y="37716"/>
                    <a:pt x="41845" y="36139"/>
                  </a:cubicBezTo>
                  <a:cubicBezTo>
                    <a:pt x="43068" y="35954"/>
                    <a:pt x="44265" y="35592"/>
                    <a:pt x="45390" y="35071"/>
                  </a:cubicBezTo>
                  <a:cubicBezTo>
                    <a:pt x="46292" y="34651"/>
                    <a:pt x="47275" y="33880"/>
                    <a:pt x="47114" y="32892"/>
                  </a:cubicBezTo>
                  <a:lnTo>
                    <a:pt x="47114" y="32892"/>
                  </a:lnTo>
                  <a:cubicBezTo>
                    <a:pt x="48037" y="33944"/>
                    <a:pt x="49434" y="34491"/>
                    <a:pt x="50825" y="34491"/>
                  </a:cubicBezTo>
                  <a:cubicBezTo>
                    <a:pt x="51907" y="34491"/>
                    <a:pt x="52986" y="34159"/>
                    <a:pt x="53833" y="33476"/>
                  </a:cubicBezTo>
                  <a:cubicBezTo>
                    <a:pt x="54773" y="34494"/>
                    <a:pt x="56092" y="35018"/>
                    <a:pt x="57408" y="35018"/>
                  </a:cubicBezTo>
                  <a:cubicBezTo>
                    <a:pt x="58550" y="35018"/>
                    <a:pt x="59690" y="34623"/>
                    <a:pt x="60577" y="33813"/>
                  </a:cubicBezTo>
                  <a:lnTo>
                    <a:pt x="60579" y="92"/>
                  </a:lnTo>
                  <a:cubicBezTo>
                    <a:pt x="60243" y="30"/>
                    <a:pt x="59906" y="1"/>
                    <a:pt x="595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7"/>
            <p:cNvSpPr/>
            <p:nvPr/>
          </p:nvSpPr>
          <p:spPr>
            <a:xfrm>
              <a:off x="726200" y="-784575"/>
              <a:ext cx="1180900" cy="914075"/>
            </a:xfrm>
            <a:custGeom>
              <a:avLst/>
              <a:gdLst/>
              <a:ahLst/>
              <a:cxnLst/>
              <a:rect l="l" t="t" r="r" b="b"/>
              <a:pathLst>
                <a:path w="47236" h="36563" extrusionOk="0">
                  <a:moveTo>
                    <a:pt x="27799" y="1"/>
                  </a:moveTo>
                  <a:cubicBezTo>
                    <a:pt x="25737" y="1"/>
                    <a:pt x="23667" y="863"/>
                    <a:pt x="22306" y="2398"/>
                  </a:cubicBezTo>
                  <a:cubicBezTo>
                    <a:pt x="20442" y="4501"/>
                    <a:pt x="20025" y="7740"/>
                    <a:pt x="21298" y="10236"/>
                  </a:cubicBezTo>
                  <a:cubicBezTo>
                    <a:pt x="20655" y="10312"/>
                    <a:pt x="20077" y="10777"/>
                    <a:pt x="19872" y="11383"/>
                  </a:cubicBezTo>
                  <a:cubicBezTo>
                    <a:pt x="19466" y="11273"/>
                    <a:pt x="19048" y="11221"/>
                    <a:pt x="18630" y="11221"/>
                  </a:cubicBezTo>
                  <a:cubicBezTo>
                    <a:pt x="17007" y="11221"/>
                    <a:pt x="15378" y="12011"/>
                    <a:pt x="14455" y="13335"/>
                  </a:cubicBezTo>
                  <a:cubicBezTo>
                    <a:pt x="13291" y="15001"/>
                    <a:pt x="13330" y="17392"/>
                    <a:pt x="14542" y="19022"/>
                  </a:cubicBezTo>
                  <a:cubicBezTo>
                    <a:pt x="14504" y="19021"/>
                    <a:pt x="14467" y="19020"/>
                    <a:pt x="14430" y="19020"/>
                  </a:cubicBezTo>
                  <a:cubicBezTo>
                    <a:pt x="12573" y="19020"/>
                    <a:pt x="10840" y="20592"/>
                    <a:pt x="10709" y="22425"/>
                  </a:cubicBezTo>
                  <a:cubicBezTo>
                    <a:pt x="10377" y="21470"/>
                    <a:pt x="9357" y="20827"/>
                    <a:pt x="8345" y="20827"/>
                  </a:cubicBezTo>
                  <a:cubicBezTo>
                    <a:pt x="8091" y="20827"/>
                    <a:pt x="7836" y="20868"/>
                    <a:pt x="7594" y="20955"/>
                  </a:cubicBezTo>
                  <a:cubicBezTo>
                    <a:pt x="7068" y="21145"/>
                    <a:pt x="6641" y="21537"/>
                    <a:pt x="6365" y="22011"/>
                  </a:cubicBezTo>
                  <a:cubicBezTo>
                    <a:pt x="6045" y="22562"/>
                    <a:pt x="6281" y="23246"/>
                    <a:pt x="6058" y="23711"/>
                  </a:cubicBezTo>
                  <a:cubicBezTo>
                    <a:pt x="5843" y="24158"/>
                    <a:pt x="4991" y="24208"/>
                    <a:pt x="4504" y="24463"/>
                  </a:cubicBezTo>
                  <a:cubicBezTo>
                    <a:pt x="3866" y="24799"/>
                    <a:pt x="3303" y="25277"/>
                    <a:pt x="2881" y="25859"/>
                  </a:cubicBezTo>
                  <a:cubicBezTo>
                    <a:pt x="2099" y="26934"/>
                    <a:pt x="1816" y="28348"/>
                    <a:pt x="2123" y="29636"/>
                  </a:cubicBezTo>
                  <a:cubicBezTo>
                    <a:pt x="999" y="29871"/>
                    <a:pt x="178" y="30964"/>
                    <a:pt x="89" y="32096"/>
                  </a:cubicBezTo>
                  <a:cubicBezTo>
                    <a:pt x="1" y="33227"/>
                    <a:pt x="549" y="34347"/>
                    <a:pt x="1370" y="35143"/>
                  </a:cubicBezTo>
                  <a:cubicBezTo>
                    <a:pt x="2285" y="36031"/>
                    <a:pt x="3559" y="36562"/>
                    <a:pt x="4840" y="36562"/>
                  </a:cubicBezTo>
                  <a:cubicBezTo>
                    <a:pt x="5012" y="36562"/>
                    <a:pt x="5184" y="36553"/>
                    <a:pt x="5356" y="36533"/>
                  </a:cubicBezTo>
                  <a:cubicBezTo>
                    <a:pt x="6804" y="36366"/>
                    <a:pt x="8159" y="35462"/>
                    <a:pt x="8793" y="34167"/>
                  </a:cubicBezTo>
                  <a:cubicBezTo>
                    <a:pt x="9186" y="34872"/>
                    <a:pt x="10031" y="35232"/>
                    <a:pt x="10854" y="35232"/>
                  </a:cubicBezTo>
                  <a:cubicBezTo>
                    <a:pt x="10958" y="35232"/>
                    <a:pt x="11062" y="35226"/>
                    <a:pt x="11164" y="35215"/>
                  </a:cubicBezTo>
                  <a:cubicBezTo>
                    <a:pt x="12627" y="35052"/>
                    <a:pt x="14284" y="34224"/>
                    <a:pt x="14317" y="32648"/>
                  </a:cubicBezTo>
                  <a:cubicBezTo>
                    <a:pt x="14698" y="32788"/>
                    <a:pt x="15103" y="32856"/>
                    <a:pt x="15508" y="32856"/>
                  </a:cubicBezTo>
                  <a:cubicBezTo>
                    <a:pt x="16385" y="32856"/>
                    <a:pt x="17264" y="32538"/>
                    <a:pt x="17918" y="31948"/>
                  </a:cubicBezTo>
                  <a:cubicBezTo>
                    <a:pt x="18112" y="33167"/>
                    <a:pt x="19267" y="33999"/>
                    <a:pt x="20424" y="34401"/>
                  </a:cubicBezTo>
                  <a:cubicBezTo>
                    <a:pt x="21192" y="34669"/>
                    <a:pt x="22002" y="34797"/>
                    <a:pt x="22813" y="34797"/>
                  </a:cubicBezTo>
                  <a:cubicBezTo>
                    <a:pt x="24929" y="34797"/>
                    <a:pt x="27056" y="33919"/>
                    <a:pt x="28488" y="32342"/>
                  </a:cubicBezTo>
                  <a:cubicBezTo>
                    <a:pt x="29711" y="32156"/>
                    <a:pt x="30907" y="31796"/>
                    <a:pt x="32031" y="31273"/>
                  </a:cubicBezTo>
                  <a:cubicBezTo>
                    <a:pt x="32934" y="30855"/>
                    <a:pt x="33916" y="30083"/>
                    <a:pt x="33756" y="29095"/>
                  </a:cubicBezTo>
                  <a:lnTo>
                    <a:pt x="33756" y="29095"/>
                  </a:lnTo>
                  <a:cubicBezTo>
                    <a:pt x="34679" y="30147"/>
                    <a:pt x="36076" y="30695"/>
                    <a:pt x="37466" y="30695"/>
                  </a:cubicBezTo>
                  <a:cubicBezTo>
                    <a:pt x="38549" y="30695"/>
                    <a:pt x="39627" y="30362"/>
                    <a:pt x="40475" y="29678"/>
                  </a:cubicBezTo>
                  <a:cubicBezTo>
                    <a:pt x="41415" y="30695"/>
                    <a:pt x="42734" y="31220"/>
                    <a:pt x="44050" y="31220"/>
                  </a:cubicBezTo>
                  <a:cubicBezTo>
                    <a:pt x="45192" y="31220"/>
                    <a:pt x="46332" y="30825"/>
                    <a:pt x="47219" y="30014"/>
                  </a:cubicBezTo>
                  <a:lnTo>
                    <a:pt x="47236" y="308"/>
                  </a:lnTo>
                  <a:cubicBezTo>
                    <a:pt x="47058" y="286"/>
                    <a:pt x="46879" y="275"/>
                    <a:pt x="46697" y="275"/>
                  </a:cubicBezTo>
                  <a:cubicBezTo>
                    <a:pt x="45370" y="275"/>
                    <a:pt x="43975" y="861"/>
                    <a:pt x="43091" y="1803"/>
                  </a:cubicBezTo>
                  <a:cubicBezTo>
                    <a:pt x="42339" y="2604"/>
                    <a:pt x="41357" y="4335"/>
                    <a:pt x="41969" y="5477"/>
                  </a:cubicBezTo>
                  <a:cubicBezTo>
                    <a:pt x="41364" y="4350"/>
                    <a:pt x="40119" y="3827"/>
                    <a:pt x="38875" y="3827"/>
                  </a:cubicBezTo>
                  <a:cubicBezTo>
                    <a:pt x="38416" y="3827"/>
                    <a:pt x="37957" y="3899"/>
                    <a:pt x="37530" y="4037"/>
                  </a:cubicBezTo>
                  <a:cubicBezTo>
                    <a:pt x="36401" y="4404"/>
                    <a:pt x="34798" y="5305"/>
                    <a:pt x="34874" y="6669"/>
                  </a:cubicBezTo>
                  <a:cubicBezTo>
                    <a:pt x="34719" y="3881"/>
                    <a:pt x="32726" y="1275"/>
                    <a:pt x="30048" y="365"/>
                  </a:cubicBezTo>
                  <a:cubicBezTo>
                    <a:pt x="29324" y="119"/>
                    <a:pt x="28562" y="1"/>
                    <a:pt x="27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9" name="Google Shape;619;p37"/>
          <p:cNvSpPr/>
          <p:nvPr/>
        </p:nvSpPr>
        <p:spPr>
          <a:xfrm>
            <a:off x="7162700" y="2786238"/>
            <a:ext cx="2626259" cy="2448363"/>
          </a:xfrm>
          <a:custGeom>
            <a:avLst/>
            <a:gdLst/>
            <a:ahLst/>
            <a:cxnLst/>
            <a:rect l="l" t="t" r="r" b="b"/>
            <a:pathLst>
              <a:path w="40524" h="37779" extrusionOk="0">
                <a:moveTo>
                  <a:pt x="30392" y="14129"/>
                </a:moveTo>
                <a:cubicBezTo>
                  <a:pt x="30583" y="14129"/>
                  <a:pt x="30583" y="14361"/>
                  <a:pt x="30583" y="14361"/>
                </a:cubicBezTo>
                <a:lnTo>
                  <a:pt x="30583" y="15025"/>
                </a:lnTo>
                <a:lnTo>
                  <a:pt x="30200" y="15025"/>
                </a:lnTo>
                <a:lnTo>
                  <a:pt x="30200" y="14395"/>
                </a:lnTo>
                <a:cubicBezTo>
                  <a:pt x="30200" y="14395"/>
                  <a:pt x="30200" y="14129"/>
                  <a:pt x="30392" y="14129"/>
                </a:cubicBezTo>
                <a:close/>
                <a:moveTo>
                  <a:pt x="31712" y="14136"/>
                </a:moveTo>
                <a:cubicBezTo>
                  <a:pt x="31905" y="14136"/>
                  <a:pt x="31905" y="14368"/>
                  <a:pt x="31905" y="14368"/>
                </a:cubicBezTo>
                <a:lnTo>
                  <a:pt x="31905" y="15032"/>
                </a:lnTo>
                <a:lnTo>
                  <a:pt x="31521" y="15032"/>
                </a:lnTo>
                <a:lnTo>
                  <a:pt x="31521" y="14402"/>
                </a:lnTo>
                <a:cubicBezTo>
                  <a:pt x="31521" y="14402"/>
                  <a:pt x="31521" y="14136"/>
                  <a:pt x="31712" y="14136"/>
                </a:cubicBezTo>
                <a:close/>
                <a:moveTo>
                  <a:pt x="31061" y="14148"/>
                </a:moveTo>
                <a:cubicBezTo>
                  <a:pt x="31252" y="14148"/>
                  <a:pt x="31252" y="14380"/>
                  <a:pt x="31252" y="14380"/>
                </a:cubicBezTo>
                <a:lnTo>
                  <a:pt x="31252" y="15040"/>
                </a:lnTo>
                <a:lnTo>
                  <a:pt x="30870" y="15040"/>
                </a:lnTo>
                <a:lnTo>
                  <a:pt x="30870" y="14413"/>
                </a:lnTo>
                <a:cubicBezTo>
                  <a:pt x="30870" y="14413"/>
                  <a:pt x="30870" y="14148"/>
                  <a:pt x="31061" y="14148"/>
                </a:cubicBezTo>
                <a:close/>
                <a:moveTo>
                  <a:pt x="28438" y="14162"/>
                </a:moveTo>
                <a:cubicBezTo>
                  <a:pt x="28630" y="14162"/>
                  <a:pt x="28630" y="14394"/>
                  <a:pt x="28630" y="14394"/>
                </a:cubicBezTo>
                <a:lnTo>
                  <a:pt x="28630" y="15056"/>
                </a:lnTo>
                <a:lnTo>
                  <a:pt x="28246" y="15056"/>
                </a:lnTo>
                <a:lnTo>
                  <a:pt x="28246" y="14427"/>
                </a:lnTo>
                <a:cubicBezTo>
                  <a:pt x="28246" y="14427"/>
                  <a:pt x="28246" y="14162"/>
                  <a:pt x="28438" y="14162"/>
                </a:cubicBezTo>
                <a:close/>
                <a:moveTo>
                  <a:pt x="29088" y="14162"/>
                </a:moveTo>
                <a:cubicBezTo>
                  <a:pt x="29279" y="14162"/>
                  <a:pt x="29279" y="14394"/>
                  <a:pt x="29279" y="14394"/>
                </a:cubicBezTo>
                <a:lnTo>
                  <a:pt x="29279" y="15056"/>
                </a:lnTo>
                <a:lnTo>
                  <a:pt x="28897" y="15056"/>
                </a:lnTo>
                <a:lnTo>
                  <a:pt x="28897" y="14427"/>
                </a:lnTo>
                <a:cubicBezTo>
                  <a:pt x="28897" y="14427"/>
                  <a:pt x="28897" y="14162"/>
                  <a:pt x="29088" y="14162"/>
                </a:cubicBezTo>
                <a:close/>
                <a:moveTo>
                  <a:pt x="29753" y="14162"/>
                </a:moveTo>
                <a:cubicBezTo>
                  <a:pt x="29944" y="14162"/>
                  <a:pt x="29944" y="14394"/>
                  <a:pt x="29944" y="14394"/>
                </a:cubicBezTo>
                <a:lnTo>
                  <a:pt x="29944" y="15056"/>
                </a:lnTo>
                <a:lnTo>
                  <a:pt x="29560" y="15056"/>
                </a:lnTo>
                <a:lnTo>
                  <a:pt x="29560" y="14427"/>
                </a:lnTo>
                <a:cubicBezTo>
                  <a:pt x="29560" y="14427"/>
                  <a:pt x="29560" y="14162"/>
                  <a:pt x="29753" y="14162"/>
                </a:cubicBezTo>
                <a:close/>
                <a:moveTo>
                  <a:pt x="27062" y="14190"/>
                </a:moveTo>
                <a:cubicBezTo>
                  <a:pt x="27254" y="14190"/>
                  <a:pt x="27254" y="14422"/>
                  <a:pt x="27254" y="14422"/>
                </a:cubicBezTo>
                <a:lnTo>
                  <a:pt x="27254" y="15084"/>
                </a:lnTo>
                <a:lnTo>
                  <a:pt x="26871" y="15084"/>
                </a:lnTo>
                <a:lnTo>
                  <a:pt x="26871" y="14456"/>
                </a:lnTo>
                <a:cubicBezTo>
                  <a:pt x="26871" y="14456"/>
                  <a:pt x="26871" y="14190"/>
                  <a:pt x="27062" y="14190"/>
                </a:cubicBezTo>
                <a:close/>
                <a:moveTo>
                  <a:pt x="27750" y="14196"/>
                </a:moveTo>
                <a:cubicBezTo>
                  <a:pt x="27941" y="14196"/>
                  <a:pt x="27941" y="14426"/>
                  <a:pt x="27941" y="14426"/>
                </a:cubicBezTo>
                <a:lnTo>
                  <a:pt x="27941" y="15089"/>
                </a:lnTo>
                <a:lnTo>
                  <a:pt x="27557" y="15089"/>
                </a:lnTo>
                <a:lnTo>
                  <a:pt x="27557" y="14460"/>
                </a:lnTo>
                <a:cubicBezTo>
                  <a:pt x="27557" y="14460"/>
                  <a:pt x="27557" y="14196"/>
                  <a:pt x="27750" y="14196"/>
                </a:cubicBezTo>
                <a:close/>
                <a:moveTo>
                  <a:pt x="21100" y="14218"/>
                </a:moveTo>
                <a:cubicBezTo>
                  <a:pt x="21292" y="14218"/>
                  <a:pt x="21292" y="14450"/>
                  <a:pt x="21292" y="14450"/>
                </a:cubicBezTo>
                <a:lnTo>
                  <a:pt x="21292" y="15112"/>
                </a:lnTo>
                <a:lnTo>
                  <a:pt x="20909" y="15112"/>
                </a:lnTo>
                <a:lnTo>
                  <a:pt x="20909" y="14484"/>
                </a:lnTo>
                <a:cubicBezTo>
                  <a:pt x="20909" y="14484"/>
                  <a:pt x="20909" y="14218"/>
                  <a:pt x="21100" y="14218"/>
                </a:cubicBezTo>
                <a:close/>
                <a:moveTo>
                  <a:pt x="21752" y="14218"/>
                </a:moveTo>
                <a:cubicBezTo>
                  <a:pt x="21943" y="14218"/>
                  <a:pt x="21943" y="14450"/>
                  <a:pt x="21943" y="14450"/>
                </a:cubicBezTo>
                <a:lnTo>
                  <a:pt x="21943" y="15112"/>
                </a:lnTo>
                <a:lnTo>
                  <a:pt x="21561" y="15112"/>
                </a:lnTo>
                <a:lnTo>
                  <a:pt x="21561" y="14484"/>
                </a:lnTo>
                <a:cubicBezTo>
                  <a:pt x="21561" y="14484"/>
                  <a:pt x="21561" y="14218"/>
                  <a:pt x="21752" y="14218"/>
                </a:cubicBezTo>
                <a:close/>
                <a:moveTo>
                  <a:pt x="22404" y="14218"/>
                </a:moveTo>
                <a:cubicBezTo>
                  <a:pt x="22595" y="14218"/>
                  <a:pt x="22595" y="14450"/>
                  <a:pt x="22595" y="14450"/>
                </a:cubicBezTo>
                <a:lnTo>
                  <a:pt x="22595" y="15112"/>
                </a:lnTo>
                <a:lnTo>
                  <a:pt x="22213" y="15112"/>
                </a:lnTo>
                <a:lnTo>
                  <a:pt x="22213" y="14484"/>
                </a:lnTo>
                <a:cubicBezTo>
                  <a:pt x="22213" y="14484"/>
                  <a:pt x="22213" y="14218"/>
                  <a:pt x="22404" y="14218"/>
                </a:cubicBezTo>
                <a:close/>
                <a:moveTo>
                  <a:pt x="26369" y="14224"/>
                </a:moveTo>
                <a:cubicBezTo>
                  <a:pt x="26562" y="14224"/>
                  <a:pt x="26562" y="14456"/>
                  <a:pt x="26562" y="14456"/>
                </a:cubicBezTo>
                <a:lnTo>
                  <a:pt x="26562" y="15118"/>
                </a:lnTo>
                <a:lnTo>
                  <a:pt x="26178" y="15118"/>
                </a:lnTo>
                <a:lnTo>
                  <a:pt x="26178" y="14488"/>
                </a:lnTo>
                <a:cubicBezTo>
                  <a:pt x="26178" y="14488"/>
                  <a:pt x="26178" y="14224"/>
                  <a:pt x="26369" y="14224"/>
                </a:cubicBezTo>
                <a:close/>
                <a:moveTo>
                  <a:pt x="23028" y="14231"/>
                </a:moveTo>
                <a:cubicBezTo>
                  <a:pt x="23219" y="14231"/>
                  <a:pt x="23219" y="14461"/>
                  <a:pt x="23219" y="14461"/>
                </a:cubicBezTo>
                <a:lnTo>
                  <a:pt x="23219" y="15125"/>
                </a:lnTo>
                <a:lnTo>
                  <a:pt x="22837" y="15125"/>
                </a:lnTo>
                <a:lnTo>
                  <a:pt x="22837" y="14495"/>
                </a:lnTo>
                <a:cubicBezTo>
                  <a:pt x="22837" y="14495"/>
                  <a:pt x="22837" y="14231"/>
                  <a:pt x="23028" y="14231"/>
                </a:cubicBezTo>
                <a:close/>
                <a:moveTo>
                  <a:pt x="25643" y="14232"/>
                </a:moveTo>
                <a:cubicBezTo>
                  <a:pt x="25834" y="14232"/>
                  <a:pt x="25834" y="14464"/>
                  <a:pt x="25834" y="14464"/>
                </a:cubicBezTo>
                <a:lnTo>
                  <a:pt x="25834" y="15126"/>
                </a:lnTo>
                <a:lnTo>
                  <a:pt x="25452" y="15126"/>
                </a:lnTo>
                <a:lnTo>
                  <a:pt x="25452" y="14498"/>
                </a:lnTo>
                <a:cubicBezTo>
                  <a:pt x="25452" y="14498"/>
                  <a:pt x="25452" y="14232"/>
                  <a:pt x="25643" y="14232"/>
                </a:cubicBezTo>
                <a:close/>
                <a:moveTo>
                  <a:pt x="23671" y="14240"/>
                </a:moveTo>
                <a:cubicBezTo>
                  <a:pt x="23862" y="14240"/>
                  <a:pt x="23862" y="14472"/>
                  <a:pt x="23862" y="14472"/>
                </a:cubicBezTo>
                <a:lnTo>
                  <a:pt x="23862" y="15134"/>
                </a:lnTo>
                <a:lnTo>
                  <a:pt x="23480" y="15134"/>
                </a:lnTo>
                <a:lnTo>
                  <a:pt x="23480" y="14506"/>
                </a:lnTo>
                <a:cubicBezTo>
                  <a:pt x="23480" y="14506"/>
                  <a:pt x="23480" y="14240"/>
                  <a:pt x="23671" y="14240"/>
                </a:cubicBezTo>
                <a:close/>
                <a:moveTo>
                  <a:pt x="24981" y="14240"/>
                </a:moveTo>
                <a:cubicBezTo>
                  <a:pt x="25172" y="14240"/>
                  <a:pt x="25172" y="14472"/>
                  <a:pt x="25172" y="14472"/>
                </a:cubicBezTo>
                <a:lnTo>
                  <a:pt x="25172" y="15134"/>
                </a:lnTo>
                <a:lnTo>
                  <a:pt x="24788" y="15134"/>
                </a:lnTo>
                <a:lnTo>
                  <a:pt x="24788" y="14506"/>
                </a:lnTo>
                <a:cubicBezTo>
                  <a:pt x="24788" y="14506"/>
                  <a:pt x="24788" y="14240"/>
                  <a:pt x="24981" y="14240"/>
                </a:cubicBezTo>
                <a:close/>
                <a:moveTo>
                  <a:pt x="24314" y="14253"/>
                </a:moveTo>
                <a:cubicBezTo>
                  <a:pt x="24506" y="14253"/>
                  <a:pt x="24506" y="14485"/>
                  <a:pt x="24506" y="14485"/>
                </a:cubicBezTo>
                <a:lnTo>
                  <a:pt x="24506" y="15147"/>
                </a:lnTo>
                <a:lnTo>
                  <a:pt x="24123" y="15147"/>
                </a:lnTo>
                <a:lnTo>
                  <a:pt x="24123" y="14519"/>
                </a:lnTo>
                <a:cubicBezTo>
                  <a:pt x="24123" y="14519"/>
                  <a:pt x="24123" y="14253"/>
                  <a:pt x="24314" y="14253"/>
                </a:cubicBezTo>
                <a:close/>
                <a:moveTo>
                  <a:pt x="26077" y="1"/>
                </a:moveTo>
                <a:lnTo>
                  <a:pt x="26029" y="977"/>
                </a:lnTo>
                <a:cubicBezTo>
                  <a:pt x="25889" y="1006"/>
                  <a:pt x="25779" y="1149"/>
                  <a:pt x="25779" y="1325"/>
                </a:cubicBezTo>
                <a:cubicBezTo>
                  <a:pt x="25779" y="1486"/>
                  <a:pt x="25870" y="1620"/>
                  <a:pt x="25996" y="1662"/>
                </a:cubicBezTo>
                <a:lnTo>
                  <a:pt x="25980" y="2002"/>
                </a:lnTo>
                <a:cubicBezTo>
                  <a:pt x="25813" y="2053"/>
                  <a:pt x="25691" y="2231"/>
                  <a:pt x="25691" y="2446"/>
                </a:cubicBezTo>
                <a:cubicBezTo>
                  <a:pt x="25691" y="2642"/>
                  <a:pt x="25793" y="2807"/>
                  <a:pt x="25938" y="2875"/>
                </a:cubicBezTo>
                <a:lnTo>
                  <a:pt x="25922" y="3202"/>
                </a:lnTo>
                <a:lnTo>
                  <a:pt x="25052" y="3202"/>
                </a:lnTo>
                <a:lnTo>
                  <a:pt x="25052" y="3613"/>
                </a:lnTo>
                <a:lnTo>
                  <a:pt x="24707" y="3613"/>
                </a:lnTo>
                <a:lnTo>
                  <a:pt x="24707" y="4251"/>
                </a:lnTo>
                <a:lnTo>
                  <a:pt x="25013" y="4251"/>
                </a:lnTo>
                <a:lnTo>
                  <a:pt x="25013" y="5435"/>
                </a:lnTo>
                <a:lnTo>
                  <a:pt x="24707" y="5435"/>
                </a:lnTo>
                <a:lnTo>
                  <a:pt x="24707" y="5844"/>
                </a:lnTo>
                <a:cubicBezTo>
                  <a:pt x="24707" y="5844"/>
                  <a:pt x="18069" y="9395"/>
                  <a:pt x="20563" y="14084"/>
                </a:cubicBezTo>
                <a:lnTo>
                  <a:pt x="20525" y="15132"/>
                </a:lnTo>
                <a:lnTo>
                  <a:pt x="20002" y="15132"/>
                </a:lnTo>
                <a:lnTo>
                  <a:pt x="20002" y="19274"/>
                </a:lnTo>
                <a:lnTo>
                  <a:pt x="20410" y="19274"/>
                </a:lnTo>
                <a:lnTo>
                  <a:pt x="20372" y="20003"/>
                </a:lnTo>
                <a:cubicBezTo>
                  <a:pt x="19566" y="20003"/>
                  <a:pt x="18913" y="20778"/>
                  <a:pt x="18913" y="21734"/>
                </a:cubicBezTo>
                <a:lnTo>
                  <a:pt x="18913" y="23054"/>
                </a:lnTo>
                <a:lnTo>
                  <a:pt x="9899" y="23054"/>
                </a:lnTo>
                <a:lnTo>
                  <a:pt x="9899" y="25512"/>
                </a:lnTo>
                <a:lnTo>
                  <a:pt x="5986" y="25512"/>
                </a:lnTo>
                <a:lnTo>
                  <a:pt x="5986" y="28062"/>
                </a:lnTo>
                <a:lnTo>
                  <a:pt x="5640" y="28062"/>
                </a:lnTo>
                <a:lnTo>
                  <a:pt x="5640" y="29109"/>
                </a:lnTo>
                <a:lnTo>
                  <a:pt x="5332" y="29109"/>
                </a:lnTo>
                <a:lnTo>
                  <a:pt x="5332" y="29563"/>
                </a:lnTo>
                <a:lnTo>
                  <a:pt x="4642" y="30292"/>
                </a:lnTo>
                <a:lnTo>
                  <a:pt x="4642" y="31065"/>
                </a:lnTo>
                <a:lnTo>
                  <a:pt x="1" y="31065"/>
                </a:lnTo>
                <a:lnTo>
                  <a:pt x="1" y="37778"/>
                </a:lnTo>
                <a:lnTo>
                  <a:pt x="40524" y="37778"/>
                </a:lnTo>
                <a:lnTo>
                  <a:pt x="40524" y="23054"/>
                </a:lnTo>
                <a:lnTo>
                  <a:pt x="33992" y="23054"/>
                </a:lnTo>
                <a:lnTo>
                  <a:pt x="33992" y="23052"/>
                </a:lnTo>
                <a:lnTo>
                  <a:pt x="33992" y="21914"/>
                </a:lnTo>
                <a:cubicBezTo>
                  <a:pt x="33992" y="20857"/>
                  <a:pt x="33271" y="20002"/>
                  <a:pt x="32381" y="20002"/>
                </a:cubicBezTo>
                <a:lnTo>
                  <a:pt x="32339" y="19272"/>
                </a:lnTo>
                <a:lnTo>
                  <a:pt x="32789" y="19272"/>
                </a:lnTo>
                <a:lnTo>
                  <a:pt x="32789" y="14998"/>
                </a:lnTo>
                <a:lnTo>
                  <a:pt x="32210" y="15021"/>
                </a:lnTo>
                <a:lnTo>
                  <a:pt x="32187" y="13916"/>
                </a:lnTo>
                <a:cubicBezTo>
                  <a:pt x="34942" y="9227"/>
                  <a:pt x="27592" y="5842"/>
                  <a:pt x="27592" y="5842"/>
                </a:cubicBezTo>
                <a:lnTo>
                  <a:pt x="27592" y="5435"/>
                </a:lnTo>
                <a:lnTo>
                  <a:pt x="27254" y="5435"/>
                </a:lnTo>
                <a:lnTo>
                  <a:pt x="27254" y="4251"/>
                </a:lnTo>
                <a:lnTo>
                  <a:pt x="27592" y="4251"/>
                </a:lnTo>
                <a:lnTo>
                  <a:pt x="27592" y="3613"/>
                </a:lnTo>
                <a:lnTo>
                  <a:pt x="27211" y="3613"/>
                </a:lnTo>
                <a:lnTo>
                  <a:pt x="27211" y="3204"/>
                </a:lnTo>
                <a:lnTo>
                  <a:pt x="26227" y="3204"/>
                </a:lnTo>
                <a:lnTo>
                  <a:pt x="26212" y="2876"/>
                </a:lnTo>
                <a:cubicBezTo>
                  <a:pt x="26360" y="2812"/>
                  <a:pt x="26465" y="2644"/>
                  <a:pt x="26465" y="2446"/>
                </a:cubicBezTo>
                <a:cubicBezTo>
                  <a:pt x="26465" y="2230"/>
                  <a:pt x="26338" y="2051"/>
                  <a:pt x="26170" y="1999"/>
                </a:cubicBezTo>
                <a:lnTo>
                  <a:pt x="26154" y="1665"/>
                </a:lnTo>
                <a:cubicBezTo>
                  <a:pt x="26281" y="1624"/>
                  <a:pt x="26374" y="1489"/>
                  <a:pt x="26374" y="1325"/>
                </a:cubicBezTo>
                <a:cubicBezTo>
                  <a:pt x="26374" y="1149"/>
                  <a:pt x="26264" y="1003"/>
                  <a:pt x="26122" y="977"/>
                </a:cubicBezTo>
                <a:lnTo>
                  <a:pt x="260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0" name="Google Shape;620;p37"/>
          <p:cNvGrpSpPr/>
          <p:nvPr/>
        </p:nvGrpSpPr>
        <p:grpSpPr>
          <a:xfrm>
            <a:off x="7836690" y="2871342"/>
            <a:ext cx="566760" cy="2278155"/>
            <a:chOff x="2686950" y="3466825"/>
            <a:chExt cx="94350" cy="379250"/>
          </a:xfrm>
        </p:grpSpPr>
        <p:sp>
          <p:nvSpPr>
            <p:cNvPr id="621" name="Google Shape;621;p37"/>
            <p:cNvSpPr/>
            <p:nvPr/>
          </p:nvSpPr>
          <p:spPr>
            <a:xfrm>
              <a:off x="2686950" y="3466825"/>
              <a:ext cx="94350" cy="379250"/>
            </a:xfrm>
            <a:custGeom>
              <a:avLst/>
              <a:gdLst/>
              <a:ahLst/>
              <a:cxnLst/>
              <a:rect l="l" t="t" r="r" b="b"/>
              <a:pathLst>
                <a:path w="3774" h="15170" extrusionOk="0">
                  <a:moveTo>
                    <a:pt x="1942" y="1"/>
                  </a:moveTo>
                  <a:lnTo>
                    <a:pt x="1925" y="375"/>
                  </a:lnTo>
                  <a:cubicBezTo>
                    <a:pt x="1865" y="379"/>
                    <a:pt x="1817" y="400"/>
                    <a:pt x="1817" y="425"/>
                  </a:cubicBezTo>
                  <a:cubicBezTo>
                    <a:pt x="1817" y="452"/>
                    <a:pt x="1863" y="473"/>
                    <a:pt x="1921" y="477"/>
                  </a:cubicBezTo>
                  <a:lnTo>
                    <a:pt x="1912" y="668"/>
                  </a:lnTo>
                  <a:lnTo>
                    <a:pt x="1914" y="668"/>
                  </a:lnTo>
                  <a:cubicBezTo>
                    <a:pt x="1796" y="677"/>
                    <a:pt x="1709" y="720"/>
                    <a:pt x="1709" y="774"/>
                  </a:cubicBezTo>
                  <a:cubicBezTo>
                    <a:pt x="1709" y="826"/>
                    <a:pt x="1799" y="869"/>
                    <a:pt x="1914" y="879"/>
                  </a:cubicBezTo>
                  <a:cubicBezTo>
                    <a:pt x="1763" y="1135"/>
                    <a:pt x="1229" y="1994"/>
                    <a:pt x="557" y="2507"/>
                  </a:cubicBezTo>
                  <a:cubicBezTo>
                    <a:pt x="1" y="2934"/>
                    <a:pt x="1026" y="3530"/>
                    <a:pt x="1026" y="3530"/>
                  </a:cubicBezTo>
                  <a:lnTo>
                    <a:pt x="1035" y="4510"/>
                  </a:lnTo>
                  <a:lnTo>
                    <a:pt x="695" y="4510"/>
                  </a:lnTo>
                  <a:lnTo>
                    <a:pt x="695" y="4767"/>
                  </a:lnTo>
                  <a:lnTo>
                    <a:pt x="1026" y="4916"/>
                  </a:lnTo>
                  <a:lnTo>
                    <a:pt x="706" y="4916"/>
                  </a:lnTo>
                  <a:lnTo>
                    <a:pt x="697" y="5076"/>
                  </a:lnTo>
                  <a:lnTo>
                    <a:pt x="185" y="5076"/>
                  </a:lnTo>
                  <a:lnTo>
                    <a:pt x="185" y="5520"/>
                  </a:lnTo>
                  <a:lnTo>
                    <a:pt x="811" y="6046"/>
                  </a:lnTo>
                  <a:lnTo>
                    <a:pt x="830" y="15170"/>
                  </a:lnTo>
                  <a:lnTo>
                    <a:pt x="1960" y="15170"/>
                  </a:lnTo>
                  <a:lnTo>
                    <a:pt x="1960" y="15167"/>
                  </a:lnTo>
                  <a:lnTo>
                    <a:pt x="3003" y="15167"/>
                  </a:lnTo>
                  <a:lnTo>
                    <a:pt x="3021" y="6043"/>
                  </a:lnTo>
                  <a:lnTo>
                    <a:pt x="3606" y="5518"/>
                  </a:lnTo>
                  <a:lnTo>
                    <a:pt x="3606" y="5073"/>
                  </a:lnTo>
                  <a:lnTo>
                    <a:pt x="3123" y="5073"/>
                  </a:lnTo>
                  <a:lnTo>
                    <a:pt x="3123" y="5075"/>
                  </a:lnTo>
                  <a:lnTo>
                    <a:pt x="3113" y="4915"/>
                  </a:lnTo>
                  <a:lnTo>
                    <a:pt x="2813" y="4915"/>
                  </a:lnTo>
                  <a:lnTo>
                    <a:pt x="3123" y="4766"/>
                  </a:lnTo>
                  <a:lnTo>
                    <a:pt x="3123" y="4508"/>
                  </a:lnTo>
                  <a:lnTo>
                    <a:pt x="2804" y="4508"/>
                  </a:lnTo>
                  <a:lnTo>
                    <a:pt x="2813" y="3529"/>
                  </a:lnTo>
                  <a:cubicBezTo>
                    <a:pt x="2813" y="3529"/>
                    <a:pt x="3773" y="2931"/>
                    <a:pt x="3251" y="2505"/>
                  </a:cubicBezTo>
                  <a:cubicBezTo>
                    <a:pt x="2628" y="1997"/>
                    <a:pt x="2129" y="1142"/>
                    <a:pt x="1984" y="881"/>
                  </a:cubicBezTo>
                  <a:cubicBezTo>
                    <a:pt x="2109" y="875"/>
                    <a:pt x="2206" y="830"/>
                    <a:pt x="2206" y="775"/>
                  </a:cubicBezTo>
                  <a:cubicBezTo>
                    <a:pt x="2206" y="723"/>
                    <a:pt x="2116" y="681"/>
                    <a:pt x="2000" y="670"/>
                  </a:cubicBezTo>
                  <a:lnTo>
                    <a:pt x="2002" y="670"/>
                  </a:lnTo>
                  <a:lnTo>
                    <a:pt x="1984" y="477"/>
                  </a:lnTo>
                  <a:cubicBezTo>
                    <a:pt x="2032" y="470"/>
                    <a:pt x="2067" y="451"/>
                    <a:pt x="2067" y="428"/>
                  </a:cubicBezTo>
                  <a:cubicBezTo>
                    <a:pt x="2067" y="403"/>
                    <a:pt x="2028" y="383"/>
                    <a:pt x="1976" y="376"/>
                  </a:cubicBezTo>
                  <a:lnTo>
                    <a:pt x="194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7"/>
            <p:cNvSpPr/>
            <p:nvPr/>
          </p:nvSpPr>
          <p:spPr>
            <a:xfrm>
              <a:off x="2695425" y="3826025"/>
              <a:ext cx="78000" cy="10000"/>
            </a:xfrm>
            <a:custGeom>
              <a:avLst/>
              <a:gdLst/>
              <a:ahLst/>
              <a:cxnLst/>
              <a:rect l="l" t="t" r="r" b="b"/>
              <a:pathLst>
                <a:path w="3120" h="400" extrusionOk="0">
                  <a:moveTo>
                    <a:pt x="1" y="1"/>
                  </a:moveTo>
                  <a:lnTo>
                    <a:pt x="1" y="400"/>
                  </a:lnTo>
                  <a:lnTo>
                    <a:pt x="3120" y="400"/>
                  </a:lnTo>
                  <a:lnTo>
                    <a:pt x="312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7"/>
            <p:cNvSpPr/>
            <p:nvPr/>
          </p:nvSpPr>
          <p:spPr>
            <a:xfrm>
              <a:off x="2713675" y="3555625"/>
              <a:ext cx="5700" cy="23650"/>
            </a:xfrm>
            <a:custGeom>
              <a:avLst/>
              <a:gdLst/>
              <a:ahLst/>
              <a:cxnLst/>
              <a:rect l="l" t="t" r="r" b="b"/>
              <a:pathLst>
                <a:path w="228" h="946" extrusionOk="0">
                  <a:moveTo>
                    <a:pt x="114" y="1"/>
                  </a:moveTo>
                  <a:cubicBezTo>
                    <a:pt x="0" y="1"/>
                    <a:pt x="0" y="280"/>
                    <a:pt x="0" y="280"/>
                  </a:cubicBezTo>
                  <a:lnTo>
                    <a:pt x="0" y="945"/>
                  </a:lnTo>
                  <a:lnTo>
                    <a:pt x="228" y="945"/>
                  </a:lnTo>
                  <a:lnTo>
                    <a:pt x="228" y="245"/>
                  </a:lnTo>
                  <a:cubicBezTo>
                    <a:pt x="228" y="245"/>
                    <a:pt x="228" y="1"/>
                    <a:pt x="1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7"/>
            <p:cNvSpPr/>
            <p:nvPr/>
          </p:nvSpPr>
          <p:spPr>
            <a:xfrm>
              <a:off x="2724200" y="3555375"/>
              <a:ext cx="9175" cy="23600"/>
            </a:xfrm>
            <a:custGeom>
              <a:avLst/>
              <a:gdLst/>
              <a:ahLst/>
              <a:cxnLst/>
              <a:rect l="l" t="t" r="r" b="b"/>
              <a:pathLst>
                <a:path w="367" h="944" extrusionOk="0">
                  <a:moveTo>
                    <a:pt x="184" y="1"/>
                  </a:moveTo>
                  <a:cubicBezTo>
                    <a:pt x="1" y="1"/>
                    <a:pt x="1" y="281"/>
                    <a:pt x="1" y="281"/>
                  </a:cubicBezTo>
                  <a:lnTo>
                    <a:pt x="1" y="944"/>
                  </a:lnTo>
                  <a:lnTo>
                    <a:pt x="366" y="944"/>
                  </a:lnTo>
                  <a:lnTo>
                    <a:pt x="366" y="245"/>
                  </a:lnTo>
                  <a:cubicBezTo>
                    <a:pt x="366" y="245"/>
                    <a:pt x="366" y="1"/>
                    <a:pt x="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7"/>
            <p:cNvSpPr/>
            <p:nvPr/>
          </p:nvSpPr>
          <p:spPr>
            <a:xfrm>
              <a:off x="2737250" y="3555100"/>
              <a:ext cx="9150" cy="23650"/>
            </a:xfrm>
            <a:custGeom>
              <a:avLst/>
              <a:gdLst/>
              <a:ahLst/>
              <a:cxnLst/>
              <a:rect l="l" t="t" r="r" b="b"/>
              <a:pathLst>
                <a:path w="366" h="946" extrusionOk="0">
                  <a:moveTo>
                    <a:pt x="183" y="1"/>
                  </a:moveTo>
                  <a:cubicBezTo>
                    <a:pt x="0" y="1"/>
                    <a:pt x="0" y="280"/>
                    <a:pt x="0" y="280"/>
                  </a:cubicBezTo>
                  <a:lnTo>
                    <a:pt x="0" y="945"/>
                  </a:lnTo>
                  <a:lnTo>
                    <a:pt x="366" y="945"/>
                  </a:lnTo>
                  <a:lnTo>
                    <a:pt x="366" y="245"/>
                  </a:lnTo>
                  <a:cubicBezTo>
                    <a:pt x="366" y="245"/>
                    <a:pt x="366" y="1"/>
                    <a:pt x="1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7"/>
            <p:cNvSpPr/>
            <p:nvPr/>
          </p:nvSpPr>
          <p:spPr>
            <a:xfrm>
              <a:off x="2750350" y="3555375"/>
              <a:ext cx="5725" cy="23600"/>
            </a:xfrm>
            <a:custGeom>
              <a:avLst/>
              <a:gdLst/>
              <a:ahLst/>
              <a:cxnLst/>
              <a:rect l="l" t="t" r="r" b="b"/>
              <a:pathLst>
                <a:path w="229" h="944" extrusionOk="0">
                  <a:moveTo>
                    <a:pt x="114" y="1"/>
                  </a:moveTo>
                  <a:cubicBezTo>
                    <a:pt x="1" y="1"/>
                    <a:pt x="1" y="281"/>
                    <a:pt x="1" y="281"/>
                  </a:cubicBezTo>
                  <a:lnTo>
                    <a:pt x="1" y="944"/>
                  </a:lnTo>
                  <a:lnTo>
                    <a:pt x="228" y="944"/>
                  </a:lnTo>
                  <a:lnTo>
                    <a:pt x="228" y="245"/>
                  </a:lnTo>
                  <a:cubicBezTo>
                    <a:pt x="228" y="245"/>
                    <a:pt x="228" y="1"/>
                    <a:pt x="1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602;p37">
            <a:extLst>
              <a:ext uri="{FF2B5EF4-FFF2-40B4-BE49-F238E27FC236}">
                <a16:creationId xmlns:a16="http://schemas.microsoft.com/office/drawing/2014/main" id="{5379139B-AE94-FDB4-613A-184075E87F18}"/>
              </a:ext>
            </a:extLst>
          </p:cNvPr>
          <p:cNvSpPr txBox="1">
            <a:spLocks/>
          </p:cNvSpPr>
          <p:nvPr/>
        </p:nvSpPr>
        <p:spPr>
          <a:xfrm>
            <a:off x="4269903" y="3399253"/>
            <a:ext cx="392400" cy="865800"/>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Philosopher"/>
              <a:buNone/>
              <a:defRPr sz="3000" b="1" i="0" u="none" strike="noStrike" cap="none">
                <a:solidFill>
                  <a:schemeClr val="dk1"/>
                </a:solidFill>
                <a:latin typeface="Philosopher"/>
                <a:ea typeface="Philosopher"/>
                <a:cs typeface="Philosopher"/>
                <a:sym typeface="Philosopher"/>
              </a:defRPr>
            </a:lvl1pPr>
            <a:lvl2pPr marR="0" lvl="1" algn="l" rtl="0">
              <a:lnSpc>
                <a:spcPct val="100000"/>
              </a:lnSpc>
              <a:spcBef>
                <a:spcPts val="0"/>
              </a:spcBef>
              <a:spcAft>
                <a:spcPts val="0"/>
              </a:spcAft>
              <a:buClr>
                <a:schemeClr val="dk1"/>
              </a:buClr>
              <a:buSzPts val="3000"/>
              <a:buFont typeface="Philosopher"/>
              <a:buNone/>
              <a:defRPr sz="3000" b="1" i="0" u="none" strike="noStrike" cap="none">
                <a:solidFill>
                  <a:schemeClr val="dk1"/>
                </a:solidFill>
                <a:latin typeface="Philosopher"/>
                <a:ea typeface="Philosopher"/>
                <a:cs typeface="Philosopher"/>
                <a:sym typeface="Philosopher"/>
              </a:defRPr>
            </a:lvl2pPr>
            <a:lvl3pPr marR="0" lvl="2" algn="l" rtl="0">
              <a:lnSpc>
                <a:spcPct val="100000"/>
              </a:lnSpc>
              <a:spcBef>
                <a:spcPts val="0"/>
              </a:spcBef>
              <a:spcAft>
                <a:spcPts val="0"/>
              </a:spcAft>
              <a:buClr>
                <a:schemeClr val="dk1"/>
              </a:buClr>
              <a:buSzPts val="3000"/>
              <a:buFont typeface="Philosopher"/>
              <a:buNone/>
              <a:defRPr sz="3000" b="1" i="0" u="none" strike="noStrike" cap="none">
                <a:solidFill>
                  <a:schemeClr val="dk1"/>
                </a:solidFill>
                <a:latin typeface="Philosopher"/>
                <a:ea typeface="Philosopher"/>
                <a:cs typeface="Philosopher"/>
                <a:sym typeface="Philosopher"/>
              </a:defRPr>
            </a:lvl3pPr>
            <a:lvl4pPr marR="0" lvl="3" algn="l" rtl="0">
              <a:lnSpc>
                <a:spcPct val="100000"/>
              </a:lnSpc>
              <a:spcBef>
                <a:spcPts val="0"/>
              </a:spcBef>
              <a:spcAft>
                <a:spcPts val="0"/>
              </a:spcAft>
              <a:buClr>
                <a:schemeClr val="dk1"/>
              </a:buClr>
              <a:buSzPts val="3000"/>
              <a:buFont typeface="Philosopher"/>
              <a:buNone/>
              <a:defRPr sz="3000" b="1" i="0" u="none" strike="noStrike" cap="none">
                <a:solidFill>
                  <a:schemeClr val="dk1"/>
                </a:solidFill>
                <a:latin typeface="Philosopher"/>
                <a:ea typeface="Philosopher"/>
                <a:cs typeface="Philosopher"/>
                <a:sym typeface="Philosopher"/>
              </a:defRPr>
            </a:lvl4pPr>
            <a:lvl5pPr marR="0" lvl="4" algn="l" rtl="0">
              <a:lnSpc>
                <a:spcPct val="100000"/>
              </a:lnSpc>
              <a:spcBef>
                <a:spcPts val="0"/>
              </a:spcBef>
              <a:spcAft>
                <a:spcPts val="0"/>
              </a:spcAft>
              <a:buClr>
                <a:schemeClr val="dk1"/>
              </a:buClr>
              <a:buSzPts val="3000"/>
              <a:buFont typeface="Philosopher"/>
              <a:buNone/>
              <a:defRPr sz="3000" b="1" i="0" u="none" strike="noStrike" cap="none">
                <a:solidFill>
                  <a:schemeClr val="dk1"/>
                </a:solidFill>
                <a:latin typeface="Philosopher"/>
                <a:ea typeface="Philosopher"/>
                <a:cs typeface="Philosopher"/>
                <a:sym typeface="Philosopher"/>
              </a:defRPr>
            </a:lvl5pPr>
            <a:lvl6pPr marR="0" lvl="5" algn="l" rtl="0">
              <a:lnSpc>
                <a:spcPct val="100000"/>
              </a:lnSpc>
              <a:spcBef>
                <a:spcPts val="0"/>
              </a:spcBef>
              <a:spcAft>
                <a:spcPts val="0"/>
              </a:spcAft>
              <a:buClr>
                <a:schemeClr val="dk1"/>
              </a:buClr>
              <a:buSzPts val="3000"/>
              <a:buFont typeface="Philosopher"/>
              <a:buNone/>
              <a:defRPr sz="3000" b="1" i="0" u="none" strike="noStrike" cap="none">
                <a:solidFill>
                  <a:schemeClr val="dk1"/>
                </a:solidFill>
                <a:latin typeface="Philosopher"/>
                <a:ea typeface="Philosopher"/>
                <a:cs typeface="Philosopher"/>
                <a:sym typeface="Philosopher"/>
              </a:defRPr>
            </a:lvl6pPr>
            <a:lvl7pPr marR="0" lvl="6" algn="l" rtl="0">
              <a:lnSpc>
                <a:spcPct val="100000"/>
              </a:lnSpc>
              <a:spcBef>
                <a:spcPts val="0"/>
              </a:spcBef>
              <a:spcAft>
                <a:spcPts val="0"/>
              </a:spcAft>
              <a:buClr>
                <a:schemeClr val="dk1"/>
              </a:buClr>
              <a:buSzPts val="3000"/>
              <a:buFont typeface="Philosopher"/>
              <a:buNone/>
              <a:defRPr sz="3000" b="1" i="0" u="none" strike="noStrike" cap="none">
                <a:solidFill>
                  <a:schemeClr val="dk1"/>
                </a:solidFill>
                <a:latin typeface="Philosopher"/>
                <a:ea typeface="Philosopher"/>
                <a:cs typeface="Philosopher"/>
                <a:sym typeface="Philosopher"/>
              </a:defRPr>
            </a:lvl7pPr>
            <a:lvl8pPr marR="0" lvl="7" algn="l" rtl="0">
              <a:lnSpc>
                <a:spcPct val="100000"/>
              </a:lnSpc>
              <a:spcBef>
                <a:spcPts val="0"/>
              </a:spcBef>
              <a:spcAft>
                <a:spcPts val="0"/>
              </a:spcAft>
              <a:buClr>
                <a:schemeClr val="dk1"/>
              </a:buClr>
              <a:buSzPts val="3000"/>
              <a:buFont typeface="Philosopher"/>
              <a:buNone/>
              <a:defRPr sz="3000" b="1" i="0" u="none" strike="noStrike" cap="none">
                <a:solidFill>
                  <a:schemeClr val="dk1"/>
                </a:solidFill>
                <a:latin typeface="Philosopher"/>
                <a:ea typeface="Philosopher"/>
                <a:cs typeface="Philosopher"/>
                <a:sym typeface="Philosopher"/>
              </a:defRPr>
            </a:lvl8pPr>
            <a:lvl9pPr marR="0" lvl="8" algn="l" rtl="0">
              <a:lnSpc>
                <a:spcPct val="100000"/>
              </a:lnSpc>
              <a:spcBef>
                <a:spcPts val="0"/>
              </a:spcBef>
              <a:spcAft>
                <a:spcPts val="0"/>
              </a:spcAft>
              <a:buClr>
                <a:schemeClr val="dk1"/>
              </a:buClr>
              <a:buSzPts val="3000"/>
              <a:buFont typeface="Philosopher"/>
              <a:buNone/>
              <a:defRPr sz="3000" b="1" i="0" u="none" strike="noStrike" cap="none">
                <a:solidFill>
                  <a:schemeClr val="dk1"/>
                </a:solidFill>
                <a:latin typeface="Philosopher"/>
                <a:ea typeface="Philosopher"/>
                <a:cs typeface="Philosopher"/>
                <a:sym typeface="Philosopher"/>
              </a:defRPr>
            </a:lvl9pPr>
          </a:lstStyle>
          <a:p>
            <a:r>
              <a:rPr lang="en" dirty="0"/>
              <a:t>5</a:t>
            </a:r>
          </a:p>
        </p:txBody>
      </p:sp>
      <p:sp>
        <p:nvSpPr>
          <p:cNvPr id="17" name="Google Shape;610;p37">
            <a:extLst>
              <a:ext uri="{FF2B5EF4-FFF2-40B4-BE49-F238E27FC236}">
                <a16:creationId xmlns:a16="http://schemas.microsoft.com/office/drawing/2014/main" id="{FCF56CA6-C4AC-784B-0762-AD3F7D6A51B0}"/>
              </a:ext>
            </a:extLst>
          </p:cNvPr>
          <p:cNvSpPr txBox="1">
            <a:spLocks/>
          </p:cNvSpPr>
          <p:nvPr/>
        </p:nvSpPr>
        <p:spPr>
          <a:xfrm>
            <a:off x="4781878" y="3672763"/>
            <a:ext cx="2305500" cy="484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Bebas Neue"/>
              <a:buNone/>
              <a:defRPr sz="2500" b="1" i="0" u="none" strike="noStrike" cap="none">
                <a:solidFill>
                  <a:schemeClr val="dk1"/>
                </a:solidFill>
                <a:latin typeface="Philosopher"/>
                <a:ea typeface="Philosopher"/>
                <a:cs typeface="Philosopher"/>
                <a:sym typeface="Philosopher"/>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dirty="0">
                <a:latin typeface="+mj-lt"/>
              </a:rPr>
              <a:t>Conclusion</a:t>
            </a:r>
          </a:p>
        </p:txBody>
      </p:sp>
      <p:sp>
        <p:nvSpPr>
          <p:cNvPr id="28" name="Google Shape;602;p37">
            <a:extLst>
              <a:ext uri="{FF2B5EF4-FFF2-40B4-BE49-F238E27FC236}">
                <a16:creationId xmlns:a16="http://schemas.microsoft.com/office/drawing/2014/main" id="{23732C6B-0A18-97CC-BA5E-F2874915A9F9}"/>
              </a:ext>
            </a:extLst>
          </p:cNvPr>
          <p:cNvSpPr txBox="1">
            <a:spLocks/>
          </p:cNvSpPr>
          <p:nvPr/>
        </p:nvSpPr>
        <p:spPr>
          <a:xfrm>
            <a:off x="4269903" y="1968765"/>
            <a:ext cx="392400" cy="865800"/>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Philosopher"/>
              <a:buNone/>
              <a:defRPr sz="3000" b="1" i="0" u="none" strike="noStrike" cap="none">
                <a:solidFill>
                  <a:schemeClr val="dk1"/>
                </a:solidFill>
                <a:latin typeface="Philosopher"/>
                <a:ea typeface="Philosopher"/>
                <a:cs typeface="Philosopher"/>
                <a:sym typeface="Philosopher"/>
              </a:defRPr>
            </a:lvl1pPr>
            <a:lvl2pPr marR="0" lvl="1" algn="l" rtl="0">
              <a:lnSpc>
                <a:spcPct val="100000"/>
              </a:lnSpc>
              <a:spcBef>
                <a:spcPts val="0"/>
              </a:spcBef>
              <a:spcAft>
                <a:spcPts val="0"/>
              </a:spcAft>
              <a:buClr>
                <a:schemeClr val="dk1"/>
              </a:buClr>
              <a:buSzPts val="3000"/>
              <a:buFont typeface="Philosopher"/>
              <a:buNone/>
              <a:defRPr sz="3000" b="1" i="0" u="none" strike="noStrike" cap="none">
                <a:solidFill>
                  <a:schemeClr val="dk1"/>
                </a:solidFill>
                <a:latin typeface="Philosopher"/>
                <a:ea typeface="Philosopher"/>
                <a:cs typeface="Philosopher"/>
                <a:sym typeface="Philosopher"/>
              </a:defRPr>
            </a:lvl2pPr>
            <a:lvl3pPr marR="0" lvl="2" algn="l" rtl="0">
              <a:lnSpc>
                <a:spcPct val="100000"/>
              </a:lnSpc>
              <a:spcBef>
                <a:spcPts val="0"/>
              </a:spcBef>
              <a:spcAft>
                <a:spcPts val="0"/>
              </a:spcAft>
              <a:buClr>
                <a:schemeClr val="dk1"/>
              </a:buClr>
              <a:buSzPts val="3000"/>
              <a:buFont typeface="Philosopher"/>
              <a:buNone/>
              <a:defRPr sz="3000" b="1" i="0" u="none" strike="noStrike" cap="none">
                <a:solidFill>
                  <a:schemeClr val="dk1"/>
                </a:solidFill>
                <a:latin typeface="Philosopher"/>
                <a:ea typeface="Philosopher"/>
                <a:cs typeface="Philosopher"/>
                <a:sym typeface="Philosopher"/>
              </a:defRPr>
            </a:lvl3pPr>
            <a:lvl4pPr marR="0" lvl="3" algn="l" rtl="0">
              <a:lnSpc>
                <a:spcPct val="100000"/>
              </a:lnSpc>
              <a:spcBef>
                <a:spcPts val="0"/>
              </a:spcBef>
              <a:spcAft>
                <a:spcPts val="0"/>
              </a:spcAft>
              <a:buClr>
                <a:schemeClr val="dk1"/>
              </a:buClr>
              <a:buSzPts val="3000"/>
              <a:buFont typeface="Philosopher"/>
              <a:buNone/>
              <a:defRPr sz="3000" b="1" i="0" u="none" strike="noStrike" cap="none">
                <a:solidFill>
                  <a:schemeClr val="dk1"/>
                </a:solidFill>
                <a:latin typeface="Philosopher"/>
                <a:ea typeface="Philosopher"/>
                <a:cs typeface="Philosopher"/>
                <a:sym typeface="Philosopher"/>
              </a:defRPr>
            </a:lvl4pPr>
            <a:lvl5pPr marR="0" lvl="4" algn="l" rtl="0">
              <a:lnSpc>
                <a:spcPct val="100000"/>
              </a:lnSpc>
              <a:spcBef>
                <a:spcPts val="0"/>
              </a:spcBef>
              <a:spcAft>
                <a:spcPts val="0"/>
              </a:spcAft>
              <a:buClr>
                <a:schemeClr val="dk1"/>
              </a:buClr>
              <a:buSzPts val="3000"/>
              <a:buFont typeface="Philosopher"/>
              <a:buNone/>
              <a:defRPr sz="3000" b="1" i="0" u="none" strike="noStrike" cap="none">
                <a:solidFill>
                  <a:schemeClr val="dk1"/>
                </a:solidFill>
                <a:latin typeface="Philosopher"/>
                <a:ea typeface="Philosopher"/>
                <a:cs typeface="Philosopher"/>
                <a:sym typeface="Philosopher"/>
              </a:defRPr>
            </a:lvl5pPr>
            <a:lvl6pPr marR="0" lvl="5" algn="l" rtl="0">
              <a:lnSpc>
                <a:spcPct val="100000"/>
              </a:lnSpc>
              <a:spcBef>
                <a:spcPts val="0"/>
              </a:spcBef>
              <a:spcAft>
                <a:spcPts val="0"/>
              </a:spcAft>
              <a:buClr>
                <a:schemeClr val="dk1"/>
              </a:buClr>
              <a:buSzPts val="3000"/>
              <a:buFont typeface="Philosopher"/>
              <a:buNone/>
              <a:defRPr sz="3000" b="1" i="0" u="none" strike="noStrike" cap="none">
                <a:solidFill>
                  <a:schemeClr val="dk1"/>
                </a:solidFill>
                <a:latin typeface="Philosopher"/>
                <a:ea typeface="Philosopher"/>
                <a:cs typeface="Philosopher"/>
                <a:sym typeface="Philosopher"/>
              </a:defRPr>
            </a:lvl6pPr>
            <a:lvl7pPr marR="0" lvl="6" algn="l" rtl="0">
              <a:lnSpc>
                <a:spcPct val="100000"/>
              </a:lnSpc>
              <a:spcBef>
                <a:spcPts val="0"/>
              </a:spcBef>
              <a:spcAft>
                <a:spcPts val="0"/>
              </a:spcAft>
              <a:buClr>
                <a:schemeClr val="dk1"/>
              </a:buClr>
              <a:buSzPts val="3000"/>
              <a:buFont typeface="Philosopher"/>
              <a:buNone/>
              <a:defRPr sz="3000" b="1" i="0" u="none" strike="noStrike" cap="none">
                <a:solidFill>
                  <a:schemeClr val="dk1"/>
                </a:solidFill>
                <a:latin typeface="Philosopher"/>
                <a:ea typeface="Philosopher"/>
                <a:cs typeface="Philosopher"/>
                <a:sym typeface="Philosopher"/>
              </a:defRPr>
            </a:lvl7pPr>
            <a:lvl8pPr marR="0" lvl="7" algn="l" rtl="0">
              <a:lnSpc>
                <a:spcPct val="100000"/>
              </a:lnSpc>
              <a:spcBef>
                <a:spcPts val="0"/>
              </a:spcBef>
              <a:spcAft>
                <a:spcPts val="0"/>
              </a:spcAft>
              <a:buClr>
                <a:schemeClr val="dk1"/>
              </a:buClr>
              <a:buSzPts val="3000"/>
              <a:buFont typeface="Philosopher"/>
              <a:buNone/>
              <a:defRPr sz="3000" b="1" i="0" u="none" strike="noStrike" cap="none">
                <a:solidFill>
                  <a:schemeClr val="dk1"/>
                </a:solidFill>
                <a:latin typeface="Philosopher"/>
                <a:ea typeface="Philosopher"/>
                <a:cs typeface="Philosopher"/>
                <a:sym typeface="Philosopher"/>
              </a:defRPr>
            </a:lvl8pPr>
            <a:lvl9pPr marR="0" lvl="8" algn="l" rtl="0">
              <a:lnSpc>
                <a:spcPct val="100000"/>
              </a:lnSpc>
              <a:spcBef>
                <a:spcPts val="0"/>
              </a:spcBef>
              <a:spcAft>
                <a:spcPts val="0"/>
              </a:spcAft>
              <a:buClr>
                <a:schemeClr val="dk1"/>
              </a:buClr>
              <a:buSzPts val="3000"/>
              <a:buFont typeface="Philosopher"/>
              <a:buNone/>
              <a:defRPr sz="3000" b="1" i="0" u="none" strike="noStrike" cap="none">
                <a:solidFill>
                  <a:schemeClr val="dk1"/>
                </a:solidFill>
                <a:latin typeface="Philosopher"/>
                <a:ea typeface="Philosopher"/>
                <a:cs typeface="Philosopher"/>
                <a:sym typeface="Philosopher"/>
              </a:defRPr>
            </a:lvl9pPr>
          </a:lstStyle>
          <a:p>
            <a:r>
              <a:rPr lang="en" dirty="0"/>
              <a:t>4</a:t>
            </a:r>
          </a:p>
        </p:txBody>
      </p:sp>
      <p:sp>
        <p:nvSpPr>
          <p:cNvPr id="29" name="Google Shape;610;p37">
            <a:extLst>
              <a:ext uri="{FF2B5EF4-FFF2-40B4-BE49-F238E27FC236}">
                <a16:creationId xmlns:a16="http://schemas.microsoft.com/office/drawing/2014/main" id="{91B45236-3CDA-4B84-463D-31F9D6A75661}"/>
              </a:ext>
            </a:extLst>
          </p:cNvPr>
          <p:cNvSpPr txBox="1">
            <a:spLocks/>
          </p:cNvSpPr>
          <p:nvPr/>
        </p:nvSpPr>
        <p:spPr>
          <a:xfrm>
            <a:off x="4781878" y="2497975"/>
            <a:ext cx="2305500" cy="484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Bebas Neue"/>
              <a:buNone/>
              <a:defRPr sz="2500" b="1" i="0" u="none" strike="noStrike" cap="none">
                <a:solidFill>
                  <a:schemeClr val="dk1"/>
                </a:solidFill>
                <a:latin typeface="Philosopher"/>
                <a:ea typeface="Philosopher"/>
                <a:cs typeface="Philosopher"/>
                <a:sym typeface="Philosopher"/>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dirty="0">
                <a:latin typeface="+mj-lt"/>
              </a:rPr>
              <a:t>Results and Interpretation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38"/>
          <p:cNvSpPr/>
          <p:nvPr/>
        </p:nvSpPr>
        <p:spPr>
          <a:xfrm>
            <a:off x="1022201" y="1612977"/>
            <a:ext cx="1514478" cy="2805657"/>
          </a:xfrm>
          <a:custGeom>
            <a:avLst/>
            <a:gdLst/>
            <a:ahLst/>
            <a:cxnLst/>
            <a:rect l="l" t="t" r="r" b="b"/>
            <a:pathLst>
              <a:path w="15918" h="29489" extrusionOk="0">
                <a:moveTo>
                  <a:pt x="7788" y="1"/>
                </a:moveTo>
                <a:lnTo>
                  <a:pt x="7675" y="2402"/>
                </a:lnTo>
                <a:cubicBezTo>
                  <a:pt x="7514" y="2499"/>
                  <a:pt x="7397" y="2766"/>
                  <a:pt x="7397" y="3083"/>
                </a:cubicBezTo>
                <a:cubicBezTo>
                  <a:pt x="7397" y="3211"/>
                  <a:pt x="7418" y="3329"/>
                  <a:pt x="7449" y="3433"/>
                </a:cubicBezTo>
                <a:lnTo>
                  <a:pt x="7076" y="3433"/>
                </a:lnTo>
                <a:lnTo>
                  <a:pt x="7076" y="4132"/>
                </a:lnTo>
                <a:lnTo>
                  <a:pt x="6565" y="4132"/>
                </a:lnTo>
                <a:lnTo>
                  <a:pt x="6565" y="4631"/>
                </a:lnTo>
                <a:lnTo>
                  <a:pt x="7186" y="4631"/>
                </a:lnTo>
                <a:cubicBezTo>
                  <a:pt x="7186" y="4631"/>
                  <a:pt x="5616" y="5130"/>
                  <a:pt x="5398" y="6429"/>
                </a:cubicBezTo>
                <a:cubicBezTo>
                  <a:pt x="5179" y="7727"/>
                  <a:pt x="5398" y="8226"/>
                  <a:pt x="5398" y="8226"/>
                </a:cubicBezTo>
                <a:cubicBezTo>
                  <a:pt x="5398" y="8226"/>
                  <a:pt x="1533" y="9524"/>
                  <a:pt x="1" y="13516"/>
                </a:cubicBezTo>
                <a:lnTo>
                  <a:pt x="1" y="29489"/>
                </a:lnTo>
                <a:lnTo>
                  <a:pt x="7806" y="29314"/>
                </a:lnTo>
                <a:lnTo>
                  <a:pt x="7806" y="29489"/>
                </a:lnTo>
                <a:lnTo>
                  <a:pt x="15918" y="29489"/>
                </a:lnTo>
                <a:lnTo>
                  <a:pt x="15918" y="13635"/>
                </a:lnTo>
                <a:cubicBezTo>
                  <a:pt x="14317" y="9593"/>
                  <a:pt x="10271" y="8280"/>
                  <a:pt x="10271" y="8280"/>
                </a:cubicBezTo>
                <a:cubicBezTo>
                  <a:pt x="10271" y="8280"/>
                  <a:pt x="10499" y="7777"/>
                  <a:pt x="10271" y="6462"/>
                </a:cubicBezTo>
                <a:cubicBezTo>
                  <a:pt x="10042" y="5150"/>
                  <a:pt x="8399" y="4644"/>
                  <a:pt x="8399" y="4644"/>
                </a:cubicBezTo>
                <a:lnTo>
                  <a:pt x="9048" y="4644"/>
                </a:lnTo>
                <a:lnTo>
                  <a:pt x="9048" y="4139"/>
                </a:lnTo>
                <a:lnTo>
                  <a:pt x="8514" y="4139"/>
                </a:lnTo>
                <a:lnTo>
                  <a:pt x="8514" y="3433"/>
                </a:lnTo>
                <a:lnTo>
                  <a:pt x="8166" y="3433"/>
                </a:lnTo>
                <a:cubicBezTo>
                  <a:pt x="8199" y="3329"/>
                  <a:pt x="8219" y="3211"/>
                  <a:pt x="8219" y="3083"/>
                </a:cubicBezTo>
                <a:cubicBezTo>
                  <a:pt x="8219" y="2740"/>
                  <a:pt x="8083" y="2456"/>
                  <a:pt x="7903" y="2381"/>
                </a:cubicBezTo>
                <a:lnTo>
                  <a:pt x="778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2" name="Google Shape;632;p38"/>
          <p:cNvGrpSpPr/>
          <p:nvPr/>
        </p:nvGrpSpPr>
        <p:grpSpPr>
          <a:xfrm>
            <a:off x="-1066800" y="1054955"/>
            <a:ext cx="4744050" cy="3507145"/>
            <a:chOff x="0" y="1054955"/>
            <a:chExt cx="4744050" cy="3507145"/>
          </a:xfrm>
        </p:grpSpPr>
        <p:sp>
          <p:nvSpPr>
            <p:cNvPr id="633" name="Google Shape;633;p38"/>
            <p:cNvSpPr/>
            <p:nvPr/>
          </p:nvSpPr>
          <p:spPr>
            <a:xfrm flipH="1">
              <a:off x="0" y="1054955"/>
              <a:ext cx="4060624" cy="3409260"/>
            </a:xfrm>
            <a:custGeom>
              <a:avLst/>
              <a:gdLst/>
              <a:ahLst/>
              <a:cxnLst/>
              <a:rect l="l" t="t" r="r" b="b"/>
              <a:pathLst>
                <a:path w="78262" h="65708" extrusionOk="0">
                  <a:moveTo>
                    <a:pt x="58138" y="9062"/>
                  </a:moveTo>
                  <a:cubicBezTo>
                    <a:pt x="58575" y="9062"/>
                    <a:pt x="58575" y="9689"/>
                    <a:pt x="58575" y="9689"/>
                  </a:cubicBezTo>
                  <a:lnTo>
                    <a:pt x="58575" y="11484"/>
                  </a:lnTo>
                  <a:lnTo>
                    <a:pt x="57701" y="11484"/>
                  </a:lnTo>
                  <a:lnTo>
                    <a:pt x="57701" y="9779"/>
                  </a:lnTo>
                  <a:cubicBezTo>
                    <a:pt x="57701" y="9779"/>
                    <a:pt x="57701" y="9062"/>
                    <a:pt x="58138" y="9062"/>
                  </a:cubicBezTo>
                  <a:close/>
                  <a:moveTo>
                    <a:pt x="56880" y="9089"/>
                  </a:moveTo>
                  <a:cubicBezTo>
                    <a:pt x="57317" y="9089"/>
                    <a:pt x="57317" y="9716"/>
                    <a:pt x="57317" y="9716"/>
                  </a:cubicBezTo>
                  <a:lnTo>
                    <a:pt x="57317" y="11510"/>
                  </a:lnTo>
                  <a:lnTo>
                    <a:pt x="56443" y="11510"/>
                  </a:lnTo>
                  <a:lnTo>
                    <a:pt x="56443" y="9806"/>
                  </a:lnTo>
                  <a:cubicBezTo>
                    <a:pt x="56443" y="9806"/>
                    <a:pt x="56443" y="9089"/>
                    <a:pt x="56880" y="9089"/>
                  </a:cubicBezTo>
                  <a:close/>
                  <a:moveTo>
                    <a:pt x="59233" y="9091"/>
                  </a:moveTo>
                  <a:cubicBezTo>
                    <a:pt x="59507" y="9091"/>
                    <a:pt x="59507" y="9717"/>
                    <a:pt x="59507" y="9717"/>
                  </a:cubicBezTo>
                  <a:lnTo>
                    <a:pt x="59507" y="11512"/>
                  </a:lnTo>
                  <a:lnTo>
                    <a:pt x="58960" y="11512"/>
                  </a:lnTo>
                  <a:lnTo>
                    <a:pt x="58960" y="9807"/>
                  </a:lnTo>
                  <a:lnTo>
                    <a:pt x="58959" y="9807"/>
                  </a:lnTo>
                  <a:cubicBezTo>
                    <a:pt x="58959" y="9807"/>
                    <a:pt x="58959" y="9091"/>
                    <a:pt x="59233" y="9091"/>
                  </a:cubicBezTo>
                  <a:close/>
                  <a:moveTo>
                    <a:pt x="55705" y="9117"/>
                  </a:moveTo>
                  <a:cubicBezTo>
                    <a:pt x="55979" y="9117"/>
                    <a:pt x="55979" y="9744"/>
                    <a:pt x="55979" y="9744"/>
                  </a:cubicBezTo>
                  <a:lnTo>
                    <a:pt x="55979" y="11538"/>
                  </a:lnTo>
                  <a:lnTo>
                    <a:pt x="55431" y="11538"/>
                  </a:lnTo>
                  <a:lnTo>
                    <a:pt x="55431" y="9834"/>
                  </a:lnTo>
                  <a:cubicBezTo>
                    <a:pt x="55431" y="9834"/>
                    <a:pt x="55431" y="9117"/>
                    <a:pt x="55705" y="9117"/>
                  </a:cubicBezTo>
                  <a:close/>
                  <a:moveTo>
                    <a:pt x="15537" y="25977"/>
                  </a:moveTo>
                  <a:cubicBezTo>
                    <a:pt x="15838" y="25977"/>
                    <a:pt x="15838" y="26802"/>
                    <a:pt x="15838" y="26802"/>
                  </a:cubicBezTo>
                  <a:lnTo>
                    <a:pt x="15838" y="29162"/>
                  </a:lnTo>
                  <a:lnTo>
                    <a:pt x="15238" y="29162"/>
                  </a:lnTo>
                  <a:lnTo>
                    <a:pt x="15238" y="26920"/>
                  </a:lnTo>
                  <a:cubicBezTo>
                    <a:pt x="15238" y="26920"/>
                    <a:pt x="15238" y="25977"/>
                    <a:pt x="15537" y="25977"/>
                  </a:cubicBezTo>
                  <a:close/>
                  <a:moveTo>
                    <a:pt x="17847" y="25800"/>
                  </a:moveTo>
                  <a:cubicBezTo>
                    <a:pt x="18940" y="25800"/>
                    <a:pt x="18940" y="26672"/>
                    <a:pt x="18940" y="26672"/>
                  </a:cubicBezTo>
                  <a:lnTo>
                    <a:pt x="18940" y="29162"/>
                  </a:lnTo>
                  <a:lnTo>
                    <a:pt x="16752" y="29162"/>
                  </a:lnTo>
                  <a:lnTo>
                    <a:pt x="16752" y="26795"/>
                  </a:lnTo>
                  <a:cubicBezTo>
                    <a:pt x="16752" y="26795"/>
                    <a:pt x="16752" y="25800"/>
                    <a:pt x="17847" y="25800"/>
                  </a:cubicBezTo>
                  <a:close/>
                  <a:moveTo>
                    <a:pt x="20097" y="26018"/>
                  </a:moveTo>
                  <a:cubicBezTo>
                    <a:pt x="20398" y="26018"/>
                    <a:pt x="20398" y="26843"/>
                    <a:pt x="20398" y="26843"/>
                  </a:cubicBezTo>
                  <a:lnTo>
                    <a:pt x="20398" y="29203"/>
                  </a:lnTo>
                  <a:lnTo>
                    <a:pt x="19796" y="29203"/>
                  </a:lnTo>
                  <a:lnTo>
                    <a:pt x="19796" y="26961"/>
                  </a:lnTo>
                  <a:cubicBezTo>
                    <a:pt x="19796" y="26961"/>
                    <a:pt x="19796" y="26018"/>
                    <a:pt x="20097" y="26018"/>
                  </a:cubicBezTo>
                  <a:close/>
                  <a:moveTo>
                    <a:pt x="43351" y="28212"/>
                  </a:moveTo>
                  <a:cubicBezTo>
                    <a:pt x="43625" y="28212"/>
                    <a:pt x="43625" y="28489"/>
                    <a:pt x="43625" y="28489"/>
                  </a:cubicBezTo>
                  <a:lnTo>
                    <a:pt x="43625" y="29286"/>
                  </a:lnTo>
                  <a:lnTo>
                    <a:pt x="43077" y="29286"/>
                  </a:lnTo>
                  <a:lnTo>
                    <a:pt x="43077" y="28530"/>
                  </a:lnTo>
                  <a:cubicBezTo>
                    <a:pt x="43077" y="28530"/>
                    <a:pt x="43077" y="28212"/>
                    <a:pt x="43351" y="28212"/>
                  </a:cubicBezTo>
                  <a:close/>
                  <a:moveTo>
                    <a:pt x="45235" y="28221"/>
                  </a:moveTo>
                  <a:cubicBezTo>
                    <a:pt x="45509" y="28221"/>
                    <a:pt x="45509" y="28499"/>
                    <a:pt x="45509" y="28499"/>
                  </a:cubicBezTo>
                  <a:lnTo>
                    <a:pt x="45509" y="29294"/>
                  </a:lnTo>
                  <a:lnTo>
                    <a:pt x="44961" y="29294"/>
                  </a:lnTo>
                  <a:lnTo>
                    <a:pt x="44961" y="28538"/>
                  </a:lnTo>
                  <a:cubicBezTo>
                    <a:pt x="44961" y="28538"/>
                    <a:pt x="44961" y="28221"/>
                    <a:pt x="45235" y="28221"/>
                  </a:cubicBezTo>
                  <a:close/>
                  <a:moveTo>
                    <a:pt x="44306" y="28232"/>
                  </a:moveTo>
                  <a:cubicBezTo>
                    <a:pt x="44580" y="28232"/>
                    <a:pt x="44580" y="28509"/>
                    <a:pt x="44580" y="28509"/>
                  </a:cubicBezTo>
                  <a:lnTo>
                    <a:pt x="44580" y="29304"/>
                  </a:lnTo>
                  <a:lnTo>
                    <a:pt x="44032" y="29304"/>
                  </a:lnTo>
                  <a:lnTo>
                    <a:pt x="44032" y="28549"/>
                  </a:lnTo>
                  <a:cubicBezTo>
                    <a:pt x="44032" y="28549"/>
                    <a:pt x="44032" y="28232"/>
                    <a:pt x="44306" y="28232"/>
                  </a:cubicBezTo>
                  <a:close/>
                  <a:moveTo>
                    <a:pt x="40564" y="28250"/>
                  </a:moveTo>
                  <a:cubicBezTo>
                    <a:pt x="40838" y="28250"/>
                    <a:pt x="40838" y="28528"/>
                    <a:pt x="40838" y="28528"/>
                  </a:cubicBezTo>
                  <a:lnTo>
                    <a:pt x="40838" y="29324"/>
                  </a:lnTo>
                  <a:lnTo>
                    <a:pt x="40290" y="29324"/>
                  </a:lnTo>
                  <a:lnTo>
                    <a:pt x="40290" y="28569"/>
                  </a:lnTo>
                  <a:cubicBezTo>
                    <a:pt x="40290" y="28569"/>
                    <a:pt x="40290" y="28250"/>
                    <a:pt x="40564" y="28250"/>
                  </a:cubicBezTo>
                  <a:close/>
                  <a:moveTo>
                    <a:pt x="41492" y="28250"/>
                  </a:moveTo>
                  <a:cubicBezTo>
                    <a:pt x="41766" y="28250"/>
                    <a:pt x="41766" y="28528"/>
                    <a:pt x="41766" y="28528"/>
                  </a:cubicBezTo>
                  <a:lnTo>
                    <a:pt x="41766" y="29324"/>
                  </a:lnTo>
                  <a:lnTo>
                    <a:pt x="41218" y="29324"/>
                  </a:lnTo>
                  <a:lnTo>
                    <a:pt x="41218" y="28569"/>
                  </a:lnTo>
                  <a:cubicBezTo>
                    <a:pt x="41218" y="28569"/>
                    <a:pt x="41218" y="28250"/>
                    <a:pt x="41492" y="28250"/>
                  </a:cubicBezTo>
                  <a:close/>
                  <a:moveTo>
                    <a:pt x="42440" y="28250"/>
                  </a:moveTo>
                  <a:cubicBezTo>
                    <a:pt x="42714" y="28250"/>
                    <a:pt x="42714" y="28528"/>
                    <a:pt x="42714" y="28528"/>
                  </a:cubicBezTo>
                  <a:lnTo>
                    <a:pt x="42714" y="29324"/>
                  </a:lnTo>
                  <a:lnTo>
                    <a:pt x="42166" y="29324"/>
                  </a:lnTo>
                  <a:lnTo>
                    <a:pt x="42166" y="28569"/>
                  </a:lnTo>
                  <a:cubicBezTo>
                    <a:pt x="42166" y="28569"/>
                    <a:pt x="42166" y="28250"/>
                    <a:pt x="42440" y="28250"/>
                  </a:cubicBezTo>
                  <a:close/>
                  <a:moveTo>
                    <a:pt x="38603" y="28284"/>
                  </a:moveTo>
                  <a:cubicBezTo>
                    <a:pt x="38877" y="28284"/>
                    <a:pt x="38877" y="28562"/>
                    <a:pt x="38877" y="28562"/>
                  </a:cubicBezTo>
                  <a:lnTo>
                    <a:pt x="38877" y="29358"/>
                  </a:lnTo>
                  <a:lnTo>
                    <a:pt x="38329" y="29358"/>
                  </a:lnTo>
                  <a:lnTo>
                    <a:pt x="38329" y="28601"/>
                  </a:lnTo>
                  <a:cubicBezTo>
                    <a:pt x="38329" y="28601"/>
                    <a:pt x="38329" y="28284"/>
                    <a:pt x="38603" y="28284"/>
                  </a:cubicBezTo>
                  <a:close/>
                  <a:moveTo>
                    <a:pt x="39583" y="28291"/>
                  </a:moveTo>
                  <a:cubicBezTo>
                    <a:pt x="39857" y="28291"/>
                    <a:pt x="39857" y="28569"/>
                    <a:pt x="39857" y="28569"/>
                  </a:cubicBezTo>
                  <a:lnTo>
                    <a:pt x="39857" y="29365"/>
                  </a:lnTo>
                  <a:lnTo>
                    <a:pt x="39309" y="29365"/>
                  </a:lnTo>
                  <a:lnTo>
                    <a:pt x="39309" y="28608"/>
                  </a:lnTo>
                  <a:cubicBezTo>
                    <a:pt x="39309" y="28608"/>
                    <a:pt x="39309" y="28291"/>
                    <a:pt x="39583" y="28291"/>
                  </a:cubicBezTo>
                  <a:close/>
                  <a:moveTo>
                    <a:pt x="30102" y="28319"/>
                  </a:moveTo>
                  <a:cubicBezTo>
                    <a:pt x="30376" y="28319"/>
                    <a:pt x="30376" y="28597"/>
                    <a:pt x="30376" y="28597"/>
                  </a:cubicBezTo>
                  <a:lnTo>
                    <a:pt x="30376" y="29393"/>
                  </a:lnTo>
                  <a:lnTo>
                    <a:pt x="29828" y="29393"/>
                  </a:lnTo>
                  <a:lnTo>
                    <a:pt x="29828" y="28637"/>
                  </a:lnTo>
                  <a:cubicBezTo>
                    <a:pt x="29828" y="28637"/>
                    <a:pt x="29828" y="28319"/>
                    <a:pt x="30102" y="28319"/>
                  </a:cubicBezTo>
                  <a:close/>
                  <a:moveTo>
                    <a:pt x="31031" y="28319"/>
                  </a:moveTo>
                  <a:cubicBezTo>
                    <a:pt x="31305" y="28319"/>
                    <a:pt x="31305" y="28597"/>
                    <a:pt x="31305" y="28597"/>
                  </a:cubicBezTo>
                  <a:lnTo>
                    <a:pt x="31305" y="29393"/>
                  </a:lnTo>
                  <a:lnTo>
                    <a:pt x="30757" y="29393"/>
                  </a:lnTo>
                  <a:lnTo>
                    <a:pt x="30757" y="28637"/>
                  </a:lnTo>
                  <a:cubicBezTo>
                    <a:pt x="30757" y="28637"/>
                    <a:pt x="30757" y="28319"/>
                    <a:pt x="31031" y="28319"/>
                  </a:cubicBezTo>
                  <a:close/>
                  <a:moveTo>
                    <a:pt x="31960" y="28319"/>
                  </a:moveTo>
                  <a:cubicBezTo>
                    <a:pt x="32234" y="28319"/>
                    <a:pt x="32234" y="28597"/>
                    <a:pt x="32234" y="28597"/>
                  </a:cubicBezTo>
                  <a:lnTo>
                    <a:pt x="32234" y="29393"/>
                  </a:lnTo>
                  <a:lnTo>
                    <a:pt x="31686" y="29393"/>
                  </a:lnTo>
                  <a:lnTo>
                    <a:pt x="31686" y="28637"/>
                  </a:lnTo>
                  <a:cubicBezTo>
                    <a:pt x="31686" y="28637"/>
                    <a:pt x="31686" y="28319"/>
                    <a:pt x="31960" y="28319"/>
                  </a:cubicBezTo>
                  <a:close/>
                  <a:moveTo>
                    <a:pt x="37615" y="28325"/>
                  </a:moveTo>
                  <a:cubicBezTo>
                    <a:pt x="37889" y="28325"/>
                    <a:pt x="37889" y="28601"/>
                    <a:pt x="37889" y="28601"/>
                  </a:cubicBezTo>
                  <a:lnTo>
                    <a:pt x="37889" y="29398"/>
                  </a:lnTo>
                  <a:lnTo>
                    <a:pt x="37341" y="29398"/>
                  </a:lnTo>
                  <a:lnTo>
                    <a:pt x="37341" y="28642"/>
                  </a:lnTo>
                  <a:cubicBezTo>
                    <a:pt x="37341" y="28642"/>
                    <a:pt x="37341" y="28325"/>
                    <a:pt x="37615" y="28325"/>
                  </a:cubicBezTo>
                  <a:close/>
                  <a:moveTo>
                    <a:pt x="32850" y="28332"/>
                  </a:moveTo>
                  <a:cubicBezTo>
                    <a:pt x="33124" y="28332"/>
                    <a:pt x="33124" y="28608"/>
                    <a:pt x="33124" y="28608"/>
                  </a:cubicBezTo>
                  <a:lnTo>
                    <a:pt x="33124" y="29405"/>
                  </a:lnTo>
                  <a:lnTo>
                    <a:pt x="32576" y="29405"/>
                  </a:lnTo>
                  <a:lnTo>
                    <a:pt x="32576" y="28649"/>
                  </a:lnTo>
                  <a:cubicBezTo>
                    <a:pt x="32576" y="28649"/>
                    <a:pt x="32576" y="28332"/>
                    <a:pt x="32850" y="28332"/>
                  </a:cubicBezTo>
                  <a:close/>
                  <a:moveTo>
                    <a:pt x="36578" y="28334"/>
                  </a:moveTo>
                  <a:cubicBezTo>
                    <a:pt x="36852" y="28334"/>
                    <a:pt x="36852" y="28613"/>
                    <a:pt x="36852" y="28613"/>
                  </a:cubicBezTo>
                  <a:lnTo>
                    <a:pt x="36852" y="29408"/>
                  </a:lnTo>
                  <a:lnTo>
                    <a:pt x="36304" y="29408"/>
                  </a:lnTo>
                  <a:lnTo>
                    <a:pt x="36304" y="28653"/>
                  </a:lnTo>
                  <a:cubicBezTo>
                    <a:pt x="36304" y="28653"/>
                    <a:pt x="36304" y="28334"/>
                    <a:pt x="36578" y="28334"/>
                  </a:cubicBezTo>
                  <a:close/>
                  <a:moveTo>
                    <a:pt x="33767" y="28346"/>
                  </a:moveTo>
                  <a:cubicBezTo>
                    <a:pt x="34041" y="28346"/>
                    <a:pt x="34041" y="28623"/>
                    <a:pt x="34041" y="28623"/>
                  </a:cubicBezTo>
                  <a:lnTo>
                    <a:pt x="34041" y="29419"/>
                  </a:lnTo>
                  <a:lnTo>
                    <a:pt x="33492" y="29419"/>
                  </a:lnTo>
                  <a:lnTo>
                    <a:pt x="33492" y="28663"/>
                  </a:lnTo>
                  <a:cubicBezTo>
                    <a:pt x="33492" y="28663"/>
                    <a:pt x="33492" y="28346"/>
                    <a:pt x="33767" y="28346"/>
                  </a:cubicBezTo>
                  <a:close/>
                  <a:moveTo>
                    <a:pt x="35635" y="28346"/>
                  </a:moveTo>
                  <a:cubicBezTo>
                    <a:pt x="35909" y="28346"/>
                    <a:pt x="35909" y="28623"/>
                    <a:pt x="35909" y="28623"/>
                  </a:cubicBezTo>
                  <a:lnTo>
                    <a:pt x="35909" y="29419"/>
                  </a:lnTo>
                  <a:lnTo>
                    <a:pt x="35360" y="29419"/>
                  </a:lnTo>
                  <a:lnTo>
                    <a:pt x="35360" y="28663"/>
                  </a:lnTo>
                  <a:cubicBezTo>
                    <a:pt x="35360" y="28663"/>
                    <a:pt x="35360" y="28346"/>
                    <a:pt x="35635" y="28346"/>
                  </a:cubicBezTo>
                  <a:close/>
                  <a:moveTo>
                    <a:pt x="34684" y="28360"/>
                  </a:moveTo>
                  <a:cubicBezTo>
                    <a:pt x="34958" y="28360"/>
                    <a:pt x="34958" y="28637"/>
                    <a:pt x="34958" y="28637"/>
                  </a:cubicBezTo>
                  <a:lnTo>
                    <a:pt x="34958" y="29434"/>
                  </a:lnTo>
                  <a:lnTo>
                    <a:pt x="34410" y="29434"/>
                  </a:lnTo>
                  <a:lnTo>
                    <a:pt x="34410" y="28677"/>
                  </a:lnTo>
                  <a:cubicBezTo>
                    <a:pt x="34410" y="28677"/>
                    <a:pt x="34410" y="28360"/>
                    <a:pt x="34684" y="28360"/>
                  </a:cubicBezTo>
                  <a:close/>
                  <a:moveTo>
                    <a:pt x="3590" y="42479"/>
                  </a:moveTo>
                  <a:cubicBezTo>
                    <a:pt x="3742" y="42479"/>
                    <a:pt x="3742" y="42861"/>
                    <a:pt x="3742" y="42861"/>
                  </a:cubicBezTo>
                  <a:lnTo>
                    <a:pt x="3742" y="43956"/>
                  </a:lnTo>
                  <a:lnTo>
                    <a:pt x="3440" y="43956"/>
                  </a:lnTo>
                  <a:lnTo>
                    <a:pt x="3440" y="42916"/>
                  </a:lnTo>
                  <a:cubicBezTo>
                    <a:pt x="3440" y="42916"/>
                    <a:pt x="3440" y="42479"/>
                    <a:pt x="3590" y="42479"/>
                  </a:cubicBezTo>
                  <a:close/>
                  <a:moveTo>
                    <a:pt x="4743" y="42397"/>
                  </a:moveTo>
                  <a:cubicBezTo>
                    <a:pt x="5289" y="42397"/>
                    <a:pt x="5289" y="42802"/>
                    <a:pt x="5289" y="42802"/>
                  </a:cubicBezTo>
                  <a:lnTo>
                    <a:pt x="5289" y="43956"/>
                  </a:lnTo>
                  <a:lnTo>
                    <a:pt x="4197" y="43956"/>
                  </a:lnTo>
                  <a:lnTo>
                    <a:pt x="4197" y="42860"/>
                  </a:lnTo>
                  <a:cubicBezTo>
                    <a:pt x="4197" y="42860"/>
                    <a:pt x="4197" y="42397"/>
                    <a:pt x="4743" y="42397"/>
                  </a:cubicBezTo>
                  <a:close/>
                  <a:moveTo>
                    <a:pt x="5871" y="42498"/>
                  </a:moveTo>
                  <a:cubicBezTo>
                    <a:pt x="6022" y="42498"/>
                    <a:pt x="6022" y="42881"/>
                    <a:pt x="6022" y="42881"/>
                  </a:cubicBezTo>
                  <a:lnTo>
                    <a:pt x="6022" y="43976"/>
                  </a:lnTo>
                  <a:lnTo>
                    <a:pt x="5719" y="43976"/>
                  </a:lnTo>
                  <a:lnTo>
                    <a:pt x="5719" y="42936"/>
                  </a:lnTo>
                  <a:cubicBezTo>
                    <a:pt x="5719" y="42936"/>
                    <a:pt x="5719" y="42498"/>
                    <a:pt x="5871" y="42498"/>
                  </a:cubicBezTo>
                  <a:close/>
                  <a:moveTo>
                    <a:pt x="57522" y="1"/>
                  </a:moveTo>
                  <a:lnTo>
                    <a:pt x="57480" y="959"/>
                  </a:lnTo>
                  <a:cubicBezTo>
                    <a:pt x="57335" y="968"/>
                    <a:pt x="57220" y="1024"/>
                    <a:pt x="57220" y="1094"/>
                  </a:cubicBezTo>
                  <a:cubicBezTo>
                    <a:pt x="57220" y="1162"/>
                    <a:pt x="57328" y="1218"/>
                    <a:pt x="57469" y="1228"/>
                  </a:cubicBezTo>
                  <a:lnTo>
                    <a:pt x="57446" y="1718"/>
                  </a:lnTo>
                  <a:lnTo>
                    <a:pt x="57451" y="1718"/>
                  </a:lnTo>
                  <a:cubicBezTo>
                    <a:pt x="57170" y="1741"/>
                    <a:pt x="56954" y="1852"/>
                    <a:pt x="56954" y="1987"/>
                  </a:cubicBezTo>
                  <a:cubicBezTo>
                    <a:pt x="56954" y="2123"/>
                    <a:pt x="57170" y="2233"/>
                    <a:pt x="57451" y="2257"/>
                  </a:cubicBezTo>
                  <a:cubicBezTo>
                    <a:pt x="57085" y="2919"/>
                    <a:pt x="55801" y="5124"/>
                    <a:pt x="54191" y="6438"/>
                  </a:cubicBezTo>
                  <a:cubicBezTo>
                    <a:pt x="52852" y="7532"/>
                    <a:pt x="55313" y="9064"/>
                    <a:pt x="55313" y="9064"/>
                  </a:cubicBezTo>
                  <a:lnTo>
                    <a:pt x="55341" y="11580"/>
                  </a:lnTo>
                  <a:lnTo>
                    <a:pt x="54520" y="11580"/>
                  </a:lnTo>
                  <a:lnTo>
                    <a:pt x="54520" y="12238"/>
                  </a:lnTo>
                  <a:lnTo>
                    <a:pt x="55313" y="12620"/>
                  </a:lnTo>
                  <a:lnTo>
                    <a:pt x="54547" y="12620"/>
                  </a:lnTo>
                  <a:lnTo>
                    <a:pt x="54519" y="13032"/>
                  </a:lnTo>
                  <a:lnTo>
                    <a:pt x="53286" y="13032"/>
                  </a:lnTo>
                  <a:lnTo>
                    <a:pt x="53286" y="14173"/>
                  </a:lnTo>
                  <a:lnTo>
                    <a:pt x="54790" y="15521"/>
                  </a:lnTo>
                  <a:lnTo>
                    <a:pt x="54832" y="36876"/>
                  </a:lnTo>
                  <a:lnTo>
                    <a:pt x="53670" y="36876"/>
                  </a:lnTo>
                  <a:lnTo>
                    <a:pt x="53670" y="37897"/>
                  </a:lnTo>
                  <a:lnTo>
                    <a:pt x="54835" y="37897"/>
                  </a:lnTo>
                  <a:lnTo>
                    <a:pt x="54836" y="38937"/>
                  </a:lnTo>
                  <a:lnTo>
                    <a:pt x="48475" y="38937"/>
                  </a:lnTo>
                  <a:lnTo>
                    <a:pt x="48475" y="37568"/>
                  </a:lnTo>
                  <a:cubicBezTo>
                    <a:pt x="48475" y="36300"/>
                    <a:pt x="47446" y="35271"/>
                    <a:pt x="46178" y="35271"/>
                  </a:cubicBezTo>
                  <a:lnTo>
                    <a:pt x="46117" y="34397"/>
                  </a:lnTo>
                  <a:lnTo>
                    <a:pt x="46760" y="34397"/>
                  </a:lnTo>
                  <a:lnTo>
                    <a:pt x="46760" y="29259"/>
                  </a:lnTo>
                  <a:lnTo>
                    <a:pt x="45933" y="29287"/>
                  </a:lnTo>
                  <a:lnTo>
                    <a:pt x="45900" y="27959"/>
                  </a:lnTo>
                  <a:cubicBezTo>
                    <a:pt x="49828" y="22324"/>
                    <a:pt x="39348" y="18256"/>
                    <a:pt x="39348" y="18256"/>
                  </a:cubicBezTo>
                  <a:lnTo>
                    <a:pt x="39348" y="17764"/>
                  </a:lnTo>
                  <a:lnTo>
                    <a:pt x="38865" y="17764"/>
                  </a:lnTo>
                  <a:lnTo>
                    <a:pt x="38865" y="16342"/>
                  </a:lnTo>
                  <a:lnTo>
                    <a:pt x="39348" y="16342"/>
                  </a:lnTo>
                  <a:lnTo>
                    <a:pt x="39348" y="15576"/>
                  </a:lnTo>
                  <a:lnTo>
                    <a:pt x="38804" y="15576"/>
                  </a:lnTo>
                  <a:lnTo>
                    <a:pt x="38804" y="15084"/>
                  </a:lnTo>
                  <a:lnTo>
                    <a:pt x="37401" y="15084"/>
                  </a:lnTo>
                  <a:lnTo>
                    <a:pt x="37380" y="14692"/>
                  </a:lnTo>
                  <a:cubicBezTo>
                    <a:pt x="37591" y="14613"/>
                    <a:pt x="37743" y="14412"/>
                    <a:pt x="37743" y="14173"/>
                  </a:cubicBezTo>
                  <a:cubicBezTo>
                    <a:pt x="37743" y="13913"/>
                    <a:pt x="37563" y="13698"/>
                    <a:pt x="37323" y="13638"/>
                  </a:cubicBezTo>
                  <a:lnTo>
                    <a:pt x="37300" y="13234"/>
                  </a:lnTo>
                  <a:cubicBezTo>
                    <a:pt x="37479" y="13185"/>
                    <a:pt x="37612" y="13021"/>
                    <a:pt x="37612" y="12827"/>
                  </a:cubicBezTo>
                  <a:cubicBezTo>
                    <a:pt x="37612" y="12613"/>
                    <a:pt x="37456" y="12440"/>
                    <a:pt x="37254" y="12408"/>
                  </a:cubicBezTo>
                  <a:lnTo>
                    <a:pt x="37189" y="11234"/>
                  </a:lnTo>
                  <a:lnTo>
                    <a:pt x="37120" y="12408"/>
                  </a:lnTo>
                  <a:cubicBezTo>
                    <a:pt x="36918" y="12441"/>
                    <a:pt x="36763" y="12613"/>
                    <a:pt x="36763" y="12824"/>
                  </a:cubicBezTo>
                  <a:cubicBezTo>
                    <a:pt x="36763" y="13018"/>
                    <a:pt x="36894" y="13179"/>
                    <a:pt x="37071" y="13230"/>
                  </a:cubicBezTo>
                  <a:lnTo>
                    <a:pt x="37049" y="13638"/>
                  </a:lnTo>
                  <a:cubicBezTo>
                    <a:pt x="36811" y="13699"/>
                    <a:pt x="36634" y="13913"/>
                    <a:pt x="36634" y="14172"/>
                  </a:cubicBezTo>
                  <a:cubicBezTo>
                    <a:pt x="36634" y="14408"/>
                    <a:pt x="36782" y="14606"/>
                    <a:pt x="36987" y="14686"/>
                  </a:cubicBezTo>
                  <a:lnTo>
                    <a:pt x="36964" y="15080"/>
                  </a:lnTo>
                  <a:lnTo>
                    <a:pt x="35725" y="15080"/>
                  </a:lnTo>
                  <a:lnTo>
                    <a:pt x="35725" y="15572"/>
                  </a:lnTo>
                  <a:lnTo>
                    <a:pt x="35233" y="15572"/>
                  </a:lnTo>
                  <a:lnTo>
                    <a:pt x="35233" y="16338"/>
                  </a:lnTo>
                  <a:lnTo>
                    <a:pt x="35670" y="16338"/>
                  </a:lnTo>
                  <a:lnTo>
                    <a:pt x="35670" y="17762"/>
                  </a:lnTo>
                  <a:lnTo>
                    <a:pt x="35233" y="17762"/>
                  </a:lnTo>
                  <a:lnTo>
                    <a:pt x="35233" y="18254"/>
                  </a:lnTo>
                  <a:cubicBezTo>
                    <a:pt x="35233" y="18254"/>
                    <a:pt x="25767" y="22521"/>
                    <a:pt x="29323" y="28156"/>
                  </a:cubicBezTo>
                  <a:lnTo>
                    <a:pt x="29269" y="29414"/>
                  </a:lnTo>
                  <a:lnTo>
                    <a:pt x="28524" y="29414"/>
                  </a:lnTo>
                  <a:lnTo>
                    <a:pt x="28524" y="34391"/>
                  </a:lnTo>
                  <a:lnTo>
                    <a:pt x="29104" y="34391"/>
                  </a:lnTo>
                  <a:lnTo>
                    <a:pt x="29049" y="35267"/>
                  </a:lnTo>
                  <a:cubicBezTo>
                    <a:pt x="27902" y="35267"/>
                    <a:pt x="26971" y="36197"/>
                    <a:pt x="26971" y="37344"/>
                  </a:cubicBezTo>
                  <a:lnTo>
                    <a:pt x="26971" y="38931"/>
                  </a:lnTo>
                  <a:lnTo>
                    <a:pt x="20406" y="38931"/>
                  </a:lnTo>
                  <a:lnTo>
                    <a:pt x="20442" y="30125"/>
                  </a:lnTo>
                  <a:lnTo>
                    <a:pt x="21171" y="30125"/>
                  </a:lnTo>
                  <a:lnTo>
                    <a:pt x="21171" y="29240"/>
                  </a:lnTo>
                  <a:lnTo>
                    <a:pt x="20832" y="29240"/>
                  </a:lnTo>
                  <a:lnTo>
                    <a:pt x="20832" y="26643"/>
                  </a:lnTo>
                  <a:lnTo>
                    <a:pt x="21171" y="26288"/>
                  </a:lnTo>
                  <a:lnTo>
                    <a:pt x="20720" y="25934"/>
                  </a:lnTo>
                  <a:cubicBezTo>
                    <a:pt x="21002" y="23278"/>
                    <a:pt x="18571" y="22393"/>
                    <a:pt x="18571" y="22393"/>
                  </a:cubicBezTo>
                  <a:lnTo>
                    <a:pt x="18571" y="21333"/>
                  </a:lnTo>
                  <a:lnTo>
                    <a:pt x="18004" y="21333"/>
                  </a:lnTo>
                  <a:lnTo>
                    <a:pt x="17778" y="18854"/>
                  </a:lnTo>
                  <a:lnTo>
                    <a:pt x="17559" y="21333"/>
                  </a:lnTo>
                  <a:lnTo>
                    <a:pt x="17012" y="21333"/>
                  </a:lnTo>
                  <a:lnTo>
                    <a:pt x="17012" y="22396"/>
                  </a:lnTo>
                  <a:cubicBezTo>
                    <a:pt x="17012" y="22396"/>
                    <a:pt x="14659" y="23281"/>
                    <a:pt x="14933" y="25936"/>
                  </a:cubicBezTo>
                  <a:lnTo>
                    <a:pt x="14496" y="26292"/>
                  </a:lnTo>
                  <a:lnTo>
                    <a:pt x="14825" y="26646"/>
                  </a:lnTo>
                  <a:lnTo>
                    <a:pt x="14825" y="29244"/>
                  </a:lnTo>
                  <a:lnTo>
                    <a:pt x="14496" y="29244"/>
                  </a:lnTo>
                  <a:lnTo>
                    <a:pt x="14496" y="30129"/>
                  </a:lnTo>
                  <a:lnTo>
                    <a:pt x="15225" y="30129"/>
                  </a:lnTo>
                  <a:lnTo>
                    <a:pt x="15261" y="38934"/>
                  </a:lnTo>
                  <a:lnTo>
                    <a:pt x="14114" y="38934"/>
                  </a:lnTo>
                  <a:lnTo>
                    <a:pt x="14114" y="41888"/>
                  </a:lnTo>
                  <a:lnTo>
                    <a:pt x="8533" y="41888"/>
                  </a:lnTo>
                  <a:lnTo>
                    <a:pt x="8533" y="44953"/>
                  </a:lnTo>
                  <a:lnTo>
                    <a:pt x="8042" y="44953"/>
                  </a:lnTo>
                  <a:lnTo>
                    <a:pt x="8042" y="46211"/>
                  </a:lnTo>
                  <a:lnTo>
                    <a:pt x="7603" y="46211"/>
                  </a:lnTo>
                  <a:lnTo>
                    <a:pt x="7603" y="46757"/>
                  </a:lnTo>
                  <a:lnTo>
                    <a:pt x="6619" y="47632"/>
                  </a:lnTo>
                  <a:lnTo>
                    <a:pt x="6619" y="48561"/>
                  </a:lnTo>
                  <a:lnTo>
                    <a:pt x="6017" y="48561"/>
                  </a:lnTo>
                  <a:lnTo>
                    <a:pt x="6034" y="44404"/>
                  </a:lnTo>
                  <a:lnTo>
                    <a:pt x="6400" y="44404"/>
                  </a:lnTo>
                  <a:lnTo>
                    <a:pt x="6400" y="43993"/>
                  </a:lnTo>
                  <a:lnTo>
                    <a:pt x="6230" y="43993"/>
                  </a:lnTo>
                  <a:lnTo>
                    <a:pt x="6230" y="42789"/>
                  </a:lnTo>
                  <a:lnTo>
                    <a:pt x="6400" y="42626"/>
                  </a:lnTo>
                  <a:lnTo>
                    <a:pt x="6173" y="42463"/>
                  </a:lnTo>
                  <a:cubicBezTo>
                    <a:pt x="6314" y="41231"/>
                    <a:pt x="5100" y="40822"/>
                    <a:pt x="5100" y="40822"/>
                  </a:cubicBezTo>
                  <a:lnTo>
                    <a:pt x="5100" y="40330"/>
                  </a:lnTo>
                  <a:lnTo>
                    <a:pt x="4817" y="40330"/>
                  </a:lnTo>
                  <a:lnTo>
                    <a:pt x="4705" y="39181"/>
                  </a:lnTo>
                  <a:lnTo>
                    <a:pt x="4595" y="40330"/>
                  </a:lnTo>
                  <a:lnTo>
                    <a:pt x="4321" y="40330"/>
                  </a:lnTo>
                  <a:lnTo>
                    <a:pt x="4321" y="40822"/>
                  </a:lnTo>
                  <a:cubicBezTo>
                    <a:pt x="4321" y="40822"/>
                    <a:pt x="3146" y="41233"/>
                    <a:pt x="3281" y="42463"/>
                  </a:cubicBezTo>
                  <a:lnTo>
                    <a:pt x="3062" y="42626"/>
                  </a:lnTo>
                  <a:lnTo>
                    <a:pt x="3225" y="42789"/>
                  </a:lnTo>
                  <a:lnTo>
                    <a:pt x="3225" y="43993"/>
                  </a:lnTo>
                  <a:lnTo>
                    <a:pt x="3062" y="43993"/>
                  </a:lnTo>
                  <a:lnTo>
                    <a:pt x="3062" y="44404"/>
                  </a:lnTo>
                  <a:lnTo>
                    <a:pt x="3427" y="44404"/>
                  </a:lnTo>
                  <a:lnTo>
                    <a:pt x="3444" y="48561"/>
                  </a:lnTo>
                  <a:lnTo>
                    <a:pt x="0" y="48561"/>
                  </a:lnTo>
                  <a:lnTo>
                    <a:pt x="0" y="65707"/>
                  </a:lnTo>
                  <a:lnTo>
                    <a:pt x="78262" y="65707"/>
                  </a:lnTo>
                  <a:lnTo>
                    <a:pt x="78262" y="48561"/>
                  </a:lnTo>
                  <a:lnTo>
                    <a:pt x="77203" y="48561"/>
                  </a:lnTo>
                  <a:lnTo>
                    <a:pt x="77203" y="40268"/>
                  </a:lnTo>
                  <a:cubicBezTo>
                    <a:pt x="75981" y="36227"/>
                    <a:pt x="72891" y="34915"/>
                    <a:pt x="72891" y="34915"/>
                  </a:cubicBezTo>
                  <a:cubicBezTo>
                    <a:pt x="72891" y="34915"/>
                    <a:pt x="73065" y="34411"/>
                    <a:pt x="72891" y="33096"/>
                  </a:cubicBezTo>
                  <a:cubicBezTo>
                    <a:pt x="72717" y="31784"/>
                    <a:pt x="71464" y="31278"/>
                    <a:pt x="71464" y="31278"/>
                  </a:cubicBezTo>
                  <a:lnTo>
                    <a:pt x="71961" y="31278"/>
                  </a:lnTo>
                  <a:lnTo>
                    <a:pt x="71961" y="30773"/>
                  </a:lnTo>
                  <a:lnTo>
                    <a:pt x="71553" y="30773"/>
                  </a:lnTo>
                  <a:lnTo>
                    <a:pt x="71553" y="30067"/>
                  </a:lnTo>
                  <a:lnTo>
                    <a:pt x="71287" y="30067"/>
                  </a:lnTo>
                  <a:cubicBezTo>
                    <a:pt x="71311" y="29963"/>
                    <a:pt x="71327" y="29845"/>
                    <a:pt x="71327" y="29717"/>
                  </a:cubicBezTo>
                  <a:cubicBezTo>
                    <a:pt x="71327" y="29374"/>
                    <a:pt x="71224" y="29091"/>
                    <a:pt x="71086" y="29015"/>
                  </a:cubicBezTo>
                  <a:lnTo>
                    <a:pt x="71001" y="26636"/>
                  </a:lnTo>
                  <a:lnTo>
                    <a:pt x="70915" y="29036"/>
                  </a:lnTo>
                  <a:cubicBezTo>
                    <a:pt x="70791" y="29133"/>
                    <a:pt x="70701" y="29400"/>
                    <a:pt x="70701" y="29717"/>
                  </a:cubicBezTo>
                  <a:cubicBezTo>
                    <a:pt x="70701" y="29845"/>
                    <a:pt x="70718" y="29963"/>
                    <a:pt x="70742" y="30067"/>
                  </a:cubicBezTo>
                  <a:lnTo>
                    <a:pt x="70458" y="30067"/>
                  </a:lnTo>
                  <a:lnTo>
                    <a:pt x="70458" y="30766"/>
                  </a:lnTo>
                  <a:lnTo>
                    <a:pt x="70067" y="30766"/>
                  </a:lnTo>
                  <a:lnTo>
                    <a:pt x="70067" y="31265"/>
                  </a:lnTo>
                  <a:lnTo>
                    <a:pt x="70539" y="31265"/>
                  </a:lnTo>
                  <a:cubicBezTo>
                    <a:pt x="70539" y="31265"/>
                    <a:pt x="69343" y="31764"/>
                    <a:pt x="69176" y="33063"/>
                  </a:cubicBezTo>
                  <a:cubicBezTo>
                    <a:pt x="69010" y="34362"/>
                    <a:pt x="69176" y="34860"/>
                    <a:pt x="69176" y="34860"/>
                  </a:cubicBezTo>
                  <a:cubicBezTo>
                    <a:pt x="69176" y="34860"/>
                    <a:pt x="66227" y="36159"/>
                    <a:pt x="65058" y="40151"/>
                  </a:cubicBezTo>
                  <a:lnTo>
                    <a:pt x="65058" y="41888"/>
                  </a:lnTo>
                  <a:lnTo>
                    <a:pt x="62686" y="41888"/>
                  </a:lnTo>
                  <a:lnTo>
                    <a:pt x="62686" y="38935"/>
                  </a:lnTo>
                  <a:lnTo>
                    <a:pt x="57563" y="38935"/>
                  </a:lnTo>
                  <a:lnTo>
                    <a:pt x="57563" y="38925"/>
                  </a:lnTo>
                  <a:lnTo>
                    <a:pt x="60071" y="38925"/>
                  </a:lnTo>
                  <a:lnTo>
                    <a:pt x="60072" y="37897"/>
                  </a:lnTo>
                  <a:lnTo>
                    <a:pt x="61174" y="37897"/>
                  </a:lnTo>
                  <a:lnTo>
                    <a:pt x="61174" y="36876"/>
                  </a:lnTo>
                  <a:lnTo>
                    <a:pt x="60073" y="36876"/>
                  </a:lnTo>
                  <a:lnTo>
                    <a:pt x="60113" y="15513"/>
                  </a:lnTo>
                  <a:lnTo>
                    <a:pt x="61520" y="14165"/>
                  </a:lnTo>
                  <a:lnTo>
                    <a:pt x="61520" y="13023"/>
                  </a:lnTo>
                  <a:lnTo>
                    <a:pt x="60367" y="13023"/>
                  </a:lnTo>
                  <a:lnTo>
                    <a:pt x="60341" y="12612"/>
                  </a:lnTo>
                  <a:lnTo>
                    <a:pt x="59624" y="12612"/>
                  </a:lnTo>
                  <a:lnTo>
                    <a:pt x="60367" y="12229"/>
                  </a:lnTo>
                  <a:lnTo>
                    <a:pt x="60367" y="11571"/>
                  </a:lnTo>
                  <a:lnTo>
                    <a:pt x="59600" y="11571"/>
                  </a:lnTo>
                  <a:lnTo>
                    <a:pt x="59625" y="9055"/>
                  </a:lnTo>
                  <a:cubicBezTo>
                    <a:pt x="59625" y="9055"/>
                    <a:pt x="61929" y="7523"/>
                    <a:pt x="60675" y="6428"/>
                  </a:cubicBezTo>
                  <a:cubicBezTo>
                    <a:pt x="59178" y="5124"/>
                    <a:pt x="57979" y="2934"/>
                    <a:pt x="57629" y="2259"/>
                  </a:cubicBezTo>
                  <a:cubicBezTo>
                    <a:pt x="57930" y="2244"/>
                    <a:pt x="58162" y="2130"/>
                    <a:pt x="58162" y="1990"/>
                  </a:cubicBezTo>
                  <a:cubicBezTo>
                    <a:pt x="58162" y="1853"/>
                    <a:pt x="57948" y="1744"/>
                    <a:pt x="57667" y="1720"/>
                  </a:cubicBezTo>
                  <a:lnTo>
                    <a:pt x="57670" y="1720"/>
                  </a:lnTo>
                  <a:lnTo>
                    <a:pt x="57628" y="1223"/>
                  </a:lnTo>
                  <a:cubicBezTo>
                    <a:pt x="57742" y="1204"/>
                    <a:pt x="57825" y="1155"/>
                    <a:pt x="57825" y="1094"/>
                  </a:cubicBezTo>
                  <a:cubicBezTo>
                    <a:pt x="57825" y="1031"/>
                    <a:pt x="57732" y="980"/>
                    <a:pt x="57605" y="963"/>
                  </a:cubicBezTo>
                  <a:lnTo>
                    <a:pt x="575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8"/>
            <p:cNvSpPr/>
            <p:nvPr/>
          </p:nvSpPr>
          <p:spPr>
            <a:xfrm>
              <a:off x="3870075" y="3720225"/>
              <a:ext cx="521100" cy="841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8"/>
            <p:cNvSpPr/>
            <p:nvPr/>
          </p:nvSpPr>
          <p:spPr>
            <a:xfrm>
              <a:off x="4025700" y="3930900"/>
              <a:ext cx="521100" cy="631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8"/>
            <p:cNvSpPr/>
            <p:nvPr/>
          </p:nvSpPr>
          <p:spPr>
            <a:xfrm>
              <a:off x="4222950" y="4220400"/>
              <a:ext cx="521100" cy="341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7" name="Google Shape;637;p38"/>
          <p:cNvSpPr txBox="1">
            <a:spLocks noGrp="1"/>
          </p:cNvSpPr>
          <p:nvPr>
            <p:ph type="title"/>
          </p:nvPr>
        </p:nvSpPr>
        <p:spPr>
          <a:xfrm>
            <a:off x="4422111" y="2150850"/>
            <a:ext cx="3090000"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mj-lt"/>
              </a:rPr>
              <a:t>Overview</a:t>
            </a:r>
            <a:endParaRPr dirty="0">
              <a:latin typeface="+mj-lt"/>
            </a:endParaRPr>
          </a:p>
        </p:txBody>
      </p:sp>
      <p:sp>
        <p:nvSpPr>
          <p:cNvPr id="639" name="Google Shape;639;p38"/>
          <p:cNvSpPr txBox="1">
            <a:spLocks noGrp="1"/>
          </p:cNvSpPr>
          <p:nvPr>
            <p:ph type="title" idx="2"/>
          </p:nvPr>
        </p:nvSpPr>
        <p:spPr>
          <a:xfrm>
            <a:off x="3603475" y="1836450"/>
            <a:ext cx="670500" cy="147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1</a:t>
            </a:r>
            <a:endParaRPr dirty="0"/>
          </a:p>
        </p:txBody>
      </p:sp>
      <p:grpSp>
        <p:nvGrpSpPr>
          <p:cNvPr id="640" name="Google Shape;640;p38"/>
          <p:cNvGrpSpPr/>
          <p:nvPr/>
        </p:nvGrpSpPr>
        <p:grpSpPr>
          <a:xfrm flipH="1">
            <a:off x="6151279" y="245011"/>
            <a:ext cx="3240392" cy="1156891"/>
            <a:chOff x="-3505263" y="-2342175"/>
            <a:chExt cx="2645434" cy="944478"/>
          </a:xfrm>
        </p:grpSpPr>
        <p:sp>
          <p:nvSpPr>
            <p:cNvPr id="641" name="Google Shape;641;p38"/>
            <p:cNvSpPr/>
            <p:nvPr/>
          </p:nvSpPr>
          <p:spPr>
            <a:xfrm>
              <a:off x="-3505263" y="-2342175"/>
              <a:ext cx="2645434" cy="944478"/>
            </a:xfrm>
            <a:custGeom>
              <a:avLst/>
              <a:gdLst/>
              <a:ahLst/>
              <a:cxnLst/>
              <a:rect l="l" t="t" r="r" b="b"/>
              <a:pathLst>
                <a:path w="58411" h="20854" extrusionOk="0">
                  <a:moveTo>
                    <a:pt x="8551" y="1"/>
                  </a:moveTo>
                  <a:cubicBezTo>
                    <a:pt x="8250" y="1"/>
                    <a:pt x="7943" y="29"/>
                    <a:pt x="7633" y="88"/>
                  </a:cubicBezTo>
                  <a:cubicBezTo>
                    <a:pt x="5925" y="410"/>
                    <a:pt x="4521" y="1672"/>
                    <a:pt x="4247" y="3134"/>
                  </a:cubicBezTo>
                  <a:cubicBezTo>
                    <a:pt x="3866" y="2557"/>
                    <a:pt x="2723" y="1765"/>
                    <a:pt x="1752" y="1765"/>
                  </a:cubicBezTo>
                  <a:cubicBezTo>
                    <a:pt x="1405" y="1765"/>
                    <a:pt x="1080" y="1865"/>
                    <a:pt x="819" y="2113"/>
                  </a:cubicBezTo>
                  <a:cubicBezTo>
                    <a:pt x="324" y="8386"/>
                    <a:pt x="81" y="14564"/>
                    <a:pt x="0" y="20854"/>
                  </a:cubicBezTo>
                  <a:cubicBezTo>
                    <a:pt x="350" y="20567"/>
                    <a:pt x="381" y="19928"/>
                    <a:pt x="730" y="19642"/>
                  </a:cubicBezTo>
                  <a:cubicBezTo>
                    <a:pt x="788" y="19644"/>
                    <a:pt x="846" y="19645"/>
                    <a:pt x="904" y="19645"/>
                  </a:cubicBezTo>
                  <a:cubicBezTo>
                    <a:pt x="3080" y="19645"/>
                    <a:pt x="5185" y="18137"/>
                    <a:pt x="5834" y="16082"/>
                  </a:cubicBezTo>
                  <a:cubicBezTo>
                    <a:pt x="6196" y="16509"/>
                    <a:pt x="6762" y="16749"/>
                    <a:pt x="7326" y="16749"/>
                  </a:cubicBezTo>
                  <a:cubicBezTo>
                    <a:pt x="7543" y="16749"/>
                    <a:pt x="7760" y="16713"/>
                    <a:pt x="7965" y="16639"/>
                  </a:cubicBezTo>
                  <a:cubicBezTo>
                    <a:pt x="8533" y="16432"/>
                    <a:pt x="8975" y="15935"/>
                    <a:pt x="9142" y="15363"/>
                  </a:cubicBezTo>
                  <a:lnTo>
                    <a:pt x="9142" y="15363"/>
                  </a:lnTo>
                  <a:cubicBezTo>
                    <a:pt x="9004" y="17346"/>
                    <a:pt x="10520" y="18964"/>
                    <a:pt x="12634" y="18964"/>
                  </a:cubicBezTo>
                  <a:cubicBezTo>
                    <a:pt x="12665" y="18964"/>
                    <a:pt x="12696" y="18964"/>
                    <a:pt x="12727" y="18963"/>
                  </a:cubicBezTo>
                  <a:cubicBezTo>
                    <a:pt x="14564" y="18921"/>
                    <a:pt x="16273" y="17502"/>
                    <a:pt x="16617" y="15763"/>
                  </a:cubicBezTo>
                  <a:cubicBezTo>
                    <a:pt x="17355" y="17516"/>
                    <a:pt x="19074" y="18685"/>
                    <a:pt x="21000" y="18782"/>
                  </a:cubicBezTo>
                  <a:cubicBezTo>
                    <a:pt x="21086" y="18786"/>
                    <a:pt x="21170" y="18788"/>
                    <a:pt x="21252" y="18788"/>
                  </a:cubicBezTo>
                  <a:cubicBezTo>
                    <a:pt x="22967" y="18788"/>
                    <a:pt x="23962" y="17894"/>
                    <a:pt x="25456" y="17227"/>
                  </a:cubicBezTo>
                  <a:cubicBezTo>
                    <a:pt x="25685" y="17125"/>
                    <a:pt x="25902" y="17082"/>
                    <a:pt x="26112" y="17082"/>
                  </a:cubicBezTo>
                  <a:cubicBezTo>
                    <a:pt x="27102" y="17082"/>
                    <a:pt x="27927" y="18043"/>
                    <a:pt x="29144" y="18237"/>
                  </a:cubicBezTo>
                  <a:cubicBezTo>
                    <a:pt x="29299" y="18262"/>
                    <a:pt x="29448" y="18273"/>
                    <a:pt x="29593" y="18273"/>
                  </a:cubicBezTo>
                  <a:cubicBezTo>
                    <a:pt x="30588" y="18273"/>
                    <a:pt x="31363" y="17755"/>
                    <a:pt x="32313" y="17735"/>
                  </a:cubicBezTo>
                  <a:cubicBezTo>
                    <a:pt x="32327" y="17735"/>
                    <a:pt x="32341" y="17734"/>
                    <a:pt x="32355" y="17734"/>
                  </a:cubicBezTo>
                  <a:cubicBezTo>
                    <a:pt x="33320" y="17734"/>
                    <a:pt x="34036" y="18444"/>
                    <a:pt x="35058" y="18444"/>
                  </a:cubicBezTo>
                  <a:cubicBezTo>
                    <a:pt x="35149" y="18444"/>
                    <a:pt x="35241" y="18438"/>
                    <a:pt x="35337" y="18426"/>
                  </a:cubicBezTo>
                  <a:cubicBezTo>
                    <a:pt x="35590" y="18395"/>
                    <a:pt x="38241" y="17272"/>
                    <a:pt x="37919" y="17007"/>
                  </a:cubicBezTo>
                  <a:lnTo>
                    <a:pt x="37919" y="17007"/>
                  </a:lnTo>
                  <a:cubicBezTo>
                    <a:pt x="39122" y="17997"/>
                    <a:pt x="40691" y="18512"/>
                    <a:pt x="42256" y="18512"/>
                  </a:cubicBezTo>
                  <a:cubicBezTo>
                    <a:pt x="43295" y="18512"/>
                    <a:pt x="44333" y="18285"/>
                    <a:pt x="45260" y="17818"/>
                  </a:cubicBezTo>
                  <a:cubicBezTo>
                    <a:pt x="45406" y="17745"/>
                    <a:pt x="45571" y="17713"/>
                    <a:pt x="45751" y="17713"/>
                  </a:cubicBezTo>
                  <a:cubicBezTo>
                    <a:pt x="46688" y="17713"/>
                    <a:pt x="47996" y="18569"/>
                    <a:pt x="48717" y="18783"/>
                  </a:cubicBezTo>
                  <a:cubicBezTo>
                    <a:pt x="50082" y="19193"/>
                    <a:pt x="52228" y="19736"/>
                    <a:pt x="54110" y="19736"/>
                  </a:cubicBezTo>
                  <a:cubicBezTo>
                    <a:pt x="55100" y="19736"/>
                    <a:pt x="56016" y="19586"/>
                    <a:pt x="56709" y="19188"/>
                  </a:cubicBezTo>
                  <a:cubicBezTo>
                    <a:pt x="57780" y="18573"/>
                    <a:pt x="58411" y="17143"/>
                    <a:pt x="57838" y="16058"/>
                  </a:cubicBezTo>
                  <a:cubicBezTo>
                    <a:pt x="57595" y="15598"/>
                    <a:pt x="57056" y="15261"/>
                    <a:pt x="56560" y="15261"/>
                  </a:cubicBezTo>
                  <a:cubicBezTo>
                    <a:pt x="56335" y="15261"/>
                    <a:pt x="56120" y="15330"/>
                    <a:pt x="55944" y="15487"/>
                  </a:cubicBezTo>
                  <a:cubicBezTo>
                    <a:pt x="55762" y="14546"/>
                    <a:pt x="54832" y="13810"/>
                    <a:pt x="53866" y="13810"/>
                  </a:cubicBezTo>
                  <a:cubicBezTo>
                    <a:pt x="53816" y="13810"/>
                    <a:pt x="53767" y="13812"/>
                    <a:pt x="53718" y="13816"/>
                  </a:cubicBezTo>
                  <a:cubicBezTo>
                    <a:pt x="53399" y="13843"/>
                    <a:pt x="53014" y="14048"/>
                    <a:pt x="53071" y="14360"/>
                  </a:cubicBezTo>
                  <a:lnTo>
                    <a:pt x="53071" y="14360"/>
                  </a:lnTo>
                  <a:cubicBezTo>
                    <a:pt x="52806" y="13837"/>
                    <a:pt x="52199" y="13568"/>
                    <a:pt x="51598" y="13568"/>
                  </a:cubicBezTo>
                  <a:cubicBezTo>
                    <a:pt x="51448" y="13568"/>
                    <a:pt x="51299" y="13584"/>
                    <a:pt x="51155" y="13618"/>
                  </a:cubicBezTo>
                  <a:cubicBezTo>
                    <a:pt x="50516" y="13765"/>
                    <a:pt x="50169" y="14318"/>
                    <a:pt x="49609" y="14516"/>
                  </a:cubicBezTo>
                  <a:cubicBezTo>
                    <a:pt x="49490" y="14558"/>
                    <a:pt x="49356" y="14568"/>
                    <a:pt x="49218" y="14568"/>
                  </a:cubicBezTo>
                  <a:cubicBezTo>
                    <a:pt x="49092" y="14568"/>
                    <a:pt x="48962" y="14560"/>
                    <a:pt x="48834" y="14560"/>
                  </a:cubicBezTo>
                  <a:cubicBezTo>
                    <a:pt x="48723" y="14560"/>
                    <a:pt x="48614" y="14566"/>
                    <a:pt x="48510" y="14589"/>
                  </a:cubicBezTo>
                  <a:cubicBezTo>
                    <a:pt x="48857" y="13692"/>
                    <a:pt x="48836" y="12676"/>
                    <a:pt x="48357" y="11827"/>
                  </a:cubicBezTo>
                  <a:cubicBezTo>
                    <a:pt x="47787" y="10814"/>
                    <a:pt x="46294" y="10136"/>
                    <a:pt x="44911" y="10136"/>
                  </a:cubicBezTo>
                  <a:cubicBezTo>
                    <a:pt x="43733" y="10136"/>
                    <a:pt x="42635" y="10628"/>
                    <a:pt x="42254" y="11820"/>
                  </a:cubicBezTo>
                  <a:cubicBezTo>
                    <a:pt x="42990" y="9521"/>
                    <a:pt x="41690" y="7020"/>
                    <a:pt x="39190" y="6591"/>
                  </a:cubicBezTo>
                  <a:cubicBezTo>
                    <a:pt x="38942" y="6549"/>
                    <a:pt x="38708" y="6529"/>
                    <a:pt x="38485" y="6529"/>
                  </a:cubicBezTo>
                  <a:cubicBezTo>
                    <a:pt x="36817" y="6529"/>
                    <a:pt x="35788" y="7644"/>
                    <a:pt x="34620" y="8798"/>
                  </a:cubicBezTo>
                  <a:cubicBezTo>
                    <a:pt x="34329" y="7821"/>
                    <a:pt x="33816" y="6805"/>
                    <a:pt x="32805" y="6341"/>
                  </a:cubicBezTo>
                  <a:cubicBezTo>
                    <a:pt x="32504" y="6203"/>
                    <a:pt x="32167" y="6135"/>
                    <a:pt x="31832" y="6135"/>
                  </a:cubicBezTo>
                  <a:cubicBezTo>
                    <a:pt x="31094" y="6135"/>
                    <a:pt x="30362" y="6464"/>
                    <a:pt x="30011" y="7097"/>
                  </a:cubicBezTo>
                  <a:cubicBezTo>
                    <a:pt x="29695" y="6025"/>
                    <a:pt x="28691" y="5182"/>
                    <a:pt x="27565" y="5045"/>
                  </a:cubicBezTo>
                  <a:cubicBezTo>
                    <a:pt x="27457" y="5032"/>
                    <a:pt x="27347" y="5026"/>
                    <a:pt x="27238" y="5026"/>
                  </a:cubicBezTo>
                  <a:cubicBezTo>
                    <a:pt x="26218" y="5026"/>
                    <a:pt x="25204" y="5582"/>
                    <a:pt x="24690" y="6456"/>
                  </a:cubicBezTo>
                  <a:cubicBezTo>
                    <a:pt x="24546" y="6072"/>
                    <a:pt x="24129" y="5865"/>
                    <a:pt x="23719" y="5865"/>
                  </a:cubicBezTo>
                  <a:cubicBezTo>
                    <a:pt x="23394" y="5865"/>
                    <a:pt x="23072" y="5996"/>
                    <a:pt x="22897" y="6272"/>
                  </a:cubicBezTo>
                  <a:cubicBezTo>
                    <a:pt x="22793" y="3886"/>
                    <a:pt x="21309" y="1514"/>
                    <a:pt x="19036" y="691"/>
                  </a:cubicBezTo>
                  <a:cubicBezTo>
                    <a:pt x="18516" y="502"/>
                    <a:pt x="17962" y="412"/>
                    <a:pt x="17407" y="412"/>
                  </a:cubicBezTo>
                  <a:cubicBezTo>
                    <a:pt x="15538" y="412"/>
                    <a:pt x="13653" y="1433"/>
                    <a:pt x="12971" y="3146"/>
                  </a:cubicBezTo>
                  <a:cubicBezTo>
                    <a:pt x="12260" y="1231"/>
                    <a:pt x="10536" y="1"/>
                    <a:pt x="85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8"/>
            <p:cNvSpPr/>
            <p:nvPr/>
          </p:nvSpPr>
          <p:spPr>
            <a:xfrm>
              <a:off x="-3477455" y="-2105490"/>
              <a:ext cx="2162824" cy="651950"/>
            </a:xfrm>
            <a:custGeom>
              <a:avLst/>
              <a:gdLst/>
              <a:ahLst/>
              <a:cxnLst/>
              <a:rect l="l" t="t" r="r" b="b"/>
              <a:pathLst>
                <a:path w="47755" h="14395" extrusionOk="0">
                  <a:moveTo>
                    <a:pt x="8566" y="0"/>
                  </a:moveTo>
                  <a:cubicBezTo>
                    <a:pt x="6796" y="0"/>
                    <a:pt x="4938" y="1048"/>
                    <a:pt x="4310" y="2704"/>
                  </a:cubicBezTo>
                  <a:cubicBezTo>
                    <a:pt x="3967" y="2497"/>
                    <a:pt x="3573" y="2401"/>
                    <a:pt x="3174" y="2401"/>
                  </a:cubicBezTo>
                  <a:cubicBezTo>
                    <a:pt x="2493" y="2401"/>
                    <a:pt x="1798" y="2681"/>
                    <a:pt x="1316" y="3165"/>
                  </a:cubicBezTo>
                  <a:cubicBezTo>
                    <a:pt x="555" y="3933"/>
                    <a:pt x="307" y="5111"/>
                    <a:pt x="535" y="6164"/>
                  </a:cubicBezTo>
                  <a:cubicBezTo>
                    <a:pt x="489" y="6088"/>
                    <a:pt x="403" y="6053"/>
                    <a:pt x="314" y="6053"/>
                  </a:cubicBezTo>
                  <a:cubicBezTo>
                    <a:pt x="189" y="6053"/>
                    <a:pt x="60" y="6123"/>
                    <a:pt x="34" y="6246"/>
                  </a:cubicBezTo>
                  <a:lnTo>
                    <a:pt x="1" y="14391"/>
                  </a:lnTo>
                  <a:cubicBezTo>
                    <a:pt x="58" y="14393"/>
                    <a:pt x="115" y="14394"/>
                    <a:pt x="172" y="14394"/>
                  </a:cubicBezTo>
                  <a:cubicBezTo>
                    <a:pt x="2351" y="14394"/>
                    <a:pt x="4457" y="12885"/>
                    <a:pt x="5106" y="10829"/>
                  </a:cubicBezTo>
                  <a:cubicBezTo>
                    <a:pt x="5468" y="11256"/>
                    <a:pt x="6034" y="11496"/>
                    <a:pt x="6597" y="11496"/>
                  </a:cubicBezTo>
                  <a:cubicBezTo>
                    <a:pt x="6815" y="11496"/>
                    <a:pt x="7032" y="11461"/>
                    <a:pt x="7237" y="11386"/>
                  </a:cubicBezTo>
                  <a:cubicBezTo>
                    <a:pt x="7805" y="11179"/>
                    <a:pt x="8247" y="10682"/>
                    <a:pt x="8414" y="10110"/>
                  </a:cubicBezTo>
                  <a:lnTo>
                    <a:pt x="8414" y="10110"/>
                  </a:lnTo>
                  <a:cubicBezTo>
                    <a:pt x="8276" y="12093"/>
                    <a:pt x="9792" y="13712"/>
                    <a:pt x="11905" y="13712"/>
                  </a:cubicBezTo>
                  <a:cubicBezTo>
                    <a:pt x="11936" y="13712"/>
                    <a:pt x="11966" y="13711"/>
                    <a:pt x="11997" y="13711"/>
                  </a:cubicBezTo>
                  <a:cubicBezTo>
                    <a:pt x="13836" y="13668"/>
                    <a:pt x="15545" y="12249"/>
                    <a:pt x="15889" y="10512"/>
                  </a:cubicBezTo>
                  <a:cubicBezTo>
                    <a:pt x="16627" y="12263"/>
                    <a:pt x="18346" y="13432"/>
                    <a:pt x="20272" y="13529"/>
                  </a:cubicBezTo>
                  <a:cubicBezTo>
                    <a:pt x="20358" y="13534"/>
                    <a:pt x="20442" y="13536"/>
                    <a:pt x="20524" y="13536"/>
                  </a:cubicBezTo>
                  <a:cubicBezTo>
                    <a:pt x="22239" y="13536"/>
                    <a:pt x="23234" y="12641"/>
                    <a:pt x="24728" y="11975"/>
                  </a:cubicBezTo>
                  <a:cubicBezTo>
                    <a:pt x="24957" y="11872"/>
                    <a:pt x="25175" y="11829"/>
                    <a:pt x="25384" y="11829"/>
                  </a:cubicBezTo>
                  <a:cubicBezTo>
                    <a:pt x="26374" y="11829"/>
                    <a:pt x="27199" y="12790"/>
                    <a:pt x="28415" y="12985"/>
                  </a:cubicBezTo>
                  <a:cubicBezTo>
                    <a:pt x="28569" y="13010"/>
                    <a:pt x="28718" y="13021"/>
                    <a:pt x="28863" y="13021"/>
                  </a:cubicBezTo>
                  <a:cubicBezTo>
                    <a:pt x="29859" y="13021"/>
                    <a:pt x="30635" y="12502"/>
                    <a:pt x="31584" y="12482"/>
                  </a:cubicBezTo>
                  <a:cubicBezTo>
                    <a:pt x="31598" y="12482"/>
                    <a:pt x="31612" y="12482"/>
                    <a:pt x="31625" y="12482"/>
                  </a:cubicBezTo>
                  <a:cubicBezTo>
                    <a:pt x="32593" y="12482"/>
                    <a:pt x="33309" y="13192"/>
                    <a:pt x="34333" y="13192"/>
                  </a:cubicBezTo>
                  <a:cubicBezTo>
                    <a:pt x="34422" y="13192"/>
                    <a:pt x="34514" y="13187"/>
                    <a:pt x="34609" y="13175"/>
                  </a:cubicBezTo>
                  <a:cubicBezTo>
                    <a:pt x="34862" y="13143"/>
                    <a:pt x="37513" y="12020"/>
                    <a:pt x="37191" y="11755"/>
                  </a:cubicBezTo>
                  <a:lnTo>
                    <a:pt x="37191" y="11755"/>
                  </a:lnTo>
                  <a:cubicBezTo>
                    <a:pt x="38060" y="12468"/>
                    <a:pt x="39201" y="12821"/>
                    <a:pt x="40332" y="12821"/>
                  </a:cubicBezTo>
                  <a:cubicBezTo>
                    <a:pt x="40424" y="12821"/>
                    <a:pt x="40515" y="12819"/>
                    <a:pt x="40607" y="12814"/>
                  </a:cubicBezTo>
                  <a:cubicBezTo>
                    <a:pt x="41227" y="12783"/>
                    <a:pt x="41842" y="12645"/>
                    <a:pt x="42413" y="12406"/>
                  </a:cubicBezTo>
                  <a:cubicBezTo>
                    <a:pt x="42566" y="12343"/>
                    <a:pt x="43787" y="11535"/>
                    <a:pt x="43800" y="11535"/>
                  </a:cubicBezTo>
                  <a:cubicBezTo>
                    <a:pt x="43800" y="11535"/>
                    <a:pt x="43800" y="11535"/>
                    <a:pt x="43800" y="11535"/>
                  </a:cubicBezTo>
                  <a:cubicBezTo>
                    <a:pt x="44365" y="11815"/>
                    <a:pt x="44991" y="11975"/>
                    <a:pt x="45622" y="12001"/>
                  </a:cubicBezTo>
                  <a:cubicBezTo>
                    <a:pt x="45672" y="12004"/>
                    <a:pt x="45723" y="12005"/>
                    <a:pt x="45774" y="12005"/>
                  </a:cubicBezTo>
                  <a:cubicBezTo>
                    <a:pt x="46297" y="12005"/>
                    <a:pt x="46840" y="11887"/>
                    <a:pt x="47212" y="11531"/>
                  </a:cubicBezTo>
                  <a:cubicBezTo>
                    <a:pt x="47664" y="11092"/>
                    <a:pt x="47754" y="10368"/>
                    <a:pt x="47524" y="9788"/>
                  </a:cubicBezTo>
                  <a:cubicBezTo>
                    <a:pt x="47293" y="9204"/>
                    <a:pt x="46793" y="8756"/>
                    <a:pt x="46230" y="8468"/>
                  </a:cubicBezTo>
                  <a:cubicBezTo>
                    <a:pt x="45848" y="8272"/>
                    <a:pt x="45406" y="8146"/>
                    <a:pt x="44979" y="8146"/>
                  </a:cubicBezTo>
                  <a:cubicBezTo>
                    <a:pt x="44644" y="8146"/>
                    <a:pt x="44317" y="8223"/>
                    <a:pt x="44035" y="8405"/>
                  </a:cubicBezTo>
                  <a:cubicBezTo>
                    <a:pt x="43544" y="7920"/>
                    <a:pt x="42848" y="7662"/>
                    <a:pt x="42155" y="7662"/>
                  </a:cubicBezTo>
                  <a:cubicBezTo>
                    <a:pt x="41743" y="7662"/>
                    <a:pt x="41332" y="7753"/>
                    <a:pt x="40967" y="7942"/>
                  </a:cubicBezTo>
                  <a:cubicBezTo>
                    <a:pt x="40742" y="7079"/>
                    <a:pt x="40511" y="6206"/>
                    <a:pt x="40087" y="5421"/>
                  </a:cubicBezTo>
                  <a:cubicBezTo>
                    <a:pt x="39661" y="4633"/>
                    <a:pt x="39014" y="3931"/>
                    <a:pt x="38171" y="3610"/>
                  </a:cubicBezTo>
                  <a:cubicBezTo>
                    <a:pt x="37771" y="3458"/>
                    <a:pt x="37346" y="3397"/>
                    <a:pt x="36916" y="3397"/>
                  </a:cubicBezTo>
                  <a:cubicBezTo>
                    <a:pt x="36578" y="3397"/>
                    <a:pt x="36238" y="3435"/>
                    <a:pt x="35906" y="3493"/>
                  </a:cubicBezTo>
                  <a:cubicBezTo>
                    <a:pt x="34861" y="3680"/>
                    <a:pt x="33729" y="4200"/>
                    <a:pt x="33430" y="5205"/>
                  </a:cubicBezTo>
                  <a:cubicBezTo>
                    <a:pt x="32603" y="4549"/>
                    <a:pt x="31667" y="3973"/>
                    <a:pt x="30619" y="3814"/>
                  </a:cubicBezTo>
                  <a:cubicBezTo>
                    <a:pt x="30450" y="3788"/>
                    <a:pt x="30278" y="3775"/>
                    <a:pt x="30105" y="3775"/>
                  </a:cubicBezTo>
                  <a:cubicBezTo>
                    <a:pt x="29205" y="3775"/>
                    <a:pt x="28295" y="4128"/>
                    <a:pt x="27788" y="4848"/>
                  </a:cubicBezTo>
                  <a:cubicBezTo>
                    <a:pt x="27273" y="4408"/>
                    <a:pt x="26670" y="4032"/>
                    <a:pt x="25996" y="3943"/>
                  </a:cubicBezTo>
                  <a:cubicBezTo>
                    <a:pt x="25913" y="3933"/>
                    <a:pt x="25829" y="3927"/>
                    <a:pt x="25745" y="3927"/>
                  </a:cubicBezTo>
                  <a:cubicBezTo>
                    <a:pt x="25142" y="3927"/>
                    <a:pt x="24525" y="4195"/>
                    <a:pt x="24239" y="4711"/>
                  </a:cubicBezTo>
                  <a:cubicBezTo>
                    <a:pt x="23759" y="4120"/>
                    <a:pt x="23002" y="3789"/>
                    <a:pt x="22243" y="3755"/>
                  </a:cubicBezTo>
                  <a:cubicBezTo>
                    <a:pt x="22221" y="3754"/>
                    <a:pt x="22200" y="3754"/>
                    <a:pt x="22179" y="3754"/>
                  </a:cubicBezTo>
                  <a:cubicBezTo>
                    <a:pt x="21801" y="3754"/>
                    <a:pt x="21487" y="3889"/>
                    <a:pt x="21125" y="3931"/>
                  </a:cubicBezTo>
                  <a:cubicBezTo>
                    <a:pt x="20970" y="3949"/>
                    <a:pt x="20876" y="3966"/>
                    <a:pt x="20812" y="3966"/>
                  </a:cubicBezTo>
                  <a:cubicBezTo>
                    <a:pt x="20667" y="3966"/>
                    <a:pt x="20682" y="3879"/>
                    <a:pt x="20517" y="3522"/>
                  </a:cubicBezTo>
                  <a:cubicBezTo>
                    <a:pt x="19891" y="2171"/>
                    <a:pt x="18685" y="1090"/>
                    <a:pt x="17167" y="841"/>
                  </a:cubicBezTo>
                  <a:cubicBezTo>
                    <a:pt x="16953" y="806"/>
                    <a:pt x="16734" y="788"/>
                    <a:pt x="16514" y="788"/>
                  </a:cubicBezTo>
                  <a:cubicBezTo>
                    <a:pt x="15729" y="788"/>
                    <a:pt x="14933" y="1015"/>
                    <a:pt x="14310" y="1482"/>
                  </a:cubicBezTo>
                  <a:cubicBezTo>
                    <a:pt x="13773" y="1884"/>
                    <a:pt x="12908" y="2912"/>
                    <a:pt x="13064" y="3657"/>
                  </a:cubicBezTo>
                  <a:cubicBezTo>
                    <a:pt x="12679" y="1821"/>
                    <a:pt x="11046" y="307"/>
                    <a:pt x="9164" y="41"/>
                  </a:cubicBezTo>
                  <a:cubicBezTo>
                    <a:pt x="8967" y="14"/>
                    <a:pt x="8767" y="0"/>
                    <a:pt x="856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3" name="Google Shape;643;p38"/>
          <p:cNvGrpSpPr/>
          <p:nvPr/>
        </p:nvGrpSpPr>
        <p:grpSpPr>
          <a:xfrm flipH="1">
            <a:off x="-97892" y="-633232"/>
            <a:ext cx="2397448" cy="1746190"/>
            <a:chOff x="-390075" y="-1053725"/>
            <a:chExt cx="1516125" cy="1104275"/>
          </a:xfrm>
        </p:grpSpPr>
        <p:sp>
          <p:nvSpPr>
            <p:cNvPr id="644" name="Google Shape;644;p38"/>
            <p:cNvSpPr/>
            <p:nvPr/>
          </p:nvSpPr>
          <p:spPr>
            <a:xfrm>
              <a:off x="-390075" y="-1053725"/>
              <a:ext cx="1514475" cy="1104275"/>
            </a:xfrm>
            <a:custGeom>
              <a:avLst/>
              <a:gdLst/>
              <a:ahLst/>
              <a:cxnLst/>
              <a:rect l="l" t="t" r="r" b="b"/>
              <a:pathLst>
                <a:path w="60579" h="44171" extrusionOk="0">
                  <a:moveTo>
                    <a:pt x="59573" y="1"/>
                  </a:moveTo>
                  <a:cubicBezTo>
                    <a:pt x="58295" y="1"/>
                    <a:pt x="57056" y="438"/>
                    <a:pt x="56015" y="1230"/>
                  </a:cubicBezTo>
                  <a:cubicBezTo>
                    <a:pt x="54702" y="2230"/>
                    <a:pt x="53832" y="3798"/>
                    <a:pt x="53676" y="5448"/>
                  </a:cubicBezTo>
                  <a:cubicBezTo>
                    <a:pt x="53253" y="5416"/>
                    <a:pt x="52812" y="5392"/>
                    <a:pt x="52371" y="5392"/>
                  </a:cubicBezTo>
                  <a:cubicBezTo>
                    <a:pt x="50891" y="5392"/>
                    <a:pt x="49405" y="5665"/>
                    <a:pt x="48573" y="6823"/>
                  </a:cubicBezTo>
                  <a:cubicBezTo>
                    <a:pt x="47432" y="3555"/>
                    <a:pt x="44387" y="1521"/>
                    <a:pt x="41022" y="1521"/>
                  </a:cubicBezTo>
                  <a:cubicBezTo>
                    <a:pt x="40632" y="1521"/>
                    <a:pt x="40239" y="1548"/>
                    <a:pt x="39843" y="1604"/>
                  </a:cubicBezTo>
                  <a:cubicBezTo>
                    <a:pt x="37572" y="1926"/>
                    <a:pt x="35461" y="3225"/>
                    <a:pt x="34043" y="4986"/>
                  </a:cubicBezTo>
                  <a:cubicBezTo>
                    <a:pt x="33057" y="6212"/>
                    <a:pt x="32357" y="7680"/>
                    <a:pt x="32169" y="9241"/>
                  </a:cubicBezTo>
                  <a:cubicBezTo>
                    <a:pt x="32020" y="10486"/>
                    <a:pt x="32011" y="11851"/>
                    <a:pt x="32890" y="12849"/>
                  </a:cubicBezTo>
                  <a:cubicBezTo>
                    <a:pt x="32523" y="13135"/>
                    <a:pt x="32222" y="13504"/>
                    <a:pt x="32018" y="13921"/>
                  </a:cubicBezTo>
                  <a:cubicBezTo>
                    <a:pt x="31404" y="13599"/>
                    <a:pt x="30715" y="13445"/>
                    <a:pt x="30022" y="13445"/>
                  </a:cubicBezTo>
                  <a:cubicBezTo>
                    <a:pt x="28894" y="13445"/>
                    <a:pt x="27755" y="13851"/>
                    <a:pt x="26909" y="14593"/>
                  </a:cubicBezTo>
                  <a:cubicBezTo>
                    <a:pt x="25449" y="15872"/>
                    <a:pt x="24836" y="18090"/>
                    <a:pt x="25467" y="19917"/>
                  </a:cubicBezTo>
                  <a:cubicBezTo>
                    <a:pt x="25594" y="20283"/>
                    <a:pt x="26074" y="21788"/>
                    <a:pt x="26473" y="21909"/>
                  </a:cubicBezTo>
                  <a:cubicBezTo>
                    <a:pt x="26367" y="21877"/>
                    <a:pt x="26258" y="21862"/>
                    <a:pt x="26149" y="21862"/>
                  </a:cubicBezTo>
                  <a:cubicBezTo>
                    <a:pt x="25756" y="21862"/>
                    <a:pt x="25360" y="22056"/>
                    <a:pt x="25071" y="22331"/>
                  </a:cubicBezTo>
                  <a:cubicBezTo>
                    <a:pt x="24704" y="22685"/>
                    <a:pt x="24476" y="23150"/>
                    <a:pt x="24254" y="23607"/>
                  </a:cubicBezTo>
                  <a:cubicBezTo>
                    <a:pt x="23740" y="23198"/>
                    <a:pt x="23211" y="22779"/>
                    <a:pt x="22586" y="22565"/>
                  </a:cubicBezTo>
                  <a:cubicBezTo>
                    <a:pt x="22235" y="22445"/>
                    <a:pt x="21896" y="22390"/>
                    <a:pt x="21572" y="22390"/>
                  </a:cubicBezTo>
                  <a:cubicBezTo>
                    <a:pt x="19026" y="22390"/>
                    <a:pt x="17380" y="25817"/>
                    <a:pt x="17839" y="28099"/>
                  </a:cubicBezTo>
                  <a:cubicBezTo>
                    <a:pt x="17627" y="28027"/>
                    <a:pt x="17403" y="27992"/>
                    <a:pt x="17179" y="27992"/>
                  </a:cubicBezTo>
                  <a:cubicBezTo>
                    <a:pt x="16695" y="27992"/>
                    <a:pt x="16210" y="28155"/>
                    <a:pt x="15835" y="28462"/>
                  </a:cubicBezTo>
                  <a:cubicBezTo>
                    <a:pt x="15285" y="28909"/>
                    <a:pt x="14990" y="29651"/>
                    <a:pt x="15080" y="30354"/>
                  </a:cubicBezTo>
                  <a:cubicBezTo>
                    <a:pt x="14977" y="30183"/>
                    <a:pt x="14776" y="30098"/>
                    <a:pt x="14574" y="30098"/>
                  </a:cubicBezTo>
                  <a:cubicBezTo>
                    <a:pt x="14500" y="30098"/>
                    <a:pt x="14426" y="30109"/>
                    <a:pt x="14357" y="30132"/>
                  </a:cubicBezTo>
                  <a:cubicBezTo>
                    <a:pt x="14099" y="30215"/>
                    <a:pt x="13899" y="30420"/>
                    <a:pt x="13740" y="30642"/>
                  </a:cubicBezTo>
                  <a:cubicBezTo>
                    <a:pt x="12447" y="32443"/>
                    <a:pt x="13872" y="33512"/>
                    <a:pt x="14373" y="35140"/>
                  </a:cubicBezTo>
                  <a:cubicBezTo>
                    <a:pt x="13465" y="35255"/>
                    <a:pt x="12543" y="35375"/>
                    <a:pt x="11695" y="35719"/>
                  </a:cubicBezTo>
                  <a:cubicBezTo>
                    <a:pt x="10849" y="36066"/>
                    <a:pt x="10069" y="36668"/>
                    <a:pt x="9720" y="37504"/>
                  </a:cubicBezTo>
                  <a:cubicBezTo>
                    <a:pt x="8727" y="36783"/>
                    <a:pt x="7500" y="36435"/>
                    <a:pt x="6273" y="36435"/>
                  </a:cubicBezTo>
                  <a:cubicBezTo>
                    <a:pt x="5738" y="36435"/>
                    <a:pt x="5203" y="36501"/>
                    <a:pt x="4687" y="36631"/>
                  </a:cubicBezTo>
                  <a:cubicBezTo>
                    <a:pt x="3936" y="36821"/>
                    <a:pt x="2875" y="37188"/>
                    <a:pt x="2355" y="37792"/>
                  </a:cubicBezTo>
                  <a:cubicBezTo>
                    <a:pt x="1777" y="38464"/>
                    <a:pt x="2185" y="39334"/>
                    <a:pt x="2580" y="40082"/>
                  </a:cubicBezTo>
                  <a:cubicBezTo>
                    <a:pt x="2449" y="40001"/>
                    <a:pt x="2305" y="39965"/>
                    <a:pt x="2159" y="39965"/>
                  </a:cubicBezTo>
                  <a:cubicBezTo>
                    <a:pt x="1744" y="39965"/>
                    <a:pt x="1311" y="40255"/>
                    <a:pt x="1108" y="40643"/>
                  </a:cubicBezTo>
                  <a:cubicBezTo>
                    <a:pt x="836" y="41168"/>
                    <a:pt x="871" y="41795"/>
                    <a:pt x="928" y="42384"/>
                  </a:cubicBezTo>
                  <a:cubicBezTo>
                    <a:pt x="511" y="42388"/>
                    <a:pt x="126" y="42745"/>
                    <a:pt x="88" y="43166"/>
                  </a:cubicBezTo>
                  <a:cubicBezTo>
                    <a:pt x="1" y="44106"/>
                    <a:pt x="987" y="44162"/>
                    <a:pt x="1624" y="44169"/>
                  </a:cubicBezTo>
                  <a:cubicBezTo>
                    <a:pt x="1665" y="44170"/>
                    <a:pt x="1705" y="44170"/>
                    <a:pt x="1746" y="44170"/>
                  </a:cubicBezTo>
                  <a:cubicBezTo>
                    <a:pt x="2906" y="44170"/>
                    <a:pt x="4136" y="43965"/>
                    <a:pt x="4849" y="42913"/>
                  </a:cubicBezTo>
                  <a:cubicBezTo>
                    <a:pt x="6472" y="43457"/>
                    <a:pt x="8638" y="43663"/>
                    <a:pt x="10371" y="43696"/>
                  </a:cubicBezTo>
                  <a:cubicBezTo>
                    <a:pt x="10468" y="43697"/>
                    <a:pt x="10566" y="43698"/>
                    <a:pt x="10664" y="43698"/>
                  </a:cubicBezTo>
                  <a:cubicBezTo>
                    <a:pt x="12076" y="43698"/>
                    <a:pt x="13601" y="43487"/>
                    <a:pt x="14491" y="42410"/>
                  </a:cubicBezTo>
                  <a:cubicBezTo>
                    <a:pt x="14910" y="43067"/>
                    <a:pt x="15717" y="43304"/>
                    <a:pt x="16517" y="43304"/>
                  </a:cubicBezTo>
                  <a:cubicBezTo>
                    <a:pt x="16726" y="43304"/>
                    <a:pt x="16935" y="43288"/>
                    <a:pt x="17136" y="43258"/>
                  </a:cubicBezTo>
                  <a:cubicBezTo>
                    <a:pt x="17971" y="43136"/>
                    <a:pt x="18799" y="42856"/>
                    <a:pt x="19632" y="42856"/>
                  </a:cubicBezTo>
                  <a:cubicBezTo>
                    <a:pt x="19768" y="42856"/>
                    <a:pt x="19904" y="42864"/>
                    <a:pt x="20040" y="42880"/>
                  </a:cubicBezTo>
                  <a:cubicBezTo>
                    <a:pt x="20467" y="42933"/>
                    <a:pt x="20890" y="43078"/>
                    <a:pt x="21319" y="43078"/>
                  </a:cubicBezTo>
                  <a:cubicBezTo>
                    <a:pt x="21352" y="43078"/>
                    <a:pt x="21385" y="43078"/>
                    <a:pt x="21418" y="43076"/>
                  </a:cubicBezTo>
                  <a:cubicBezTo>
                    <a:pt x="22870" y="42997"/>
                    <a:pt x="23593" y="41213"/>
                    <a:pt x="23544" y="39750"/>
                  </a:cubicBezTo>
                  <a:lnTo>
                    <a:pt x="23544" y="39750"/>
                  </a:lnTo>
                  <a:cubicBezTo>
                    <a:pt x="23744" y="39792"/>
                    <a:pt x="23946" y="39812"/>
                    <a:pt x="24147" y="39812"/>
                  </a:cubicBezTo>
                  <a:cubicBezTo>
                    <a:pt x="25920" y="39812"/>
                    <a:pt x="27636" y="38259"/>
                    <a:pt x="27675" y="36446"/>
                  </a:cubicBezTo>
                  <a:cubicBezTo>
                    <a:pt x="28057" y="36586"/>
                    <a:pt x="28461" y="36653"/>
                    <a:pt x="28866" y="36653"/>
                  </a:cubicBezTo>
                  <a:cubicBezTo>
                    <a:pt x="29743" y="36653"/>
                    <a:pt x="30621" y="36336"/>
                    <a:pt x="31275" y="35746"/>
                  </a:cubicBezTo>
                  <a:cubicBezTo>
                    <a:pt x="31470" y="36963"/>
                    <a:pt x="32624" y="37796"/>
                    <a:pt x="33782" y="38198"/>
                  </a:cubicBezTo>
                  <a:cubicBezTo>
                    <a:pt x="34550" y="38466"/>
                    <a:pt x="35359" y="38595"/>
                    <a:pt x="36170" y="38595"/>
                  </a:cubicBezTo>
                  <a:cubicBezTo>
                    <a:pt x="38287" y="38595"/>
                    <a:pt x="40414" y="37716"/>
                    <a:pt x="41845" y="36139"/>
                  </a:cubicBezTo>
                  <a:cubicBezTo>
                    <a:pt x="43068" y="35954"/>
                    <a:pt x="44265" y="35592"/>
                    <a:pt x="45390" y="35071"/>
                  </a:cubicBezTo>
                  <a:cubicBezTo>
                    <a:pt x="46292" y="34651"/>
                    <a:pt x="47275" y="33880"/>
                    <a:pt x="47114" y="32892"/>
                  </a:cubicBezTo>
                  <a:lnTo>
                    <a:pt x="47114" y="32892"/>
                  </a:lnTo>
                  <a:cubicBezTo>
                    <a:pt x="48037" y="33944"/>
                    <a:pt x="49434" y="34491"/>
                    <a:pt x="50825" y="34491"/>
                  </a:cubicBezTo>
                  <a:cubicBezTo>
                    <a:pt x="51907" y="34491"/>
                    <a:pt x="52986" y="34159"/>
                    <a:pt x="53833" y="33476"/>
                  </a:cubicBezTo>
                  <a:cubicBezTo>
                    <a:pt x="54773" y="34494"/>
                    <a:pt x="56092" y="35018"/>
                    <a:pt x="57408" y="35018"/>
                  </a:cubicBezTo>
                  <a:cubicBezTo>
                    <a:pt x="58550" y="35018"/>
                    <a:pt x="59690" y="34623"/>
                    <a:pt x="60577" y="33813"/>
                  </a:cubicBezTo>
                  <a:lnTo>
                    <a:pt x="60579" y="92"/>
                  </a:lnTo>
                  <a:cubicBezTo>
                    <a:pt x="60243" y="30"/>
                    <a:pt x="59906" y="1"/>
                    <a:pt x="595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8"/>
            <p:cNvSpPr/>
            <p:nvPr/>
          </p:nvSpPr>
          <p:spPr>
            <a:xfrm>
              <a:off x="-54850" y="-958750"/>
              <a:ext cx="1180900" cy="914075"/>
            </a:xfrm>
            <a:custGeom>
              <a:avLst/>
              <a:gdLst/>
              <a:ahLst/>
              <a:cxnLst/>
              <a:rect l="l" t="t" r="r" b="b"/>
              <a:pathLst>
                <a:path w="47236" h="36563" extrusionOk="0">
                  <a:moveTo>
                    <a:pt x="27799" y="1"/>
                  </a:moveTo>
                  <a:cubicBezTo>
                    <a:pt x="25737" y="1"/>
                    <a:pt x="23667" y="863"/>
                    <a:pt x="22306" y="2398"/>
                  </a:cubicBezTo>
                  <a:cubicBezTo>
                    <a:pt x="20442" y="4501"/>
                    <a:pt x="20025" y="7740"/>
                    <a:pt x="21298" y="10236"/>
                  </a:cubicBezTo>
                  <a:cubicBezTo>
                    <a:pt x="20655" y="10312"/>
                    <a:pt x="20077" y="10777"/>
                    <a:pt x="19872" y="11383"/>
                  </a:cubicBezTo>
                  <a:cubicBezTo>
                    <a:pt x="19466" y="11273"/>
                    <a:pt x="19048" y="11221"/>
                    <a:pt x="18630" y="11221"/>
                  </a:cubicBezTo>
                  <a:cubicBezTo>
                    <a:pt x="17007" y="11221"/>
                    <a:pt x="15378" y="12011"/>
                    <a:pt x="14455" y="13335"/>
                  </a:cubicBezTo>
                  <a:cubicBezTo>
                    <a:pt x="13291" y="15001"/>
                    <a:pt x="13330" y="17392"/>
                    <a:pt x="14542" y="19022"/>
                  </a:cubicBezTo>
                  <a:cubicBezTo>
                    <a:pt x="14504" y="19021"/>
                    <a:pt x="14467" y="19020"/>
                    <a:pt x="14430" y="19020"/>
                  </a:cubicBezTo>
                  <a:cubicBezTo>
                    <a:pt x="12573" y="19020"/>
                    <a:pt x="10840" y="20592"/>
                    <a:pt x="10709" y="22425"/>
                  </a:cubicBezTo>
                  <a:cubicBezTo>
                    <a:pt x="10377" y="21470"/>
                    <a:pt x="9357" y="20827"/>
                    <a:pt x="8345" y="20827"/>
                  </a:cubicBezTo>
                  <a:cubicBezTo>
                    <a:pt x="8091" y="20827"/>
                    <a:pt x="7836" y="20868"/>
                    <a:pt x="7594" y="20955"/>
                  </a:cubicBezTo>
                  <a:cubicBezTo>
                    <a:pt x="7068" y="21145"/>
                    <a:pt x="6641" y="21537"/>
                    <a:pt x="6365" y="22011"/>
                  </a:cubicBezTo>
                  <a:cubicBezTo>
                    <a:pt x="6045" y="22562"/>
                    <a:pt x="6281" y="23246"/>
                    <a:pt x="6058" y="23711"/>
                  </a:cubicBezTo>
                  <a:cubicBezTo>
                    <a:pt x="5843" y="24158"/>
                    <a:pt x="4991" y="24208"/>
                    <a:pt x="4504" y="24463"/>
                  </a:cubicBezTo>
                  <a:cubicBezTo>
                    <a:pt x="3866" y="24799"/>
                    <a:pt x="3303" y="25277"/>
                    <a:pt x="2881" y="25859"/>
                  </a:cubicBezTo>
                  <a:cubicBezTo>
                    <a:pt x="2099" y="26934"/>
                    <a:pt x="1816" y="28348"/>
                    <a:pt x="2123" y="29636"/>
                  </a:cubicBezTo>
                  <a:cubicBezTo>
                    <a:pt x="999" y="29871"/>
                    <a:pt x="178" y="30964"/>
                    <a:pt x="89" y="32096"/>
                  </a:cubicBezTo>
                  <a:cubicBezTo>
                    <a:pt x="1" y="33227"/>
                    <a:pt x="549" y="34347"/>
                    <a:pt x="1370" y="35143"/>
                  </a:cubicBezTo>
                  <a:cubicBezTo>
                    <a:pt x="2285" y="36031"/>
                    <a:pt x="3559" y="36562"/>
                    <a:pt x="4840" y="36562"/>
                  </a:cubicBezTo>
                  <a:cubicBezTo>
                    <a:pt x="5012" y="36562"/>
                    <a:pt x="5184" y="36553"/>
                    <a:pt x="5356" y="36533"/>
                  </a:cubicBezTo>
                  <a:cubicBezTo>
                    <a:pt x="6804" y="36366"/>
                    <a:pt x="8159" y="35462"/>
                    <a:pt x="8793" y="34167"/>
                  </a:cubicBezTo>
                  <a:cubicBezTo>
                    <a:pt x="9186" y="34872"/>
                    <a:pt x="10031" y="35232"/>
                    <a:pt x="10854" y="35232"/>
                  </a:cubicBezTo>
                  <a:cubicBezTo>
                    <a:pt x="10958" y="35232"/>
                    <a:pt x="11062" y="35226"/>
                    <a:pt x="11164" y="35215"/>
                  </a:cubicBezTo>
                  <a:cubicBezTo>
                    <a:pt x="12627" y="35052"/>
                    <a:pt x="14284" y="34224"/>
                    <a:pt x="14317" y="32648"/>
                  </a:cubicBezTo>
                  <a:cubicBezTo>
                    <a:pt x="14698" y="32788"/>
                    <a:pt x="15103" y="32856"/>
                    <a:pt x="15508" y="32856"/>
                  </a:cubicBezTo>
                  <a:cubicBezTo>
                    <a:pt x="16385" y="32856"/>
                    <a:pt x="17264" y="32538"/>
                    <a:pt x="17918" y="31948"/>
                  </a:cubicBezTo>
                  <a:cubicBezTo>
                    <a:pt x="18112" y="33167"/>
                    <a:pt x="19267" y="33999"/>
                    <a:pt x="20424" y="34401"/>
                  </a:cubicBezTo>
                  <a:cubicBezTo>
                    <a:pt x="21192" y="34669"/>
                    <a:pt x="22002" y="34797"/>
                    <a:pt x="22813" y="34797"/>
                  </a:cubicBezTo>
                  <a:cubicBezTo>
                    <a:pt x="24929" y="34797"/>
                    <a:pt x="27056" y="33919"/>
                    <a:pt x="28488" y="32342"/>
                  </a:cubicBezTo>
                  <a:cubicBezTo>
                    <a:pt x="29711" y="32156"/>
                    <a:pt x="30907" y="31796"/>
                    <a:pt x="32031" y="31273"/>
                  </a:cubicBezTo>
                  <a:cubicBezTo>
                    <a:pt x="32934" y="30855"/>
                    <a:pt x="33916" y="30083"/>
                    <a:pt x="33756" y="29095"/>
                  </a:cubicBezTo>
                  <a:lnTo>
                    <a:pt x="33756" y="29095"/>
                  </a:lnTo>
                  <a:cubicBezTo>
                    <a:pt x="34679" y="30147"/>
                    <a:pt x="36076" y="30695"/>
                    <a:pt x="37466" y="30695"/>
                  </a:cubicBezTo>
                  <a:cubicBezTo>
                    <a:pt x="38549" y="30695"/>
                    <a:pt x="39627" y="30362"/>
                    <a:pt x="40475" y="29678"/>
                  </a:cubicBezTo>
                  <a:cubicBezTo>
                    <a:pt x="41415" y="30695"/>
                    <a:pt x="42734" y="31220"/>
                    <a:pt x="44050" y="31220"/>
                  </a:cubicBezTo>
                  <a:cubicBezTo>
                    <a:pt x="45192" y="31220"/>
                    <a:pt x="46332" y="30825"/>
                    <a:pt x="47219" y="30014"/>
                  </a:cubicBezTo>
                  <a:lnTo>
                    <a:pt x="47236" y="308"/>
                  </a:lnTo>
                  <a:cubicBezTo>
                    <a:pt x="47058" y="286"/>
                    <a:pt x="46879" y="275"/>
                    <a:pt x="46697" y="275"/>
                  </a:cubicBezTo>
                  <a:cubicBezTo>
                    <a:pt x="45370" y="275"/>
                    <a:pt x="43975" y="861"/>
                    <a:pt x="43091" y="1803"/>
                  </a:cubicBezTo>
                  <a:cubicBezTo>
                    <a:pt x="42339" y="2604"/>
                    <a:pt x="41357" y="4335"/>
                    <a:pt x="41969" y="5477"/>
                  </a:cubicBezTo>
                  <a:cubicBezTo>
                    <a:pt x="41364" y="4350"/>
                    <a:pt x="40119" y="3827"/>
                    <a:pt x="38875" y="3827"/>
                  </a:cubicBezTo>
                  <a:cubicBezTo>
                    <a:pt x="38416" y="3827"/>
                    <a:pt x="37957" y="3899"/>
                    <a:pt x="37530" y="4037"/>
                  </a:cubicBezTo>
                  <a:cubicBezTo>
                    <a:pt x="36401" y="4404"/>
                    <a:pt x="34798" y="5305"/>
                    <a:pt x="34874" y="6669"/>
                  </a:cubicBezTo>
                  <a:cubicBezTo>
                    <a:pt x="34719" y="3881"/>
                    <a:pt x="32726" y="1275"/>
                    <a:pt x="30048" y="365"/>
                  </a:cubicBezTo>
                  <a:cubicBezTo>
                    <a:pt x="29324" y="119"/>
                    <a:pt x="28562" y="1"/>
                    <a:pt x="27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6" name="Google Shape;646;p38"/>
          <p:cNvGrpSpPr/>
          <p:nvPr/>
        </p:nvGrpSpPr>
        <p:grpSpPr>
          <a:xfrm>
            <a:off x="3047087" y="-15274"/>
            <a:ext cx="2841961" cy="957144"/>
            <a:chOff x="744050" y="-1549100"/>
            <a:chExt cx="1014950" cy="341825"/>
          </a:xfrm>
        </p:grpSpPr>
        <p:sp>
          <p:nvSpPr>
            <p:cNvPr id="647" name="Google Shape;647;p38"/>
            <p:cNvSpPr/>
            <p:nvPr/>
          </p:nvSpPr>
          <p:spPr>
            <a:xfrm>
              <a:off x="746100" y="-1549100"/>
              <a:ext cx="1012900" cy="341700"/>
            </a:xfrm>
            <a:custGeom>
              <a:avLst/>
              <a:gdLst/>
              <a:ahLst/>
              <a:cxnLst/>
              <a:rect l="l" t="t" r="r" b="b"/>
              <a:pathLst>
                <a:path w="40516" h="13668" extrusionOk="0">
                  <a:moveTo>
                    <a:pt x="10959" y="1"/>
                  </a:moveTo>
                  <a:cubicBezTo>
                    <a:pt x="8739" y="1"/>
                    <a:pt x="6307" y="1140"/>
                    <a:pt x="5018" y="2683"/>
                  </a:cubicBezTo>
                  <a:cubicBezTo>
                    <a:pt x="4049" y="3842"/>
                    <a:pt x="3268" y="5504"/>
                    <a:pt x="3112" y="7009"/>
                  </a:cubicBezTo>
                  <a:cubicBezTo>
                    <a:pt x="2019" y="7179"/>
                    <a:pt x="984" y="7845"/>
                    <a:pt x="492" y="8835"/>
                  </a:cubicBezTo>
                  <a:cubicBezTo>
                    <a:pt x="0" y="9823"/>
                    <a:pt x="126" y="11122"/>
                    <a:pt x="889" y="11922"/>
                  </a:cubicBezTo>
                  <a:cubicBezTo>
                    <a:pt x="1543" y="12605"/>
                    <a:pt x="2603" y="12849"/>
                    <a:pt x="3671" y="12849"/>
                  </a:cubicBezTo>
                  <a:cubicBezTo>
                    <a:pt x="4552" y="12849"/>
                    <a:pt x="5439" y="12683"/>
                    <a:pt x="6108" y="12458"/>
                  </a:cubicBezTo>
                  <a:cubicBezTo>
                    <a:pt x="6414" y="12358"/>
                    <a:pt x="6721" y="12234"/>
                    <a:pt x="7042" y="12234"/>
                  </a:cubicBezTo>
                  <a:cubicBezTo>
                    <a:pt x="7045" y="12234"/>
                    <a:pt x="7049" y="12234"/>
                    <a:pt x="7052" y="12234"/>
                  </a:cubicBezTo>
                  <a:cubicBezTo>
                    <a:pt x="7453" y="12239"/>
                    <a:pt x="7818" y="12440"/>
                    <a:pt x="8189" y="12591"/>
                  </a:cubicBezTo>
                  <a:cubicBezTo>
                    <a:pt x="8908" y="12883"/>
                    <a:pt x="9676" y="12994"/>
                    <a:pt x="10453" y="12994"/>
                  </a:cubicBezTo>
                  <a:cubicBezTo>
                    <a:pt x="11170" y="12994"/>
                    <a:pt x="11895" y="12900"/>
                    <a:pt x="12597" y="12766"/>
                  </a:cubicBezTo>
                  <a:cubicBezTo>
                    <a:pt x="13009" y="12688"/>
                    <a:pt x="13487" y="12547"/>
                    <a:pt x="13985" y="12405"/>
                  </a:cubicBezTo>
                  <a:cubicBezTo>
                    <a:pt x="14741" y="12189"/>
                    <a:pt x="15548" y="11970"/>
                    <a:pt x="16249" y="11970"/>
                  </a:cubicBezTo>
                  <a:cubicBezTo>
                    <a:pt x="16431" y="11970"/>
                    <a:pt x="16607" y="11985"/>
                    <a:pt x="16772" y="12018"/>
                  </a:cubicBezTo>
                  <a:cubicBezTo>
                    <a:pt x="17655" y="12196"/>
                    <a:pt x="18584" y="12946"/>
                    <a:pt x="19511" y="13199"/>
                  </a:cubicBezTo>
                  <a:cubicBezTo>
                    <a:pt x="20586" y="13491"/>
                    <a:pt x="21754" y="13667"/>
                    <a:pt x="22915" y="13667"/>
                  </a:cubicBezTo>
                  <a:cubicBezTo>
                    <a:pt x="23972" y="13667"/>
                    <a:pt x="25023" y="13521"/>
                    <a:pt x="25993" y="13185"/>
                  </a:cubicBezTo>
                  <a:cubicBezTo>
                    <a:pt x="26414" y="13039"/>
                    <a:pt x="26822" y="12852"/>
                    <a:pt x="27258" y="12759"/>
                  </a:cubicBezTo>
                  <a:cubicBezTo>
                    <a:pt x="27985" y="12605"/>
                    <a:pt x="28714" y="12569"/>
                    <a:pt x="29445" y="12569"/>
                  </a:cubicBezTo>
                  <a:cubicBezTo>
                    <a:pt x="30076" y="12569"/>
                    <a:pt x="30707" y="12595"/>
                    <a:pt x="31338" y="12595"/>
                  </a:cubicBezTo>
                  <a:cubicBezTo>
                    <a:pt x="31778" y="12595"/>
                    <a:pt x="32218" y="12582"/>
                    <a:pt x="32658" y="12539"/>
                  </a:cubicBezTo>
                  <a:cubicBezTo>
                    <a:pt x="33006" y="12503"/>
                    <a:pt x="33329" y="12489"/>
                    <a:pt x="33640" y="12489"/>
                  </a:cubicBezTo>
                  <a:cubicBezTo>
                    <a:pt x="34610" y="12489"/>
                    <a:pt x="35455" y="12627"/>
                    <a:pt x="36556" y="12695"/>
                  </a:cubicBezTo>
                  <a:cubicBezTo>
                    <a:pt x="36874" y="12713"/>
                    <a:pt x="37259" y="12733"/>
                    <a:pt x="37659" y="12733"/>
                  </a:cubicBezTo>
                  <a:cubicBezTo>
                    <a:pt x="38373" y="12733"/>
                    <a:pt x="39135" y="12670"/>
                    <a:pt x="39658" y="12422"/>
                  </a:cubicBezTo>
                  <a:cubicBezTo>
                    <a:pt x="40129" y="12198"/>
                    <a:pt x="40515" y="11723"/>
                    <a:pt x="40483" y="11203"/>
                  </a:cubicBezTo>
                  <a:cubicBezTo>
                    <a:pt x="40469" y="10960"/>
                    <a:pt x="40366" y="10730"/>
                    <a:pt x="40244" y="10519"/>
                  </a:cubicBezTo>
                  <a:cubicBezTo>
                    <a:pt x="39944" y="10011"/>
                    <a:pt x="39492" y="9576"/>
                    <a:pt x="38932" y="9391"/>
                  </a:cubicBezTo>
                  <a:cubicBezTo>
                    <a:pt x="38752" y="9331"/>
                    <a:pt x="38560" y="9300"/>
                    <a:pt x="38369" y="9300"/>
                  </a:cubicBezTo>
                  <a:cubicBezTo>
                    <a:pt x="37969" y="9300"/>
                    <a:pt x="37571" y="9435"/>
                    <a:pt x="37284" y="9711"/>
                  </a:cubicBezTo>
                  <a:cubicBezTo>
                    <a:pt x="37368" y="8463"/>
                    <a:pt x="36023" y="7363"/>
                    <a:pt x="34842" y="7363"/>
                  </a:cubicBezTo>
                  <a:cubicBezTo>
                    <a:pt x="34804" y="7363"/>
                    <a:pt x="34766" y="7364"/>
                    <a:pt x="34728" y="7366"/>
                  </a:cubicBezTo>
                  <a:cubicBezTo>
                    <a:pt x="33642" y="7432"/>
                    <a:pt x="32662" y="8333"/>
                    <a:pt x="32507" y="9413"/>
                  </a:cubicBezTo>
                  <a:cubicBezTo>
                    <a:pt x="32118" y="8923"/>
                    <a:pt x="31619" y="8490"/>
                    <a:pt x="31015" y="8329"/>
                  </a:cubicBezTo>
                  <a:cubicBezTo>
                    <a:pt x="30869" y="8290"/>
                    <a:pt x="30716" y="8270"/>
                    <a:pt x="30564" y="8270"/>
                  </a:cubicBezTo>
                  <a:cubicBezTo>
                    <a:pt x="30083" y="8270"/>
                    <a:pt x="29603" y="8465"/>
                    <a:pt x="29335" y="8857"/>
                  </a:cubicBezTo>
                  <a:cubicBezTo>
                    <a:pt x="29259" y="7601"/>
                    <a:pt x="28521" y="6386"/>
                    <a:pt x="27572" y="5588"/>
                  </a:cubicBezTo>
                  <a:cubicBezTo>
                    <a:pt x="27003" y="5110"/>
                    <a:pt x="26302" y="4783"/>
                    <a:pt x="25561" y="4693"/>
                  </a:cubicBezTo>
                  <a:cubicBezTo>
                    <a:pt x="25419" y="4676"/>
                    <a:pt x="25277" y="4667"/>
                    <a:pt x="25135" y="4667"/>
                  </a:cubicBezTo>
                  <a:cubicBezTo>
                    <a:pt x="23673" y="4667"/>
                    <a:pt x="22228" y="5549"/>
                    <a:pt x="21597" y="6875"/>
                  </a:cubicBezTo>
                  <a:cubicBezTo>
                    <a:pt x="21050" y="5854"/>
                    <a:pt x="19954" y="5241"/>
                    <a:pt x="18923" y="5241"/>
                  </a:cubicBezTo>
                  <a:cubicBezTo>
                    <a:pt x="17982" y="5241"/>
                    <a:pt x="17096" y="5751"/>
                    <a:pt x="16727" y="6925"/>
                  </a:cubicBezTo>
                  <a:cubicBezTo>
                    <a:pt x="17445" y="4641"/>
                    <a:pt x="15224" y="1533"/>
                    <a:pt x="13332" y="539"/>
                  </a:cubicBezTo>
                  <a:cubicBezTo>
                    <a:pt x="12622" y="166"/>
                    <a:pt x="11806" y="1"/>
                    <a:pt x="109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8"/>
            <p:cNvSpPr/>
            <p:nvPr/>
          </p:nvSpPr>
          <p:spPr>
            <a:xfrm>
              <a:off x="744050" y="-1459525"/>
              <a:ext cx="982125" cy="252250"/>
            </a:xfrm>
            <a:custGeom>
              <a:avLst/>
              <a:gdLst/>
              <a:ahLst/>
              <a:cxnLst/>
              <a:rect l="l" t="t" r="r" b="b"/>
              <a:pathLst>
                <a:path w="39285" h="10090" extrusionOk="0">
                  <a:moveTo>
                    <a:pt x="9924" y="1"/>
                  </a:moveTo>
                  <a:cubicBezTo>
                    <a:pt x="9547" y="1"/>
                    <a:pt x="9171" y="31"/>
                    <a:pt x="8800" y="92"/>
                  </a:cubicBezTo>
                  <a:cubicBezTo>
                    <a:pt x="6167" y="525"/>
                    <a:pt x="4582" y="2600"/>
                    <a:pt x="4488" y="5215"/>
                  </a:cubicBezTo>
                  <a:cubicBezTo>
                    <a:pt x="4082" y="4795"/>
                    <a:pt x="3549" y="4607"/>
                    <a:pt x="3009" y="4607"/>
                  </a:cubicBezTo>
                  <a:cubicBezTo>
                    <a:pt x="2379" y="4607"/>
                    <a:pt x="1739" y="4863"/>
                    <a:pt x="1276" y="5305"/>
                  </a:cubicBezTo>
                  <a:cubicBezTo>
                    <a:pt x="1" y="6521"/>
                    <a:pt x="476" y="8358"/>
                    <a:pt x="2022" y="8979"/>
                  </a:cubicBezTo>
                  <a:cubicBezTo>
                    <a:pt x="2577" y="9203"/>
                    <a:pt x="3196" y="9297"/>
                    <a:pt x="3824" y="9297"/>
                  </a:cubicBezTo>
                  <a:cubicBezTo>
                    <a:pt x="4661" y="9297"/>
                    <a:pt x="5514" y="9130"/>
                    <a:pt x="6254" y="8882"/>
                  </a:cubicBezTo>
                  <a:cubicBezTo>
                    <a:pt x="6560" y="8782"/>
                    <a:pt x="6867" y="8658"/>
                    <a:pt x="7190" y="8658"/>
                  </a:cubicBezTo>
                  <a:cubicBezTo>
                    <a:pt x="7193" y="8658"/>
                    <a:pt x="7197" y="8658"/>
                    <a:pt x="7200" y="8658"/>
                  </a:cubicBezTo>
                  <a:cubicBezTo>
                    <a:pt x="7601" y="8663"/>
                    <a:pt x="7966" y="8864"/>
                    <a:pt x="8336" y="9015"/>
                  </a:cubicBezTo>
                  <a:cubicBezTo>
                    <a:pt x="9055" y="9307"/>
                    <a:pt x="9823" y="9418"/>
                    <a:pt x="10600" y="9418"/>
                  </a:cubicBezTo>
                  <a:cubicBezTo>
                    <a:pt x="11317" y="9418"/>
                    <a:pt x="12042" y="9324"/>
                    <a:pt x="12745" y="9190"/>
                  </a:cubicBezTo>
                  <a:cubicBezTo>
                    <a:pt x="13156" y="9112"/>
                    <a:pt x="13634" y="8971"/>
                    <a:pt x="14131" y="8829"/>
                  </a:cubicBezTo>
                  <a:cubicBezTo>
                    <a:pt x="14891" y="8612"/>
                    <a:pt x="15699" y="8393"/>
                    <a:pt x="16403" y="8393"/>
                  </a:cubicBezTo>
                  <a:cubicBezTo>
                    <a:pt x="16583" y="8393"/>
                    <a:pt x="16756" y="8407"/>
                    <a:pt x="16920" y="8440"/>
                  </a:cubicBezTo>
                  <a:cubicBezTo>
                    <a:pt x="17801" y="8617"/>
                    <a:pt x="18730" y="9367"/>
                    <a:pt x="19658" y="9620"/>
                  </a:cubicBezTo>
                  <a:cubicBezTo>
                    <a:pt x="20732" y="9913"/>
                    <a:pt x="21900" y="10089"/>
                    <a:pt x="23061" y="10089"/>
                  </a:cubicBezTo>
                  <a:cubicBezTo>
                    <a:pt x="24119" y="10089"/>
                    <a:pt x="25171" y="9943"/>
                    <a:pt x="26141" y="9606"/>
                  </a:cubicBezTo>
                  <a:cubicBezTo>
                    <a:pt x="26562" y="9460"/>
                    <a:pt x="26970" y="9275"/>
                    <a:pt x="27406" y="9182"/>
                  </a:cubicBezTo>
                  <a:cubicBezTo>
                    <a:pt x="28132" y="9027"/>
                    <a:pt x="28862" y="8991"/>
                    <a:pt x="29593" y="8991"/>
                  </a:cubicBezTo>
                  <a:cubicBezTo>
                    <a:pt x="30222" y="8991"/>
                    <a:pt x="30851" y="9017"/>
                    <a:pt x="31481" y="9017"/>
                  </a:cubicBezTo>
                  <a:cubicBezTo>
                    <a:pt x="31922" y="9017"/>
                    <a:pt x="32364" y="9004"/>
                    <a:pt x="32804" y="8960"/>
                  </a:cubicBezTo>
                  <a:cubicBezTo>
                    <a:pt x="33151" y="8925"/>
                    <a:pt x="33472" y="8911"/>
                    <a:pt x="33781" y="8911"/>
                  </a:cubicBezTo>
                  <a:cubicBezTo>
                    <a:pt x="34754" y="8911"/>
                    <a:pt x="35600" y="9050"/>
                    <a:pt x="36704" y="9116"/>
                  </a:cubicBezTo>
                  <a:cubicBezTo>
                    <a:pt x="37004" y="9134"/>
                    <a:pt x="37469" y="9212"/>
                    <a:pt x="37904" y="9212"/>
                  </a:cubicBezTo>
                  <a:cubicBezTo>
                    <a:pt x="38265" y="9212"/>
                    <a:pt x="38605" y="9159"/>
                    <a:pt x="38812" y="8972"/>
                  </a:cubicBezTo>
                  <a:cubicBezTo>
                    <a:pt x="39284" y="8547"/>
                    <a:pt x="39103" y="7640"/>
                    <a:pt x="38587" y="7326"/>
                  </a:cubicBezTo>
                  <a:cubicBezTo>
                    <a:pt x="38374" y="7197"/>
                    <a:pt x="38131" y="7141"/>
                    <a:pt x="37883" y="7141"/>
                  </a:cubicBezTo>
                  <a:cubicBezTo>
                    <a:pt x="37571" y="7141"/>
                    <a:pt x="37251" y="7230"/>
                    <a:pt x="36971" y="7371"/>
                  </a:cubicBezTo>
                  <a:cubicBezTo>
                    <a:pt x="36814" y="6381"/>
                    <a:pt x="35826" y="5635"/>
                    <a:pt x="34825" y="5635"/>
                  </a:cubicBezTo>
                  <a:cubicBezTo>
                    <a:pt x="34810" y="5635"/>
                    <a:pt x="34796" y="5635"/>
                    <a:pt x="34781" y="5636"/>
                  </a:cubicBezTo>
                  <a:cubicBezTo>
                    <a:pt x="33766" y="5658"/>
                    <a:pt x="32833" y="6374"/>
                    <a:pt x="32426" y="7307"/>
                  </a:cubicBezTo>
                  <a:cubicBezTo>
                    <a:pt x="32145" y="6699"/>
                    <a:pt x="31485" y="6290"/>
                    <a:pt x="30818" y="6290"/>
                  </a:cubicBezTo>
                  <a:cubicBezTo>
                    <a:pt x="30770" y="6290"/>
                    <a:pt x="30722" y="6292"/>
                    <a:pt x="30674" y="6296"/>
                  </a:cubicBezTo>
                  <a:cubicBezTo>
                    <a:pt x="29957" y="6364"/>
                    <a:pt x="29312" y="6913"/>
                    <a:pt x="29132" y="7609"/>
                  </a:cubicBezTo>
                  <a:cubicBezTo>
                    <a:pt x="28799" y="5803"/>
                    <a:pt x="27848" y="4379"/>
                    <a:pt x="25955" y="4009"/>
                  </a:cubicBezTo>
                  <a:cubicBezTo>
                    <a:pt x="25694" y="3958"/>
                    <a:pt x="25429" y="3933"/>
                    <a:pt x="25164" y="3933"/>
                  </a:cubicBezTo>
                  <a:cubicBezTo>
                    <a:pt x="24465" y="3933"/>
                    <a:pt x="23766" y="4107"/>
                    <a:pt x="23144" y="4427"/>
                  </a:cubicBezTo>
                  <a:cubicBezTo>
                    <a:pt x="22769" y="4622"/>
                    <a:pt x="21328" y="5591"/>
                    <a:pt x="21433" y="6150"/>
                  </a:cubicBezTo>
                  <a:cubicBezTo>
                    <a:pt x="21224" y="5045"/>
                    <a:pt x="20226" y="4139"/>
                    <a:pt x="19106" y="4039"/>
                  </a:cubicBezTo>
                  <a:cubicBezTo>
                    <a:pt x="19035" y="4033"/>
                    <a:pt x="18965" y="4030"/>
                    <a:pt x="18895" y="4030"/>
                  </a:cubicBezTo>
                  <a:cubicBezTo>
                    <a:pt x="17844" y="4030"/>
                    <a:pt x="16815" y="4717"/>
                    <a:pt x="16438" y="5703"/>
                  </a:cubicBezTo>
                  <a:cubicBezTo>
                    <a:pt x="16297" y="3933"/>
                    <a:pt x="15308" y="2266"/>
                    <a:pt x="13864" y="1233"/>
                  </a:cubicBezTo>
                  <a:cubicBezTo>
                    <a:pt x="12725" y="420"/>
                    <a:pt x="11324" y="1"/>
                    <a:pt x="99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9" name="Google Shape;649;p38"/>
          <p:cNvSpPr/>
          <p:nvPr/>
        </p:nvSpPr>
        <p:spPr>
          <a:xfrm>
            <a:off x="2602816" y="679550"/>
            <a:ext cx="334443" cy="341696"/>
          </a:xfrm>
          <a:custGeom>
            <a:avLst/>
            <a:gdLst/>
            <a:ahLst/>
            <a:cxnLst/>
            <a:rect l="l" t="t" r="r" b="b"/>
            <a:pathLst>
              <a:path w="4565" h="4664" extrusionOk="0">
                <a:moveTo>
                  <a:pt x="3082" y="0"/>
                </a:moveTo>
                <a:lnTo>
                  <a:pt x="1839" y="1064"/>
                </a:lnTo>
                <a:lnTo>
                  <a:pt x="259" y="645"/>
                </a:lnTo>
                <a:lnTo>
                  <a:pt x="889" y="2155"/>
                </a:lnTo>
                <a:lnTo>
                  <a:pt x="1" y="3527"/>
                </a:lnTo>
                <a:lnTo>
                  <a:pt x="1630" y="3394"/>
                </a:lnTo>
                <a:lnTo>
                  <a:pt x="2662" y="4664"/>
                </a:lnTo>
                <a:lnTo>
                  <a:pt x="3041" y="3074"/>
                </a:lnTo>
                <a:lnTo>
                  <a:pt x="4565" y="2485"/>
                </a:lnTo>
                <a:lnTo>
                  <a:pt x="3170" y="1633"/>
                </a:lnTo>
                <a:lnTo>
                  <a:pt x="308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8"/>
          <p:cNvSpPr/>
          <p:nvPr/>
        </p:nvSpPr>
        <p:spPr>
          <a:xfrm>
            <a:off x="2086325" y="539500"/>
            <a:ext cx="795257" cy="956279"/>
          </a:xfrm>
          <a:custGeom>
            <a:avLst/>
            <a:gdLst/>
            <a:ahLst/>
            <a:cxnLst/>
            <a:rect l="l" t="t" r="r" b="b"/>
            <a:pathLst>
              <a:path w="15256" h="18345" extrusionOk="0">
                <a:moveTo>
                  <a:pt x="8596" y="1"/>
                </a:moveTo>
                <a:cubicBezTo>
                  <a:pt x="6911" y="1"/>
                  <a:pt x="4401" y="519"/>
                  <a:pt x="2337" y="3098"/>
                </a:cubicBezTo>
                <a:cubicBezTo>
                  <a:pt x="1191" y="4527"/>
                  <a:pt x="1" y="6908"/>
                  <a:pt x="169" y="9986"/>
                </a:cubicBezTo>
                <a:cubicBezTo>
                  <a:pt x="300" y="12356"/>
                  <a:pt x="1445" y="14205"/>
                  <a:pt x="2542" y="15526"/>
                </a:cubicBezTo>
                <a:cubicBezTo>
                  <a:pt x="4160" y="17477"/>
                  <a:pt x="6470" y="18345"/>
                  <a:pt x="8715" y="18345"/>
                </a:cubicBezTo>
                <a:cubicBezTo>
                  <a:pt x="11443" y="18345"/>
                  <a:pt x="14075" y="17064"/>
                  <a:pt x="15255" y="14892"/>
                </a:cubicBezTo>
                <a:lnTo>
                  <a:pt x="15255" y="14892"/>
                </a:lnTo>
                <a:cubicBezTo>
                  <a:pt x="15255" y="14892"/>
                  <a:pt x="13744" y="16347"/>
                  <a:pt x="11330" y="16548"/>
                </a:cubicBezTo>
                <a:cubicBezTo>
                  <a:pt x="11162" y="16561"/>
                  <a:pt x="10991" y="16568"/>
                  <a:pt x="10818" y="16568"/>
                </a:cubicBezTo>
                <a:cubicBezTo>
                  <a:pt x="9513" y="16568"/>
                  <a:pt x="8059" y="16181"/>
                  <a:pt x="6773" y="15423"/>
                </a:cubicBezTo>
                <a:cubicBezTo>
                  <a:pt x="5581" y="14722"/>
                  <a:pt x="3706" y="12909"/>
                  <a:pt x="3235" y="9658"/>
                </a:cubicBezTo>
                <a:cubicBezTo>
                  <a:pt x="2494" y="4527"/>
                  <a:pt x="5353" y="2011"/>
                  <a:pt x="7703" y="909"/>
                </a:cubicBezTo>
                <a:cubicBezTo>
                  <a:pt x="9090" y="258"/>
                  <a:pt x="10492" y="236"/>
                  <a:pt x="10492" y="236"/>
                </a:cubicBezTo>
                <a:cubicBezTo>
                  <a:pt x="10492" y="236"/>
                  <a:pt x="9731" y="1"/>
                  <a:pt x="85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1" name="Google Shape;651;p38"/>
          <p:cNvGrpSpPr/>
          <p:nvPr/>
        </p:nvGrpSpPr>
        <p:grpSpPr>
          <a:xfrm>
            <a:off x="92937" y="1946960"/>
            <a:ext cx="795248" cy="3196584"/>
            <a:chOff x="2686950" y="3466825"/>
            <a:chExt cx="94350" cy="379250"/>
          </a:xfrm>
        </p:grpSpPr>
        <p:sp>
          <p:nvSpPr>
            <p:cNvPr id="652" name="Google Shape;652;p38"/>
            <p:cNvSpPr/>
            <p:nvPr/>
          </p:nvSpPr>
          <p:spPr>
            <a:xfrm>
              <a:off x="2686950" y="3466825"/>
              <a:ext cx="94350" cy="379250"/>
            </a:xfrm>
            <a:custGeom>
              <a:avLst/>
              <a:gdLst/>
              <a:ahLst/>
              <a:cxnLst/>
              <a:rect l="l" t="t" r="r" b="b"/>
              <a:pathLst>
                <a:path w="3774" h="15170" extrusionOk="0">
                  <a:moveTo>
                    <a:pt x="1942" y="1"/>
                  </a:moveTo>
                  <a:lnTo>
                    <a:pt x="1925" y="375"/>
                  </a:lnTo>
                  <a:cubicBezTo>
                    <a:pt x="1865" y="379"/>
                    <a:pt x="1817" y="400"/>
                    <a:pt x="1817" y="425"/>
                  </a:cubicBezTo>
                  <a:cubicBezTo>
                    <a:pt x="1817" y="452"/>
                    <a:pt x="1863" y="473"/>
                    <a:pt x="1921" y="477"/>
                  </a:cubicBezTo>
                  <a:lnTo>
                    <a:pt x="1912" y="668"/>
                  </a:lnTo>
                  <a:lnTo>
                    <a:pt x="1914" y="668"/>
                  </a:lnTo>
                  <a:cubicBezTo>
                    <a:pt x="1796" y="677"/>
                    <a:pt x="1709" y="720"/>
                    <a:pt x="1709" y="774"/>
                  </a:cubicBezTo>
                  <a:cubicBezTo>
                    <a:pt x="1709" y="826"/>
                    <a:pt x="1799" y="869"/>
                    <a:pt x="1914" y="879"/>
                  </a:cubicBezTo>
                  <a:cubicBezTo>
                    <a:pt x="1763" y="1135"/>
                    <a:pt x="1229" y="1994"/>
                    <a:pt x="557" y="2507"/>
                  </a:cubicBezTo>
                  <a:cubicBezTo>
                    <a:pt x="1" y="2934"/>
                    <a:pt x="1026" y="3530"/>
                    <a:pt x="1026" y="3530"/>
                  </a:cubicBezTo>
                  <a:lnTo>
                    <a:pt x="1035" y="4510"/>
                  </a:lnTo>
                  <a:lnTo>
                    <a:pt x="695" y="4510"/>
                  </a:lnTo>
                  <a:lnTo>
                    <a:pt x="695" y="4767"/>
                  </a:lnTo>
                  <a:lnTo>
                    <a:pt x="1026" y="4916"/>
                  </a:lnTo>
                  <a:lnTo>
                    <a:pt x="706" y="4916"/>
                  </a:lnTo>
                  <a:lnTo>
                    <a:pt x="697" y="5076"/>
                  </a:lnTo>
                  <a:lnTo>
                    <a:pt x="185" y="5076"/>
                  </a:lnTo>
                  <a:lnTo>
                    <a:pt x="185" y="5520"/>
                  </a:lnTo>
                  <a:lnTo>
                    <a:pt x="811" y="6046"/>
                  </a:lnTo>
                  <a:lnTo>
                    <a:pt x="830" y="15170"/>
                  </a:lnTo>
                  <a:lnTo>
                    <a:pt x="1960" y="15170"/>
                  </a:lnTo>
                  <a:lnTo>
                    <a:pt x="1960" y="15167"/>
                  </a:lnTo>
                  <a:lnTo>
                    <a:pt x="3003" y="15167"/>
                  </a:lnTo>
                  <a:lnTo>
                    <a:pt x="3021" y="6043"/>
                  </a:lnTo>
                  <a:lnTo>
                    <a:pt x="3606" y="5518"/>
                  </a:lnTo>
                  <a:lnTo>
                    <a:pt x="3606" y="5073"/>
                  </a:lnTo>
                  <a:lnTo>
                    <a:pt x="3123" y="5073"/>
                  </a:lnTo>
                  <a:lnTo>
                    <a:pt x="3123" y="5075"/>
                  </a:lnTo>
                  <a:lnTo>
                    <a:pt x="3113" y="4915"/>
                  </a:lnTo>
                  <a:lnTo>
                    <a:pt x="2813" y="4915"/>
                  </a:lnTo>
                  <a:lnTo>
                    <a:pt x="3123" y="4766"/>
                  </a:lnTo>
                  <a:lnTo>
                    <a:pt x="3123" y="4508"/>
                  </a:lnTo>
                  <a:lnTo>
                    <a:pt x="2804" y="4508"/>
                  </a:lnTo>
                  <a:lnTo>
                    <a:pt x="2813" y="3529"/>
                  </a:lnTo>
                  <a:cubicBezTo>
                    <a:pt x="2813" y="3529"/>
                    <a:pt x="3773" y="2931"/>
                    <a:pt x="3251" y="2505"/>
                  </a:cubicBezTo>
                  <a:cubicBezTo>
                    <a:pt x="2628" y="1997"/>
                    <a:pt x="2129" y="1142"/>
                    <a:pt x="1984" y="881"/>
                  </a:cubicBezTo>
                  <a:cubicBezTo>
                    <a:pt x="2109" y="875"/>
                    <a:pt x="2206" y="830"/>
                    <a:pt x="2206" y="775"/>
                  </a:cubicBezTo>
                  <a:cubicBezTo>
                    <a:pt x="2206" y="723"/>
                    <a:pt x="2116" y="681"/>
                    <a:pt x="2000" y="670"/>
                  </a:cubicBezTo>
                  <a:lnTo>
                    <a:pt x="2002" y="670"/>
                  </a:lnTo>
                  <a:lnTo>
                    <a:pt x="1984" y="477"/>
                  </a:lnTo>
                  <a:cubicBezTo>
                    <a:pt x="2032" y="470"/>
                    <a:pt x="2067" y="451"/>
                    <a:pt x="2067" y="428"/>
                  </a:cubicBezTo>
                  <a:cubicBezTo>
                    <a:pt x="2067" y="403"/>
                    <a:pt x="2028" y="383"/>
                    <a:pt x="1976" y="376"/>
                  </a:cubicBezTo>
                  <a:lnTo>
                    <a:pt x="194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8"/>
            <p:cNvSpPr/>
            <p:nvPr/>
          </p:nvSpPr>
          <p:spPr>
            <a:xfrm>
              <a:off x="2695425" y="3826025"/>
              <a:ext cx="78000" cy="10000"/>
            </a:xfrm>
            <a:custGeom>
              <a:avLst/>
              <a:gdLst/>
              <a:ahLst/>
              <a:cxnLst/>
              <a:rect l="l" t="t" r="r" b="b"/>
              <a:pathLst>
                <a:path w="3120" h="400" extrusionOk="0">
                  <a:moveTo>
                    <a:pt x="1" y="1"/>
                  </a:moveTo>
                  <a:lnTo>
                    <a:pt x="1" y="400"/>
                  </a:lnTo>
                  <a:lnTo>
                    <a:pt x="3120" y="400"/>
                  </a:lnTo>
                  <a:lnTo>
                    <a:pt x="312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8"/>
            <p:cNvSpPr/>
            <p:nvPr/>
          </p:nvSpPr>
          <p:spPr>
            <a:xfrm>
              <a:off x="2713675" y="3555625"/>
              <a:ext cx="5700" cy="23650"/>
            </a:xfrm>
            <a:custGeom>
              <a:avLst/>
              <a:gdLst/>
              <a:ahLst/>
              <a:cxnLst/>
              <a:rect l="l" t="t" r="r" b="b"/>
              <a:pathLst>
                <a:path w="228" h="946" extrusionOk="0">
                  <a:moveTo>
                    <a:pt x="114" y="1"/>
                  </a:moveTo>
                  <a:cubicBezTo>
                    <a:pt x="0" y="1"/>
                    <a:pt x="0" y="280"/>
                    <a:pt x="0" y="280"/>
                  </a:cubicBezTo>
                  <a:lnTo>
                    <a:pt x="0" y="945"/>
                  </a:lnTo>
                  <a:lnTo>
                    <a:pt x="228" y="945"/>
                  </a:lnTo>
                  <a:lnTo>
                    <a:pt x="228" y="245"/>
                  </a:lnTo>
                  <a:cubicBezTo>
                    <a:pt x="228" y="245"/>
                    <a:pt x="228" y="1"/>
                    <a:pt x="1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8"/>
            <p:cNvSpPr/>
            <p:nvPr/>
          </p:nvSpPr>
          <p:spPr>
            <a:xfrm>
              <a:off x="2724200" y="3555375"/>
              <a:ext cx="9175" cy="23600"/>
            </a:xfrm>
            <a:custGeom>
              <a:avLst/>
              <a:gdLst/>
              <a:ahLst/>
              <a:cxnLst/>
              <a:rect l="l" t="t" r="r" b="b"/>
              <a:pathLst>
                <a:path w="367" h="944" extrusionOk="0">
                  <a:moveTo>
                    <a:pt x="184" y="1"/>
                  </a:moveTo>
                  <a:cubicBezTo>
                    <a:pt x="1" y="1"/>
                    <a:pt x="1" y="281"/>
                    <a:pt x="1" y="281"/>
                  </a:cubicBezTo>
                  <a:lnTo>
                    <a:pt x="1" y="944"/>
                  </a:lnTo>
                  <a:lnTo>
                    <a:pt x="366" y="944"/>
                  </a:lnTo>
                  <a:lnTo>
                    <a:pt x="366" y="245"/>
                  </a:lnTo>
                  <a:cubicBezTo>
                    <a:pt x="366" y="245"/>
                    <a:pt x="366" y="1"/>
                    <a:pt x="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8"/>
            <p:cNvSpPr/>
            <p:nvPr/>
          </p:nvSpPr>
          <p:spPr>
            <a:xfrm>
              <a:off x="2737250" y="3555100"/>
              <a:ext cx="9150" cy="23650"/>
            </a:xfrm>
            <a:custGeom>
              <a:avLst/>
              <a:gdLst/>
              <a:ahLst/>
              <a:cxnLst/>
              <a:rect l="l" t="t" r="r" b="b"/>
              <a:pathLst>
                <a:path w="366" h="946" extrusionOk="0">
                  <a:moveTo>
                    <a:pt x="183" y="1"/>
                  </a:moveTo>
                  <a:cubicBezTo>
                    <a:pt x="0" y="1"/>
                    <a:pt x="0" y="280"/>
                    <a:pt x="0" y="280"/>
                  </a:cubicBezTo>
                  <a:lnTo>
                    <a:pt x="0" y="945"/>
                  </a:lnTo>
                  <a:lnTo>
                    <a:pt x="366" y="945"/>
                  </a:lnTo>
                  <a:lnTo>
                    <a:pt x="366" y="245"/>
                  </a:lnTo>
                  <a:cubicBezTo>
                    <a:pt x="366" y="245"/>
                    <a:pt x="366" y="1"/>
                    <a:pt x="1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8"/>
            <p:cNvSpPr/>
            <p:nvPr/>
          </p:nvSpPr>
          <p:spPr>
            <a:xfrm>
              <a:off x="2750350" y="3555375"/>
              <a:ext cx="5725" cy="23600"/>
            </a:xfrm>
            <a:custGeom>
              <a:avLst/>
              <a:gdLst/>
              <a:ahLst/>
              <a:cxnLst/>
              <a:rect l="l" t="t" r="r" b="b"/>
              <a:pathLst>
                <a:path w="229" h="944" extrusionOk="0">
                  <a:moveTo>
                    <a:pt x="114" y="1"/>
                  </a:moveTo>
                  <a:cubicBezTo>
                    <a:pt x="1" y="1"/>
                    <a:pt x="1" y="281"/>
                    <a:pt x="1" y="281"/>
                  </a:cubicBezTo>
                  <a:lnTo>
                    <a:pt x="1" y="944"/>
                  </a:lnTo>
                  <a:lnTo>
                    <a:pt x="228" y="944"/>
                  </a:lnTo>
                  <a:lnTo>
                    <a:pt x="228" y="245"/>
                  </a:lnTo>
                  <a:cubicBezTo>
                    <a:pt x="228" y="245"/>
                    <a:pt x="228" y="1"/>
                    <a:pt x="1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8" name="Google Shape;658;p38"/>
          <p:cNvGrpSpPr/>
          <p:nvPr/>
        </p:nvGrpSpPr>
        <p:grpSpPr>
          <a:xfrm>
            <a:off x="1396642" y="3212511"/>
            <a:ext cx="670496" cy="1950845"/>
            <a:chOff x="2871700" y="3513775"/>
            <a:chExt cx="83475" cy="242875"/>
          </a:xfrm>
        </p:grpSpPr>
        <p:sp>
          <p:nvSpPr>
            <p:cNvPr id="659" name="Google Shape;659;p38"/>
            <p:cNvSpPr/>
            <p:nvPr/>
          </p:nvSpPr>
          <p:spPr>
            <a:xfrm>
              <a:off x="2871700" y="3513775"/>
              <a:ext cx="83475" cy="242875"/>
            </a:xfrm>
            <a:custGeom>
              <a:avLst/>
              <a:gdLst/>
              <a:ahLst/>
              <a:cxnLst/>
              <a:rect l="l" t="t" r="r" b="b"/>
              <a:pathLst>
                <a:path w="3339" h="9715" extrusionOk="0">
                  <a:moveTo>
                    <a:pt x="1643" y="1"/>
                  </a:moveTo>
                  <a:lnTo>
                    <a:pt x="1535" y="1190"/>
                  </a:lnTo>
                  <a:lnTo>
                    <a:pt x="1261" y="1190"/>
                  </a:lnTo>
                  <a:lnTo>
                    <a:pt x="1261" y="1700"/>
                  </a:lnTo>
                  <a:cubicBezTo>
                    <a:pt x="1261" y="1700"/>
                    <a:pt x="83" y="2124"/>
                    <a:pt x="221" y="3399"/>
                  </a:cubicBezTo>
                  <a:lnTo>
                    <a:pt x="0" y="3569"/>
                  </a:lnTo>
                  <a:lnTo>
                    <a:pt x="165" y="3739"/>
                  </a:lnTo>
                  <a:lnTo>
                    <a:pt x="165" y="4985"/>
                  </a:lnTo>
                  <a:lnTo>
                    <a:pt x="0" y="4985"/>
                  </a:lnTo>
                  <a:lnTo>
                    <a:pt x="0" y="5411"/>
                  </a:lnTo>
                  <a:lnTo>
                    <a:pt x="366" y="5411"/>
                  </a:lnTo>
                  <a:lnTo>
                    <a:pt x="384" y="9715"/>
                  </a:lnTo>
                  <a:lnTo>
                    <a:pt x="2955" y="9715"/>
                  </a:lnTo>
                  <a:lnTo>
                    <a:pt x="2971" y="5411"/>
                  </a:lnTo>
                  <a:lnTo>
                    <a:pt x="3337" y="5411"/>
                  </a:lnTo>
                  <a:lnTo>
                    <a:pt x="3337" y="4985"/>
                  </a:lnTo>
                  <a:lnTo>
                    <a:pt x="3167" y="4985"/>
                  </a:lnTo>
                  <a:lnTo>
                    <a:pt x="3167" y="3739"/>
                  </a:lnTo>
                  <a:lnTo>
                    <a:pt x="3168" y="3739"/>
                  </a:lnTo>
                  <a:lnTo>
                    <a:pt x="3338" y="3569"/>
                  </a:lnTo>
                  <a:lnTo>
                    <a:pt x="3112" y="3399"/>
                  </a:lnTo>
                  <a:cubicBezTo>
                    <a:pt x="3253" y="2124"/>
                    <a:pt x="2038" y="1700"/>
                    <a:pt x="2038" y="1700"/>
                  </a:cubicBezTo>
                  <a:lnTo>
                    <a:pt x="2038" y="1190"/>
                  </a:lnTo>
                  <a:lnTo>
                    <a:pt x="1756" y="1190"/>
                  </a:lnTo>
                  <a:lnTo>
                    <a:pt x="164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8"/>
            <p:cNvSpPr/>
            <p:nvPr/>
          </p:nvSpPr>
          <p:spPr>
            <a:xfrm>
              <a:off x="2899725" y="3597100"/>
              <a:ext cx="27325" cy="40400"/>
            </a:xfrm>
            <a:custGeom>
              <a:avLst/>
              <a:gdLst/>
              <a:ahLst/>
              <a:cxnLst/>
              <a:rect l="l" t="t" r="r" b="b"/>
              <a:pathLst>
                <a:path w="1093" h="1616" extrusionOk="0">
                  <a:moveTo>
                    <a:pt x="547" y="0"/>
                  </a:moveTo>
                  <a:cubicBezTo>
                    <a:pt x="1" y="0"/>
                    <a:pt x="1" y="478"/>
                    <a:pt x="1" y="478"/>
                  </a:cubicBezTo>
                  <a:lnTo>
                    <a:pt x="1" y="1615"/>
                  </a:lnTo>
                  <a:lnTo>
                    <a:pt x="1093" y="1615"/>
                  </a:lnTo>
                  <a:lnTo>
                    <a:pt x="1093" y="419"/>
                  </a:lnTo>
                  <a:cubicBezTo>
                    <a:pt x="1093" y="419"/>
                    <a:pt x="1093" y="0"/>
                    <a:pt x="5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8"/>
            <p:cNvSpPr/>
            <p:nvPr/>
          </p:nvSpPr>
          <p:spPr>
            <a:xfrm>
              <a:off x="2880800" y="3599275"/>
              <a:ext cx="7575" cy="38250"/>
            </a:xfrm>
            <a:custGeom>
              <a:avLst/>
              <a:gdLst/>
              <a:ahLst/>
              <a:cxnLst/>
              <a:rect l="l" t="t" r="r" b="b"/>
              <a:pathLst>
                <a:path w="303" h="1530" extrusionOk="0">
                  <a:moveTo>
                    <a:pt x="152" y="0"/>
                  </a:moveTo>
                  <a:cubicBezTo>
                    <a:pt x="0" y="0"/>
                    <a:pt x="0" y="453"/>
                    <a:pt x="0" y="453"/>
                  </a:cubicBezTo>
                  <a:lnTo>
                    <a:pt x="0" y="1528"/>
                  </a:lnTo>
                  <a:lnTo>
                    <a:pt x="0" y="1530"/>
                  </a:lnTo>
                  <a:lnTo>
                    <a:pt x="302" y="1530"/>
                  </a:lnTo>
                  <a:lnTo>
                    <a:pt x="302" y="397"/>
                  </a:lnTo>
                  <a:cubicBezTo>
                    <a:pt x="302" y="397"/>
                    <a:pt x="302" y="0"/>
                    <a:pt x="1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8"/>
            <p:cNvSpPr/>
            <p:nvPr/>
          </p:nvSpPr>
          <p:spPr>
            <a:xfrm>
              <a:off x="2937825" y="3599700"/>
              <a:ext cx="7575" cy="38275"/>
            </a:xfrm>
            <a:custGeom>
              <a:avLst/>
              <a:gdLst/>
              <a:ahLst/>
              <a:cxnLst/>
              <a:rect l="l" t="t" r="r" b="b"/>
              <a:pathLst>
                <a:path w="303" h="1531" extrusionOk="0">
                  <a:moveTo>
                    <a:pt x="151" y="0"/>
                  </a:moveTo>
                  <a:cubicBezTo>
                    <a:pt x="0" y="0"/>
                    <a:pt x="0" y="454"/>
                    <a:pt x="0" y="454"/>
                  </a:cubicBezTo>
                  <a:lnTo>
                    <a:pt x="0" y="1530"/>
                  </a:lnTo>
                  <a:lnTo>
                    <a:pt x="0" y="1531"/>
                  </a:lnTo>
                  <a:lnTo>
                    <a:pt x="303" y="1531"/>
                  </a:lnTo>
                  <a:lnTo>
                    <a:pt x="303" y="398"/>
                  </a:lnTo>
                  <a:cubicBezTo>
                    <a:pt x="303" y="398"/>
                    <a:pt x="303" y="0"/>
                    <a:pt x="1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39"/>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800" dirty="0">
                <a:latin typeface="+mj-lt"/>
              </a:rPr>
              <a:t>Topic</a:t>
            </a:r>
            <a:r>
              <a:rPr lang="en-US" sz="2800" dirty="0"/>
              <a:t> :</a:t>
            </a:r>
            <a:endParaRPr sz="2800" dirty="0"/>
          </a:p>
        </p:txBody>
      </p:sp>
      <p:sp>
        <p:nvSpPr>
          <p:cNvPr id="669" name="Google Shape;669;p39"/>
          <p:cNvSpPr txBox="1">
            <a:spLocks noGrp="1"/>
          </p:cNvSpPr>
          <p:nvPr>
            <p:ph type="subTitle" idx="2"/>
          </p:nvPr>
        </p:nvSpPr>
        <p:spPr>
          <a:xfrm>
            <a:off x="715464" y="3961315"/>
            <a:ext cx="7704000" cy="56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b="0" dirty="0">
                <a:latin typeface="+mn-lt"/>
              </a:rPr>
              <a:t>How is the prayer represented in the </a:t>
            </a:r>
            <a:r>
              <a:rPr lang="en-US" dirty="0">
                <a:latin typeface="+mn-lt"/>
              </a:rPr>
              <a:t>Q</a:t>
            </a:r>
            <a:r>
              <a:rPr lang="en-US" sz="1400" b="0" dirty="0">
                <a:latin typeface="+mn-lt"/>
              </a:rPr>
              <a:t>uran</a:t>
            </a:r>
            <a:r>
              <a:rPr lang="en-US" dirty="0">
                <a:latin typeface="+mn-lt"/>
              </a:rPr>
              <a:t> ?</a:t>
            </a:r>
          </a:p>
          <a:p>
            <a:pPr marL="0" indent="0"/>
            <a:r>
              <a:rPr lang="en-US" sz="1400" b="0" dirty="0">
                <a:latin typeface="+mn-lt"/>
              </a:rPr>
              <a:t>How is the prayer represented in the Hadith</a:t>
            </a:r>
            <a:r>
              <a:rPr lang="en-US" dirty="0">
                <a:latin typeface="+mn-lt"/>
              </a:rPr>
              <a:t> ?</a:t>
            </a:r>
          </a:p>
          <a:p>
            <a:pPr marL="0" lvl="0" indent="0" algn="l" rtl="0">
              <a:spcBef>
                <a:spcPts val="0"/>
              </a:spcBef>
              <a:spcAft>
                <a:spcPts val="0"/>
              </a:spcAft>
              <a:buNone/>
            </a:pPr>
            <a:endParaRPr dirty="0">
              <a:latin typeface="+mn-lt"/>
            </a:endParaRPr>
          </a:p>
        </p:txBody>
      </p:sp>
      <p:sp>
        <p:nvSpPr>
          <p:cNvPr id="672" name="Google Shape;672;p39"/>
          <p:cNvSpPr txBox="1">
            <a:spLocks noGrp="1"/>
          </p:cNvSpPr>
          <p:nvPr>
            <p:ph type="subTitle" idx="5"/>
          </p:nvPr>
        </p:nvSpPr>
        <p:spPr>
          <a:xfrm>
            <a:off x="715464" y="3543101"/>
            <a:ext cx="7704000" cy="566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latin typeface="+mj-lt"/>
              </a:rPr>
              <a:t>Research</a:t>
            </a:r>
            <a:r>
              <a:rPr lang="en-US" dirty="0"/>
              <a:t> questions : </a:t>
            </a:r>
            <a:endParaRPr dirty="0"/>
          </a:p>
        </p:txBody>
      </p:sp>
      <p:sp>
        <p:nvSpPr>
          <p:cNvPr id="673" name="Google Shape;673;p39"/>
          <p:cNvSpPr txBox="1">
            <a:spLocks noGrp="1"/>
          </p:cNvSpPr>
          <p:nvPr>
            <p:ph type="subTitle" idx="6"/>
          </p:nvPr>
        </p:nvSpPr>
        <p:spPr>
          <a:xfrm>
            <a:off x="715464" y="2005350"/>
            <a:ext cx="7704000" cy="566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But why </a:t>
            </a:r>
            <a:r>
              <a:rPr lang="ar-SA" dirty="0"/>
              <a:t>الصلاة</a:t>
            </a:r>
            <a:r>
              <a:rPr lang="en-US" dirty="0"/>
              <a:t> ?</a:t>
            </a:r>
            <a:endParaRPr dirty="0"/>
          </a:p>
        </p:txBody>
      </p:sp>
      <p:sp>
        <p:nvSpPr>
          <p:cNvPr id="5" name="TextBox 4">
            <a:extLst>
              <a:ext uri="{FF2B5EF4-FFF2-40B4-BE49-F238E27FC236}">
                <a16:creationId xmlns:a16="http://schemas.microsoft.com/office/drawing/2014/main" id="{905053F8-5623-21CD-AA8E-2FE52E046F12}"/>
              </a:ext>
            </a:extLst>
          </p:cNvPr>
          <p:cNvSpPr txBox="1"/>
          <p:nvPr/>
        </p:nvSpPr>
        <p:spPr>
          <a:xfrm>
            <a:off x="724536" y="2519247"/>
            <a:ext cx="8037138" cy="738664"/>
          </a:xfrm>
          <a:prstGeom prst="rect">
            <a:avLst/>
          </a:prstGeom>
          <a:noFill/>
        </p:spPr>
        <p:txBody>
          <a:bodyPr wrap="square">
            <a:spAutoFit/>
          </a:bodyPr>
          <a:lstStyle/>
          <a:p>
            <a:pPr marL="285750" lvl="0" indent="-285750" algn="l" rtl="0">
              <a:spcBef>
                <a:spcPts val="0"/>
              </a:spcBef>
              <a:spcAft>
                <a:spcPts val="0"/>
              </a:spcAft>
              <a:buFont typeface="Arial" panose="020B0604020202020204" pitchFamily="34" charset="0"/>
              <a:buChar char="•"/>
            </a:pPr>
            <a:r>
              <a:rPr lang="en-US" dirty="0"/>
              <a:t>The second pillar of Islam after the Shahada.</a:t>
            </a:r>
          </a:p>
          <a:p>
            <a:pPr marL="285750" lvl="0" indent="-285750" algn="l" rtl="0">
              <a:spcBef>
                <a:spcPts val="0"/>
              </a:spcBef>
              <a:spcAft>
                <a:spcPts val="0"/>
              </a:spcAft>
              <a:buFont typeface="Arial" panose="020B0604020202020204" pitchFamily="34" charset="0"/>
              <a:buChar char="•"/>
            </a:pPr>
            <a:r>
              <a:rPr lang="en-US" dirty="0"/>
              <a:t>Different meanings based on the context it was mentioned and the and by whom.</a:t>
            </a:r>
          </a:p>
          <a:p>
            <a:pPr marL="285750" lvl="0" indent="-285750" algn="l" rtl="0">
              <a:spcBef>
                <a:spcPts val="0"/>
              </a:spcBef>
              <a:spcAft>
                <a:spcPts val="0"/>
              </a:spcAft>
              <a:buFont typeface="Arial" panose="020B0604020202020204" pitchFamily="34" charset="0"/>
              <a:buChar char="•"/>
            </a:pPr>
            <a:r>
              <a:rPr lang="en-US" dirty="0"/>
              <a:t>Different variations and forms of occurrence with interesting patterns.</a:t>
            </a:r>
          </a:p>
        </p:txBody>
      </p:sp>
      <p:sp>
        <p:nvSpPr>
          <p:cNvPr id="10" name="TextBox 9">
            <a:extLst>
              <a:ext uri="{FF2B5EF4-FFF2-40B4-BE49-F238E27FC236}">
                <a16:creationId xmlns:a16="http://schemas.microsoft.com/office/drawing/2014/main" id="{D5407020-F4CD-9612-153E-D20AD2309E7F}"/>
              </a:ext>
            </a:extLst>
          </p:cNvPr>
          <p:cNvSpPr txBox="1"/>
          <p:nvPr/>
        </p:nvSpPr>
        <p:spPr>
          <a:xfrm>
            <a:off x="724536" y="1325526"/>
            <a:ext cx="8037138" cy="523220"/>
          </a:xfrm>
          <a:prstGeom prst="rect">
            <a:avLst/>
          </a:prstGeom>
          <a:noFill/>
        </p:spPr>
        <p:txBody>
          <a:bodyPr wrap="square">
            <a:spAutoFit/>
          </a:bodyPr>
          <a:lstStyle/>
          <a:p>
            <a:pPr marL="0" lvl="0" indent="0" algn="l" rtl="0">
              <a:spcBef>
                <a:spcPts val="0"/>
              </a:spcBef>
              <a:spcAft>
                <a:spcPts val="0"/>
              </a:spcAft>
              <a:buNone/>
            </a:pPr>
            <a:r>
              <a:rPr lang="en-US" dirty="0"/>
              <a:t>To compare between how the word </a:t>
            </a:r>
            <a:r>
              <a:rPr lang="ar-SA" dirty="0"/>
              <a:t>الصلاة“</a:t>
            </a:r>
            <a:r>
              <a:rPr lang="en-US" dirty="0"/>
              <a:t>” (with all its meanings and forms) is represented in the Quran </a:t>
            </a:r>
            <a:r>
              <a:rPr lang="en-US" dirty="0">
                <a:latin typeface="+mn-lt"/>
              </a:rPr>
              <a:t>and</a:t>
            </a:r>
            <a:r>
              <a:rPr lang="en-US" dirty="0"/>
              <a:t> how it is represented in Hadith. </a:t>
            </a:r>
          </a:p>
        </p:txBody>
      </p:sp>
    </p:spTree>
    <p:extLst>
      <p:ext uri="{BB962C8B-B14F-4D97-AF65-F5344CB8AC3E}">
        <p14:creationId xmlns:p14="http://schemas.microsoft.com/office/powerpoint/2010/main" val="284372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38"/>
          <p:cNvSpPr/>
          <p:nvPr/>
        </p:nvSpPr>
        <p:spPr>
          <a:xfrm>
            <a:off x="1022201" y="1612977"/>
            <a:ext cx="1514478" cy="2805657"/>
          </a:xfrm>
          <a:custGeom>
            <a:avLst/>
            <a:gdLst/>
            <a:ahLst/>
            <a:cxnLst/>
            <a:rect l="l" t="t" r="r" b="b"/>
            <a:pathLst>
              <a:path w="15918" h="29489" extrusionOk="0">
                <a:moveTo>
                  <a:pt x="7788" y="1"/>
                </a:moveTo>
                <a:lnTo>
                  <a:pt x="7675" y="2402"/>
                </a:lnTo>
                <a:cubicBezTo>
                  <a:pt x="7514" y="2499"/>
                  <a:pt x="7397" y="2766"/>
                  <a:pt x="7397" y="3083"/>
                </a:cubicBezTo>
                <a:cubicBezTo>
                  <a:pt x="7397" y="3211"/>
                  <a:pt x="7418" y="3329"/>
                  <a:pt x="7449" y="3433"/>
                </a:cubicBezTo>
                <a:lnTo>
                  <a:pt x="7076" y="3433"/>
                </a:lnTo>
                <a:lnTo>
                  <a:pt x="7076" y="4132"/>
                </a:lnTo>
                <a:lnTo>
                  <a:pt x="6565" y="4132"/>
                </a:lnTo>
                <a:lnTo>
                  <a:pt x="6565" y="4631"/>
                </a:lnTo>
                <a:lnTo>
                  <a:pt x="7186" y="4631"/>
                </a:lnTo>
                <a:cubicBezTo>
                  <a:pt x="7186" y="4631"/>
                  <a:pt x="5616" y="5130"/>
                  <a:pt x="5398" y="6429"/>
                </a:cubicBezTo>
                <a:cubicBezTo>
                  <a:pt x="5179" y="7727"/>
                  <a:pt x="5398" y="8226"/>
                  <a:pt x="5398" y="8226"/>
                </a:cubicBezTo>
                <a:cubicBezTo>
                  <a:pt x="5398" y="8226"/>
                  <a:pt x="1533" y="9524"/>
                  <a:pt x="1" y="13516"/>
                </a:cubicBezTo>
                <a:lnTo>
                  <a:pt x="1" y="29489"/>
                </a:lnTo>
                <a:lnTo>
                  <a:pt x="7806" y="29314"/>
                </a:lnTo>
                <a:lnTo>
                  <a:pt x="7806" y="29489"/>
                </a:lnTo>
                <a:lnTo>
                  <a:pt x="15918" y="29489"/>
                </a:lnTo>
                <a:lnTo>
                  <a:pt x="15918" y="13635"/>
                </a:lnTo>
                <a:cubicBezTo>
                  <a:pt x="14317" y="9593"/>
                  <a:pt x="10271" y="8280"/>
                  <a:pt x="10271" y="8280"/>
                </a:cubicBezTo>
                <a:cubicBezTo>
                  <a:pt x="10271" y="8280"/>
                  <a:pt x="10499" y="7777"/>
                  <a:pt x="10271" y="6462"/>
                </a:cubicBezTo>
                <a:cubicBezTo>
                  <a:pt x="10042" y="5150"/>
                  <a:pt x="8399" y="4644"/>
                  <a:pt x="8399" y="4644"/>
                </a:cubicBezTo>
                <a:lnTo>
                  <a:pt x="9048" y="4644"/>
                </a:lnTo>
                <a:lnTo>
                  <a:pt x="9048" y="4139"/>
                </a:lnTo>
                <a:lnTo>
                  <a:pt x="8514" y="4139"/>
                </a:lnTo>
                <a:lnTo>
                  <a:pt x="8514" y="3433"/>
                </a:lnTo>
                <a:lnTo>
                  <a:pt x="8166" y="3433"/>
                </a:lnTo>
                <a:cubicBezTo>
                  <a:pt x="8199" y="3329"/>
                  <a:pt x="8219" y="3211"/>
                  <a:pt x="8219" y="3083"/>
                </a:cubicBezTo>
                <a:cubicBezTo>
                  <a:pt x="8219" y="2740"/>
                  <a:pt x="8083" y="2456"/>
                  <a:pt x="7903" y="2381"/>
                </a:cubicBezTo>
                <a:lnTo>
                  <a:pt x="778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2" name="Google Shape;632;p38"/>
          <p:cNvGrpSpPr/>
          <p:nvPr/>
        </p:nvGrpSpPr>
        <p:grpSpPr>
          <a:xfrm>
            <a:off x="-1066800" y="1054955"/>
            <a:ext cx="4744050" cy="3507145"/>
            <a:chOff x="0" y="1054955"/>
            <a:chExt cx="4744050" cy="3507145"/>
          </a:xfrm>
        </p:grpSpPr>
        <p:sp>
          <p:nvSpPr>
            <p:cNvPr id="633" name="Google Shape;633;p38"/>
            <p:cNvSpPr/>
            <p:nvPr/>
          </p:nvSpPr>
          <p:spPr>
            <a:xfrm flipH="1">
              <a:off x="0" y="1054955"/>
              <a:ext cx="4060624" cy="3409260"/>
            </a:xfrm>
            <a:custGeom>
              <a:avLst/>
              <a:gdLst/>
              <a:ahLst/>
              <a:cxnLst/>
              <a:rect l="l" t="t" r="r" b="b"/>
              <a:pathLst>
                <a:path w="78262" h="65708" extrusionOk="0">
                  <a:moveTo>
                    <a:pt x="58138" y="9062"/>
                  </a:moveTo>
                  <a:cubicBezTo>
                    <a:pt x="58575" y="9062"/>
                    <a:pt x="58575" y="9689"/>
                    <a:pt x="58575" y="9689"/>
                  </a:cubicBezTo>
                  <a:lnTo>
                    <a:pt x="58575" y="11484"/>
                  </a:lnTo>
                  <a:lnTo>
                    <a:pt x="57701" y="11484"/>
                  </a:lnTo>
                  <a:lnTo>
                    <a:pt x="57701" y="9779"/>
                  </a:lnTo>
                  <a:cubicBezTo>
                    <a:pt x="57701" y="9779"/>
                    <a:pt x="57701" y="9062"/>
                    <a:pt x="58138" y="9062"/>
                  </a:cubicBezTo>
                  <a:close/>
                  <a:moveTo>
                    <a:pt x="56880" y="9089"/>
                  </a:moveTo>
                  <a:cubicBezTo>
                    <a:pt x="57317" y="9089"/>
                    <a:pt x="57317" y="9716"/>
                    <a:pt x="57317" y="9716"/>
                  </a:cubicBezTo>
                  <a:lnTo>
                    <a:pt x="57317" y="11510"/>
                  </a:lnTo>
                  <a:lnTo>
                    <a:pt x="56443" y="11510"/>
                  </a:lnTo>
                  <a:lnTo>
                    <a:pt x="56443" y="9806"/>
                  </a:lnTo>
                  <a:cubicBezTo>
                    <a:pt x="56443" y="9806"/>
                    <a:pt x="56443" y="9089"/>
                    <a:pt x="56880" y="9089"/>
                  </a:cubicBezTo>
                  <a:close/>
                  <a:moveTo>
                    <a:pt x="59233" y="9091"/>
                  </a:moveTo>
                  <a:cubicBezTo>
                    <a:pt x="59507" y="9091"/>
                    <a:pt x="59507" y="9717"/>
                    <a:pt x="59507" y="9717"/>
                  </a:cubicBezTo>
                  <a:lnTo>
                    <a:pt x="59507" y="11512"/>
                  </a:lnTo>
                  <a:lnTo>
                    <a:pt x="58960" y="11512"/>
                  </a:lnTo>
                  <a:lnTo>
                    <a:pt x="58960" y="9807"/>
                  </a:lnTo>
                  <a:lnTo>
                    <a:pt x="58959" y="9807"/>
                  </a:lnTo>
                  <a:cubicBezTo>
                    <a:pt x="58959" y="9807"/>
                    <a:pt x="58959" y="9091"/>
                    <a:pt x="59233" y="9091"/>
                  </a:cubicBezTo>
                  <a:close/>
                  <a:moveTo>
                    <a:pt x="55705" y="9117"/>
                  </a:moveTo>
                  <a:cubicBezTo>
                    <a:pt x="55979" y="9117"/>
                    <a:pt x="55979" y="9744"/>
                    <a:pt x="55979" y="9744"/>
                  </a:cubicBezTo>
                  <a:lnTo>
                    <a:pt x="55979" y="11538"/>
                  </a:lnTo>
                  <a:lnTo>
                    <a:pt x="55431" y="11538"/>
                  </a:lnTo>
                  <a:lnTo>
                    <a:pt x="55431" y="9834"/>
                  </a:lnTo>
                  <a:cubicBezTo>
                    <a:pt x="55431" y="9834"/>
                    <a:pt x="55431" y="9117"/>
                    <a:pt x="55705" y="9117"/>
                  </a:cubicBezTo>
                  <a:close/>
                  <a:moveTo>
                    <a:pt x="15537" y="25977"/>
                  </a:moveTo>
                  <a:cubicBezTo>
                    <a:pt x="15838" y="25977"/>
                    <a:pt x="15838" y="26802"/>
                    <a:pt x="15838" y="26802"/>
                  </a:cubicBezTo>
                  <a:lnTo>
                    <a:pt x="15838" y="29162"/>
                  </a:lnTo>
                  <a:lnTo>
                    <a:pt x="15238" y="29162"/>
                  </a:lnTo>
                  <a:lnTo>
                    <a:pt x="15238" y="26920"/>
                  </a:lnTo>
                  <a:cubicBezTo>
                    <a:pt x="15238" y="26920"/>
                    <a:pt x="15238" y="25977"/>
                    <a:pt x="15537" y="25977"/>
                  </a:cubicBezTo>
                  <a:close/>
                  <a:moveTo>
                    <a:pt x="17847" y="25800"/>
                  </a:moveTo>
                  <a:cubicBezTo>
                    <a:pt x="18940" y="25800"/>
                    <a:pt x="18940" y="26672"/>
                    <a:pt x="18940" y="26672"/>
                  </a:cubicBezTo>
                  <a:lnTo>
                    <a:pt x="18940" y="29162"/>
                  </a:lnTo>
                  <a:lnTo>
                    <a:pt x="16752" y="29162"/>
                  </a:lnTo>
                  <a:lnTo>
                    <a:pt x="16752" y="26795"/>
                  </a:lnTo>
                  <a:cubicBezTo>
                    <a:pt x="16752" y="26795"/>
                    <a:pt x="16752" y="25800"/>
                    <a:pt x="17847" y="25800"/>
                  </a:cubicBezTo>
                  <a:close/>
                  <a:moveTo>
                    <a:pt x="20097" y="26018"/>
                  </a:moveTo>
                  <a:cubicBezTo>
                    <a:pt x="20398" y="26018"/>
                    <a:pt x="20398" y="26843"/>
                    <a:pt x="20398" y="26843"/>
                  </a:cubicBezTo>
                  <a:lnTo>
                    <a:pt x="20398" y="29203"/>
                  </a:lnTo>
                  <a:lnTo>
                    <a:pt x="19796" y="29203"/>
                  </a:lnTo>
                  <a:lnTo>
                    <a:pt x="19796" y="26961"/>
                  </a:lnTo>
                  <a:cubicBezTo>
                    <a:pt x="19796" y="26961"/>
                    <a:pt x="19796" y="26018"/>
                    <a:pt x="20097" y="26018"/>
                  </a:cubicBezTo>
                  <a:close/>
                  <a:moveTo>
                    <a:pt x="43351" y="28212"/>
                  </a:moveTo>
                  <a:cubicBezTo>
                    <a:pt x="43625" y="28212"/>
                    <a:pt x="43625" y="28489"/>
                    <a:pt x="43625" y="28489"/>
                  </a:cubicBezTo>
                  <a:lnTo>
                    <a:pt x="43625" y="29286"/>
                  </a:lnTo>
                  <a:lnTo>
                    <a:pt x="43077" y="29286"/>
                  </a:lnTo>
                  <a:lnTo>
                    <a:pt x="43077" y="28530"/>
                  </a:lnTo>
                  <a:cubicBezTo>
                    <a:pt x="43077" y="28530"/>
                    <a:pt x="43077" y="28212"/>
                    <a:pt x="43351" y="28212"/>
                  </a:cubicBezTo>
                  <a:close/>
                  <a:moveTo>
                    <a:pt x="45235" y="28221"/>
                  </a:moveTo>
                  <a:cubicBezTo>
                    <a:pt x="45509" y="28221"/>
                    <a:pt x="45509" y="28499"/>
                    <a:pt x="45509" y="28499"/>
                  </a:cubicBezTo>
                  <a:lnTo>
                    <a:pt x="45509" y="29294"/>
                  </a:lnTo>
                  <a:lnTo>
                    <a:pt x="44961" y="29294"/>
                  </a:lnTo>
                  <a:lnTo>
                    <a:pt x="44961" y="28538"/>
                  </a:lnTo>
                  <a:cubicBezTo>
                    <a:pt x="44961" y="28538"/>
                    <a:pt x="44961" y="28221"/>
                    <a:pt x="45235" y="28221"/>
                  </a:cubicBezTo>
                  <a:close/>
                  <a:moveTo>
                    <a:pt x="44306" y="28232"/>
                  </a:moveTo>
                  <a:cubicBezTo>
                    <a:pt x="44580" y="28232"/>
                    <a:pt x="44580" y="28509"/>
                    <a:pt x="44580" y="28509"/>
                  </a:cubicBezTo>
                  <a:lnTo>
                    <a:pt x="44580" y="29304"/>
                  </a:lnTo>
                  <a:lnTo>
                    <a:pt x="44032" y="29304"/>
                  </a:lnTo>
                  <a:lnTo>
                    <a:pt x="44032" y="28549"/>
                  </a:lnTo>
                  <a:cubicBezTo>
                    <a:pt x="44032" y="28549"/>
                    <a:pt x="44032" y="28232"/>
                    <a:pt x="44306" y="28232"/>
                  </a:cubicBezTo>
                  <a:close/>
                  <a:moveTo>
                    <a:pt x="40564" y="28250"/>
                  </a:moveTo>
                  <a:cubicBezTo>
                    <a:pt x="40838" y="28250"/>
                    <a:pt x="40838" y="28528"/>
                    <a:pt x="40838" y="28528"/>
                  </a:cubicBezTo>
                  <a:lnTo>
                    <a:pt x="40838" y="29324"/>
                  </a:lnTo>
                  <a:lnTo>
                    <a:pt x="40290" y="29324"/>
                  </a:lnTo>
                  <a:lnTo>
                    <a:pt x="40290" y="28569"/>
                  </a:lnTo>
                  <a:cubicBezTo>
                    <a:pt x="40290" y="28569"/>
                    <a:pt x="40290" y="28250"/>
                    <a:pt x="40564" y="28250"/>
                  </a:cubicBezTo>
                  <a:close/>
                  <a:moveTo>
                    <a:pt x="41492" y="28250"/>
                  </a:moveTo>
                  <a:cubicBezTo>
                    <a:pt x="41766" y="28250"/>
                    <a:pt x="41766" y="28528"/>
                    <a:pt x="41766" y="28528"/>
                  </a:cubicBezTo>
                  <a:lnTo>
                    <a:pt x="41766" y="29324"/>
                  </a:lnTo>
                  <a:lnTo>
                    <a:pt x="41218" y="29324"/>
                  </a:lnTo>
                  <a:lnTo>
                    <a:pt x="41218" y="28569"/>
                  </a:lnTo>
                  <a:cubicBezTo>
                    <a:pt x="41218" y="28569"/>
                    <a:pt x="41218" y="28250"/>
                    <a:pt x="41492" y="28250"/>
                  </a:cubicBezTo>
                  <a:close/>
                  <a:moveTo>
                    <a:pt x="42440" y="28250"/>
                  </a:moveTo>
                  <a:cubicBezTo>
                    <a:pt x="42714" y="28250"/>
                    <a:pt x="42714" y="28528"/>
                    <a:pt x="42714" y="28528"/>
                  </a:cubicBezTo>
                  <a:lnTo>
                    <a:pt x="42714" y="29324"/>
                  </a:lnTo>
                  <a:lnTo>
                    <a:pt x="42166" y="29324"/>
                  </a:lnTo>
                  <a:lnTo>
                    <a:pt x="42166" y="28569"/>
                  </a:lnTo>
                  <a:cubicBezTo>
                    <a:pt x="42166" y="28569"/>
                    <a:pt x="42166" y="28250"/>
                    <a:pt x="42440" y="28250"/>
                  </a:cubicBezTo>
                  <a:close/>
                  <a:moveTo>
                    <a:pt x="38603" y="28284"/>
                  </a:moveTo>
                  <a:cubicBezTo>
                    <a:pt x="38877" y="28284"/>
                    <a:pt x="38877" y="28562"/>
                    <a:pt x="38877" y="28562"/>
                  </a:cubicBezTo>
                  <a:lnTo>
                    <a:pt x="38877" y="29358"/>
                  </a:lnTo>
                  <a:lnTo>
                    <a:pt x="38329" y="29358"/>
                  </a:lnTo>
                  <a:lnTo>
                    <a:pt x="38329" y="28601"/>
                  </a:lnTo>
                  <a:cubicBezTo>
                    <a:pt x="38329" y="28601"/>
                    <a:pt x="38329" y="28284"/>
                    <a:pt x="38603" y="28284"/>
                  </a:cubicBezTo>
                  <a:close/>
                  <a:moveTo>
                    <a:pt x="39583" y="28291"/>
                  </a:moveTo>
                  <a:cubicBezTo>
                    <a:pt x="39857" y="28291"/>
                    <a:pt x="39857" y="28569"/>
                    <a:pt x="39857" y="28569"/>
                  </a:cubicBezTo>
                  <a:lnTo>
                    <a:pt x="39857" y="29365"/>
                  </a:lnTo>
                  <a:lnTo>
                    <a:pt x="39309" y="29365"/>
                  </a:lnTo>
                  <a:lnTo>
                    <a:pt x="39309" y="28608"/>
                  </a:lnTo>
                  <a:cubicBezTo>
                    <a:pt x="39309" y="28608"/>
                    <a:pt x="39309" y="28291"/>
                    <a:pt x="39583" y="28291"/>
                  </a:cubicBezTo>
                  <a:close/>
                  <a:moveTo>
                    <a:pt x="30102" y="28319"/>
                  </a:moveTo>
                  <a:cubicBezTo>
                    <a:pt x="30376" y="28319"/>
                    <a:pt x="30376" y="28597"/>
                    <a:pt x="30376" y="28597"/>
                  </a:cubicBezTo>
                  <a:lnTo>
                    <a:pt x="30376" y="29393"/>
                  </a:lnTo>
                  <a:lnTo>
                    <a:pt x="29828" y="29393"/>
                  </a:lnTo>
                  <a:lnTo>
                    <a:pt x="29828" y="28637"/>
                  </a:lnTo>
                  <a:cubicBezTo>
                    <a:pt x="29828" y="28637"/>
                    <a:pt x="29828" y="28319"/>
                    <a:pt x="30102" y="28319"/>
                  </a:cubicBezTo>
                  <a:close/>
                  <a:moveTo>
                    <a:pt x="31031" y="28319"/>
                  </a:moveTo>
                  <a:cubicBezTo>
                    <a:pt x="31305" y="28319"/>
                    <a:pt x="31305" y="28597"/>
                    <a:pt x="31305" y="28597"/>
                  </a:cubicBezTo>
                  <a:lnTo>
                    <a:pt x="31305" y="29393"/>
                  </a:lnTo>
                  <a:lnTo>
                    <a:pt x="30757" y="29393"/>
                  </a:lnTo>
                  <a:lnTo>
                    <a:pt x="30757" y="28637"/>
                  </a:lnTo>
                  <a:cubicBezTo>
                    <a:pt x="30757" y="28637"/>
                    <a:pt x="30757" y="28319"/>
                    <a:pt x="31031" y="28319"/>
                  </a:cubicBezTo>
                  <a:close/>
                  <a:moveTo>
                    <a:pt x="31960" y="28319"/>
                  </a:moveTo>
                  <a:cubicBezTo>
                    <a:pt x="32234" y="28319"/>
                    <a:pt x="32234" y="28597"/>
                    <a:pt x="32234" y="28597"/>
                  </a:cubicBezTo>
                  <a:lnTo>
                    <a:pt x="32234" y="29393"/>
                  </a:lnTo>
                  <a:lnTo>
                    <a:pt x="31686" y="29393"/>
                  </a:lnTo>
                  <a:lnTo>
                    <a:pt x="31686" y="28637"/>
                  </a:lnTo>
                  <a:cubicBezTo>
                    <a:pt x="31686" y="28637"/>
                    <a:pt x="31686" y="28319"/>
                    <a:pt x="31960" y="28319"/>
                  </a:cubicBezTo>
                  <a:close/>
                  <a:moveTo>
                    <a:pt x="37615" y="28325"/>
                  </a:moveTo>
                  <a:cubicBezTo>
                    <a:pt x="37889" y="28325"/>
                    <a:pt x="37889" y="28601"/>
                    <a:pt x="37889" y="28601"/>
                  </a:cubicBezTo>
                  <a:lnTo>
                    <a:pt x="37889" y="29398"/>
                  </a:lnTo>
                  <a:lnTo>
                    <a:pt x="37341" y="29398"/>
                  </a:lnTo>
                  <a:lnTo>
                    <a:pt x="37341" y="28642"/>
                  </a:lnTo>
                  <a:cubicBezTo>
                    <a:pt x="37341" y="28642"/>
                    <a:pt x="37341" y="28325"/>
                    <a:pt x="37615" y="28325"/>
                  </a:cubicBezTo>
                  <a:close/>
                  <a:moveTo>
                    <a:pt x="32850" y="28332"/>
                  </a:moveTo>
                  <a:cubicBezTo>
                    <a:pt x="33124" y="28332"/>
                    <a:pt x="33124" y="28608"/>
                    <a:pt x="33124" y="28608"/>
                  </a:cubicBezTo>
                  <a:lnTo>
                    <a:pt x="33124" y="29405"/>
                  </a:lnTo>
                  <a:lnTo>
                    <a:pt x="32576" y="29405"/>
                  </a:lnTo>
                  <a:lnTo>
                    <a:pt x="32576" y="28649"/>
                  </a:lnTo>
                  <a:cubicBezTo>
                    <a:pt x="32576" y="28649"/>
                    <a:pt x="32576" y="28332"/>
                    <a:pt x="32850" y="28332"/>
                  </a:cubicBezTo>
                  <a:close/>
                  <a:moveTo>
                    <a:pt x="36578" y="28334"/>
                  </a:moveTo>
                  <a:cubicBezTo>
                    <a:pt x="36852" y="28334"/>
                    <a:pt x="36852" y="28613"/>
                    <a:pt x="36852" y="28613"/>
                  </a:cubicBezTo>
                  <a:lnTo>
                    <a:pt x="36852" y="29408"/>
                  </a:lnTo>
                  <a:lnTo>
                    <a:pt x="36304" y="29408"/>
                  </a:lnTo>
                  <a:lnTo>
                    <a:pt x="36304" y="28653"/>
                  </a:lnTo>
                  <a:cubicBezTo>
                    <a:pt x="36304" y="28653"/>
                    <a:pt x="36304" y="28334"/>
                    <a:pt x="36578" y="28334"/>
                  </a:cubicBezTo>
                  <a:close/>
                  <a:moveTo>
                    <a:pt x="33767" y="28346"/>
                  </a:moveTo>
                  <a:cubicBezTo>
                    <a:pt x="34041" y="28346"/>
                    <a:pt x="34041" y="28623"/>
                    <a:pt x="34041" y="28623"/>
                  </a:cubicBezTo>
                  <a:lnTo>
                    <a:pt x="34041" y="29419"/>
                  </a:lnTo>
                  <a:lnTo>
                    <a:pt x="33492" y="29419"/>
                  </a:lnTo>
                  <a:lnTo>
                    <a:pt x="33492" y="28663"/>
                  </a:lnTo>
                  <a:cubicBezTo>
                    <a:pt x="33492" y="28663"/>
                    <a:pt x="33492" y="28346"/>
                    <a:pt x="33767" y="28346"/>
                  </a:cubicBezTo>
                  <a:close/>
                  <a:moveTo>
                    <a:pt x="35635" y="28346"/>
                  </a:moveTo>
                  <a:cubicBezTo>
                    <a:pt x="35909" y="28346"/>
                    <a:pt x="35909" y="28623"/>
                    <a:pt x="35909" y="28623"/>
                  </a:cubicBezTo>
                  <a:lnTo>
                    <a:pt x="35909" y="29419"/>
                  </a:lnTo>
                  <a:lnTo>
                    <a:pt x="35360" y="29419"/>
                  </a:lnTo>
                  <a:lnTo>
                    <a:pt x="35360" y="28663"/>
                  </a:lnTo>
                  <a:cubicBezTo>
                    <a:pt x="35360" y="28663"/>
                    <a:pt x="35360" y="28346"/>
                    <a:pt x="35635" y="28346"/>
                  </a:cubicBezTo>
                  <a:close/>
                  <a:moveTo>
                    <a:pt x="34684" y="28360"/>
                  </a:moveTo>
                  <a:cubicBezTo>
                    <a:pt x="34958" y="28360"/>
                    <a:pt x="34958" y="28637"/>
                    <a:pt x="34958" y="28637"/>
                  </a:cubicBezTo>
                  <a:lnTo>
                    <a:pt x="34958" y="29434"/>
                  </a:lnTo>
                  <a:lnTo>
                    <a:pt x="34410" y="29434"/>
                  </a:lnTo>
                  <a:lnTo>
                    <a:pt x="34410" y="28677"/>
                  </a:lnTo>
                  <a:cubicBezTo>
                    <a:pt x="34410" y="28677"/>
                    <a:pt x="34410" y="28360"/>
                    <a:pt x="34684" y="28360"/>
                  </a:cubicBezTo>
                  <a:close/>
                  <a:moveTo>
                    <a:pt x="3590" y="42479"/>
                  </a:moveTo>
                  <a:cubicBezTo>
                    <a:pt x="3742" y="42479"/>
                    <a:pt x="3742" y="42861"/>
                    <a:pt x="3742" y="42861"/>
                  </a:cubicBezTo>
                  <a:lnTo>
                    <a:pt x="3742" y="43956"/>
                  </a:lnTo>
                  <a:lnTo>
                    <a:pt x="3440" y="43956"/>
                  </a:lnTo>
                  <a:lnTo>
                    <a:pt x="3440" y="42916"/>
                  </a:lnTo>
                  <a:cubicBezTo>
                    <a:pt x="3440" y="42916"/>
                    <a:pt x="3440" y="42479"/>
                    <a:pt x="3590" y="42479"/>
                  </a:cubicBezTo>
                  <a:close/>
                  <a:moveTo>
                    <a:pt x="4743" y="42397"/>
                  </a:moveTo>
                  <a:cubicBezTo>
                    <a:pt x="5289" y="42397"/>
                    <a:pt x="5289" y="42802"/>
                    <a:pt x="5289" y="42802"/>
                  </a:cubicBezTo>
                  <a:lnTo>
                    <a:pt x="5289" y="43956"/>
                  </a:lnTo>
                  <a:lnTo>
                    <a:pt x="4197" y="43956"/>
                  </a:lnTo>
                  <a:lnTo>
                    <a:pt x="4197" y="42860"/>
                  </a:lnTo>
                  <a:cubicBezTo>
                    <a:pt x="4197" y="42860"/>
                    <a:pt x="4197" y="42397"/>
                    <a:pt x="4743" y="42397"/>
                  </a:cubicBezTo>
                  <a:close/>
                  <a:moveTo>
                    <a:pt x="5871" y="42498"/>
                  </a:moveTo>
                  <a:cubicBezTo>
                    <a:pt x="6022" y="42498"/>
                    <a:pt x="6022" y="42881"/>
                    <a:pt x="6022" y="42881"/>
                  </a:cubicBezTo>
                  <a:lnTo>
                    <a:pt x="6022" y="43976"/>
                  </a:lnTo>
                  <a:lnTo>
                    <a:pt x="5719" y="43976"/>
                  </a:lnTo>
                  <a:lnTo>
                    <a:pt x="5719" y="42936"/>
                  </a:lnTo>
                  <a:cubicBezTo>
                    <a:pt x="5719" y="42936"/>
                    <a:pt x="5719" y="42498"/>
                    <a:pt x="5871" y="42498"/>
                  </a:cubicBezTo>
                  <a:close/>
                  <a:moveTo>
                    <a:pt x="57522" y="1"/>
                  </a:moveTo>
                  <a:lnTo>
                    <a:pt x="57480" y="959"/>
                  </a:lnTo>
                  <a:cubicBezTo>
                    <a:pt x="57335" y="968"/>
                    <a:pt x="57220" y="1024"/>
                    <a:pt x="57220" y="1094"/>
                  </a:cubicBezTo>
                  <a:cubicBezTo>
                    <a:pt x="57220" y="1162"/>
                    <a:pt x="57328" y="1218"/>
                    <a:pt x="57469" y="1228"/>
                  </a:cubicBezTo>
                  <a:lnTo>
                    <a:pt x="57446" y="1718"/>
                  </a:lnTo>
                  <a:lnTo>
                    <a:pt x="57451" y="1718"/>
                  </a:lnTo>
                  <a:cubicBezTo>
                    <a:pt x="57170" y="1741"/>
                    <a:pt x="56954" y="1852"/>
                    <a:pt x="56954" y="1987"/>
                  </a:cubicBezTo>
                  <a:cubicBezTo>
                    <a:pt x="56954" y="2123"/>
                    <a:pt x="57170" y="2233"/>
                    <a:pt x="57451" y="2257"/>
                  </a:cubicBezTo>
                  <a:cubicBezTo>
                    <a:pt x="57085" y="2919"/>
                    <a:pt x="55801" y="5124"/>
                    <a:pt x="54191" y="6438"/>
                  </a:cubicBezTo>
                  <a:cubicBezTo>
                    <a:pt x="52852" y="7532"/>
                    <a:pt x="55313" y="9064"/>
                    <a:pt x="55313" y="9064"/>
                  </a:cubicBezTo>
                  <a:lnTo>
                    <a:pt x="55341" y="11580"/>
                  </a:lnTo>
                  <a:lnTo>
                    <a:pt x="54520" y="11580"/>
                  </a:lnTo>
                  <a:lnTo>
                    <a:pt x="54520" y="12238"/>
                  </a:lnTo>
                  <a:lnTo>
                    <a:pt x="55313" y="12620"/>
                  </a:lnTo>
                  <a:lnTo>
                    <a:pt x="54547" y="12620"/>
                  </a:lnTo>
                  <a:lnTo>
                    <a:pt x="54519" y="13032"/>
                  </a:lnTo>
                  <a:lnTo>
                    <a:pt x="53286" y="13032"/>
                  </a:lnTo>
                  <a:lnTo>
                    <a:pt x="53286" y="14173"/>
                  </a:lnTo>
                  <a:lnTo>
                    <a:pt x="54790" y="15521"/>
                  </a:lnTo>
                  <a:lnTo>
                    <a:pt x="54832" y="36876"/>
                  </a:lnTo>
                  <a:lnTo>
                    <a:pt x="53670" y="36876"/>
                  </a:lnTo>
                  <a:lnTo>
                    <a:pt x="53670" y="37897"/>
                  </a:lnTo>
                  <a:lnTo>
                    <a:pt x="54835" y="37897"/>
                  </a:lnTo>
                  <a:lnTo>
                    <a:pt x="54836" y="38937"/>
                  </a:lnTo>
                  <a:lnTo>
                    <a:pt x="48475" y="38937"/>
                  </a:lnTo>
                  <a:lnTo>
                    <a:pt x="48475" y="37568"/>
                  </a:lnTo>
                  <a:cubicBezTo>
                    <a:pt x="48475" y="36300"/>
                    <a:pt x="47446" y="35271"/>
                    <a:pt x="46178" y="35271"/>
                  </a:cubicBezTo>
                  <a:lnTo>
                    <a:pt x="46117" y="34397"/>
                  </a:lnTo>
                  <a:lnTo>
                    <a:pt x="46760" y="34397"/>
                  </a:lnTo>
                  <a:lnTo>
                    <a:pt x="46760" y="29259"/>
                  </a:lnTo>
                  <a:lnTo>
                    <a:pt x="45933" y="29287"/>
                  </a:lnTo>
                  <a:lnTo>
                    <a:pt x="45900" y="27959"/>
                  </a:lnTo>
                  <a:cubicBezTo>
                    <a:pt x="49828" y="22324"/>
                    <a:pt x="39348" y="18256"/>
                    <a:pt x="39348" y="18256"/>
                  </a:cubicBezTo>
                  <a:lnTo>
                    <a:pt x="39348" y="17764"/>
                  </a:lnTo>
                  <a:lnTo>
                    <a:pt x="38865" y="17764"/>
                  </a:lnTo>
                  <a:lnTo>
                    <a:pt x="38865" y="16342"/>
                  </a:lnTo>
                  <a:lnTo>
                    <a:pt x="39348" y="16342"/>
                  </a:lnTo>
                  <a:lnTo>
                    <a:pt x="39348" y="15576"/>
                  </a:lnTo>
                  <a:lnTo>
                    <a:pt x="38804" y="15576"/>
                  </a:lnTo>
                  <a:lnTo>
                    <a:pt x="38804" y="15084"/>
                  </a:lnTo>
                  <a:lnTo>
                    <a:pt x="37401" y="15084"/>
                  </a:lnTo>
                  <a:lnTo>
                    <a:pt x="37380" y="14692"/>
                  </a:lnTo>
                  <a:cubicBezTo>
                    <a:pt x="37591" y="14613"/>
                    <a:pt x="37743" y="14412"/>
                    <a:pt x="37743" y="14173"/>
                  </a:cubicBezTo>
                  <a:cubicBezTo>
                    <a:pt x="37743" y="13913"/>
                    <a:pt x="37563" y="13698"/>
                    <a:pt x="37323" y="13638"/>
                  </a:cubicBezTo>
                  <a:lnTo>
                    <a:pt x="37300" y="13234"/>
                  </a:lnTo>
                  <a:cubicBezTo>
                    <a:pt x="37479" y="13185"/>
                    <a:pt x="37612" y="13021"/>
                    <a:pt x="37612" y="12827"/>
                  </a:cubicBezTo>
                  <a:cubicBezTo>
                    <a:pt x="37612" y="12613"/>
                    <a:pt x="37456" y="12440"/>
                    <a:pt x="37254" y="12408"/>
                  </a:cubicBezTo>
                  <a:lnTo>
                    <a:pt x="37189" y="11234"/>
                  </a:lnTo>
                  <a:lnTo>
                    <a:pt x="37120" y="12408"/>
                  </a:lnTo>
                  <a:cubicBezTo>
                    <a:pt x="36918" y="12441"/>
                    <a:pt x="36763" y="12613"/>
                    <a:pt x="36763" y="12824"/>
                  </a:cubicBezTo>
                  <a:cubicBezTo>
                    <a:pt x="36763" y="13018"/>
                    <a:pt x="36894" y="13179"/>
                    <a:pt x="37071" y="13230"/>
                  </a:cubicBezTo>
                  <a:lnTo>
                    <a:pt x="37049" y="13638"/>
                  </a:lnTo>
                  <a:cubicBezTo>
                    <a:pt x="36811" y="13699"/>
                    <a:pt x="36634" y="13913"/>
                    <a:pt x="36634" y="14172"/>
                  </a:cubicBezTo>
                  <a:cubicBezTo>
                    <a:pt x="36634" y="14408"/>
                    <a:pt x="36782" y="14606"/>
                    <a:pt x="36987" y="14686"/>
                  </a:cubicBezTo>
                  <a:lnTo>
                    <a:pt x="36964" y="15080"/>
                  </a:lnTo>
                  <a:lnTo>
                    <a:pt x="35725" y="15080"/>
                  </a:lnTo>
                  <a:lnTo>
                    <a:pt x="35725" y="15572"/>
                  </a:lnTo>
                  <a:lnTo>
                    <a:pt x="35233" y="15572"/>
                  </a:lnTo>
                  <a:lnTo>
                    <a:pt x="35233" y="16338"/>
                  </a:lnTo>
                  <a:lnTo>
                    <a:pt x="35670" y="16338"/>
                  </a:lnTo>
                  <a:lnTo>
                    <a:pt x="35670" y="17762"/>
                  </a:lnTo>
                  <a:lnTo>
                    <a:pt x="35233" y="17762"/>
                  </a:lnTo>
                  <a:lnTo>
                    <a:pt x="35233" y="18254"/>
                  </a:lnTo>
                  <a:cubicBezTo>
                    <a:pt x="35233" y="18254"/>
                    <a:pt x="25767" y="22521"/>
                    <a:pt x="29323" y="28156"/>
                  </a:cubicBezTo>
                  <a:lnTo>
                    <a:pt x="29269" y="29414"/>
                  </a:lnTo>
                  <a:lnTo>
                    <a:pt x="28524" y="29414"/>
                  </a:lnTo>
                  <a:lnTo>
                    <a:pt x="28524" y="34391"/>
                  </a:lnTo>
                  <a:lnTo>
                    <a:pt x="29104" y="34391"/>
                  </a:lnTo>
                  <a:lnTo>
                    <a:pt x="29049" y="35267"/>
                  </a:lnTo>
                  <a:cubicBezTo>
                    <a:pt x="27902" y="35267"/>
                    <a:pt x="26971" y="36197"/>
                    <a:pt x="26971" y="37344"/>
                  </a:cubicBezTo>
                  <a:lnTo>
                    <a:pt x="26971" y="38931"/>
                  </a:lnTo>
                  <a:lnTo>
                    <a:pt x="20406" y="38931"/>
                  </a:lnTo>
                  <a:lnTo>
                    <a:pt x="20442" y="30125"/>
                  </a:lnTo>
                  <a:lnTo>
                    <a:pt x="21171" y="30125"/>
                  </a:lnTo>
                  <a:lnTo>
                    <a:pt x="21171" y="29240"/>
                  </a:lnTo>
                  <a:lnTo>
                    <a:pt x="20832" y="29240"/>
                  </a:lnTo>
                  <a:lnTo>
                    <a:pt x="20832" y="26643"/>
                  </a:lnTo>
                  <a:lnTo>
                    <a:pt x="21171" y="26288"/>
                  </a:lnTo>
                  <a:lnTo>
                    <a:pt x="20720" y="25934"/>
                  </a:lnTo>
                  <a:cubicBezTo>
                    <a:pt x="21002" y="23278"/>
                    <a:pt x="18571" y="22393"/>
                    <a:pt x="18571" y="22393"/>
                  </a:cubicBezTo>
                  <a:lnTo>
                    <a:pt x="18571" y="21333"/>
                  </a:lnTo>
                  <a:lnTo>
                    <a:pt x="18004" y="21333"/>
                  </a:lnTo>
                  <a:lnTo>
                    <a:pt x="17778" y="18854"/>
                  </a:lnTo>
                  <a:lnTo>
                    <a:pt x="17559" y="21333"/>
                  </a:lnTo>
                  <a:lnTo>
                    <a:pt x="17012" y="21333"/>
                  </a:lnTo>
                  <a:lnTo>
                    <a:pt x="17012" y="22396"/>
                  </a:lnTo>
                  <a:cubicBezTo>
                    <a:pt x="17012" y="22396"/>
                    <a:pt x="14659" y="23281"/>
                    <a:pt x="14933" y="25936"/>
                  </a:cubicBezTo>
                  <a:lnTo>
                    <a:pt x="14496" y="26292"/>
                  </a:lnTo>
                  <a:lnTo>
                    <a:pt x="14825" y="26646"/>
                  </a:lnTo>
                  <a:lnTo>
                    <a:pt x="14825" y="29244"/>
                  </a:lnTo>
                  <a:lnTo>
                    <a:pt x="14496" y="29244"/>
                  </a:lnTo>
                  <a:lnTo>
                    <a:pt x="14496" y="30129"/>
                  </a:lnTo>
                  <a:lnTo>
                    <a:pt x="15225" y="30129"/>
                  </a:lnTo>
                  <a:lnTo>
                    <a:pt x="15261" y="38934"/>
                  </a:lnTo>
                  <a:lnTo>
                    <a:pt x="14114" y="38934"/>
                  </a:lnTo>
                  <a:lnTo>
                    <a:pt x="14114" y="41888"/>
                  </a:lnTo>
                  <a:lnTo>
                    <a:pt x="8533" y="41888"/>
                  </a:lnTo>
                  <a:lnTo>
                    <a:pt x="8533" y="44953"/>
                  </a:lnTo>
                  <a:lnTo>
                    <a:pt x="8042" y="44953"/>
                  </a:lnTo>
                  <a:lnTo>
                    <a:pt x="8042" y="46211"/>
                  </a:lnTo>
                  <a:lnTo>
                    <a:pt x="7603" y="46211"/>
                  </a:lnTo>
                  <a:lnTo>
                    <a:pt x="7603" y="46757"/>
                  </a:lnTo>
                  <a:lnTo>
                    <a:pt x="6619" y="47632"/>
                  </a:lnTo>
                  <a:lnTo>
                    <a:pt x="6619" y="48561"/>
                  </a:lnTo>
                  <a:lnTo>
                    <a:pt x="6017" y="48561"/>
                  </a:lnTo>
                  <a:lnTo>
                    <a:pt x="6034" y="44404"/>
                  </a:lnTo>
                  <a:lnTo>
                    <a:pt x="6400" y="44404"/>
                  </a:lnTo>
                  <a:lnTo>
                    <a:pt x="6400" y="43993"/>
                  </a:lnTo>
                  <a:lnTo>
                    <a:pt x="6230" y="43993"/>
                  </a:lnTo>
                  <a:lnTo>
                    <a:pt x="6230" y="42789"/>
                  </a:lnTo>
                  <a:lnTo>
                    <a:pt x="6400" y="42626"/>
                  </a:lnTo>
                  <a:lnTo>
                    <a:pt x="6173" y="42463"/>
                  </a:lnTo>
                  <a:cubicBezTo>
                    <a:pt x="6314" y="41231"/>
                    <a:pt x="5100" y="40822"/>
                    <a:pt x="5100" y="40822"/>
                  </a:cubicBezTo>
                  <a:lnTo>
                    <a:pt x="5100" y="40330"/>
                  </a:lnTo>
                  <a:lnTo>
                    <a:pt x="4817" y="40330"/>
                  </a:lnTo>
                  <a:lnTo>
                    <a:pt x="4705" y="39181"/>
                  </a:lnTo>
                  <a:lnTo>
                    <a:pt x="4595" y="40330"/>
                  </a:lnTo>
                  <a:lnTo>
                    <a:pt x="4321" y="40330"/>
                  </a:lnTo>
                  <a:lnTo>
                    <a:pt x="4321" y="40822"/>
                  </a:lnTo>
                  <a:cubicBezTo>
                    <a:pt x="4321" y="40822"/>
                    <a:pt x="3146" y="41233"/>
                    <a:pt x="3281" y="42463"/>
                  </a:cubicBezTo>
                  <a:lnTo>
                    <a:pt x="3062" y="42626"/>
                  </a:lnTo>
                  <a:lnTo>
                    <a:pt x="3225" y="42789"/>
                  </a:lnTo>
                  <a:lnTo>
                    <a:pt x="3225" y="43993"/>
                  </a:lnTo>
                  <a:lnTo>
                    <a:pt x="3062" y="43993"/>
                  </a:lnTo>
                  <a:lnTo>
                    <a:pt x="3062" y="44404"/>
                  </a:lnTo>
                  <a:lnTo>
                    <a:pt x="3427" y="44404"/>
                  </a:lnTo>
                  <a:lnTo>
                    <a:pt x="3444" y="48561"/>
                  </a:lnTo>
                  <a:lnTo>
                    <a:pt x="0" y="48561"/>
                  </a:lnTo>
                  <a:lnTo>
                    <a:pt x="0" y="65707"/>
                  </a:lnTo>
                  <a:lnTo>
                    <a:pt x="78262" y="65707"/>
                  </a:lnTo>
                  <a:lnTo>
                    <a:pt x="78262" y="48561"/>
                  </a:lnTo>
                  <a:lnTo>
                    <a:pt x="77203" y="48561"/>
                  </a:lnTo>
                  <a:lnTo>
                    <a:pt x="77203" y="40268"/>
                  </a:lnTo>
                  <a:cubicBezTo>
                    <a:pt x="75981" y="36227"/>
                    <a:pt x="72891" y="34915"/>
                    <a:pt x="72891" y="34915"/>
                  </a:cubicBezTo>
                  <a:cubicBezTo>
                    <a:pt x="72891" y="34915"/>
                    <a:pt x="73065" y="34411"/>
                    <a:pt x="72891" y="33096"/>
                  </a:cubicBezTo>
                  <a:cubicBezTo>
                    <a:pt x="72717" y="31784"/>
                    <a:pt x="71464" y="31278"/>
                    <a:pt x="71464" y="31278"/>
                  </a:cubicBezTo>
                  <a:lnTo>
                    <a:pt x="71961" y="31278"/>
                  </a:lnTo>
                  <a:lnTo>
                    <a:pt x="71961" y="30773"/>
                  </a:lnTo>
                  <a:lnTo>
                    <a:pt x="71553" y="30773"/>
                  </a:lnTo>
                  <a:lnTo>
                    <a:pt x="71553" y="30067"/>
                  </a:lnTo>
                  <a:lnTo>
                    <a:pt x="71287" y="30067"/>
                  </a:lnTo>
                  <a:cubicBezTo>
                    <a:pt x="71311" y="29963"/>
                    <a:pt x="71327" y="29845"/>
                    <a:pt x="71327" y="29717"/>
                  </a:cubicBezTo>
                  <a:cubicBezTo>
                    <a:pt x="71327" y="29374"/>
                    <a:pt x="71224" y="29091"/>
                    <a:pt x="71086" y="29015"/>
                  </a:cubicBezTo>
                  <a:lnTo>
                    <a:pt x="71001" y="26636"/>
                  </a:lnTo>
                  <a:lnTo>
                    <a:pt x="70915" y="29036"/>
                  </a:lnTo>
                  <a:cubicBezTo>
                    <a:pt x="70791" y="29133"/>
                    <a:pt x="70701" y="29400"/>
                    <a:pt x="70701" y="29717"/>
                  </a:cubicBezTo>
                  <a:cubicBezTo>
                    <a:pt x="70701" y="29845"/>
                    <a:pt x="70718" y="29963"/>
                    <a:pt x="70742" y="30067"/>
                  </a:cubicBezTo>
                  <a:lnTo>
                    <a:pt x="70458" y="30067"/>
                  </a:lnTo>
                  <a:lnTo>
                    <a:pt x="70458" y="30766"/>
                  </a:lnTo>
                  <a:lnTo>
                    <a:pt x="70067" y="30766"/>
                  </a:lnTo>
                  <a:lnTo>
                    <a:pt x="70067" y="31265"/>
                  </a:lnTo>
                  <a:lnTo>
                    <a:pt x="70539" y="31265"/>
                  </a:lnTo>
                  <a:cubicBezTo>
                    <a:pt x="70539" y="31265"/>
                    <a:pt x="69343" y="31764"/>
                    <a:pt x="69176" y="33063"/>
                  </a:cubicBezTo>
                  <a:cubicBezTo>
                    <a:pt x="69010" y="34362"/>
                    <a:pt x="69176" y="34860"/>
                    <a:pt x="69176" y="34860"/>
                  </a:cubicBezTo>
                  <a:cubicBezTo>
                    <a:pt x="69176" y="34860"/>
                    <a:pt x="66227" y="36159"/>
                    <a:pt x="65058" y="40151"/>
                  </a:cubicBezTo>
                  <a:lnTo>
                    <a:pt x="65058" y="41888"/>
                  </a:lnTo>
                  <a:lnTo>
                    <a:pt x="62686" y="41888"/>
                  </a:lnTo>
                  <a:lnTo>
                    <a:pt x="62686" y="38935"/>
                  </a:lnTo>
                  <a:lnTo>
                    <a:pt x="57563" y="38935"/>
                  </a:lnTo>
                  <a:lnTo>
                    <a:pt x="57563" y="38925"/>
                  </a:lnTo>
                  <a:lnTo>
                    <a:pt x="60071" y="38925"/>
                  </a:lnTo>
                  <a:lnTo>
                    <a:pt x="60072" y="37897"/>
                  </a:lnTo>
                  <a:lnTo>
                    <a:pt x="61174" y="37897"/>
                  </a:lnTo>
                  <a:lnTo>
                    <a:pt x="61174" y="36876"/>
                  </a:lnTo>
                  <a:lnTo>
                    <a:pt x="60073" y="36876"/>
                  </a:lnTo>
                  <a:lnTo>
                    <a:pt x="60113" y="15513"/>
                  </a:lnTo>
                  <a:lnTo>
                    <a:pt x="61520" y="14165"/>
                  </a:lnTo>
                  <a:lnTo>
                    <a:pt x="61520" y="13023"/>
                  </a:lnTo>
                  <a:lnTo>
                    <a:pt x="60367" y="13023"/>
                  </a:lnTo>
                  <a:lnTo>
                    <a:pt x="60341" y="12612"/>
                  </a:lnTo>
                  <a:lnTo>
                    <a:pt x="59624" y="12612"/>
                  </a:lnTo>
                  <a:lnTo>
                    <a:pt x="60367" y="12229"/>
                  </a:lnTo>
                  <a:lnTo>
                    <a:pt x="60367" y="11571"/>
                  </a:lnTo>
                  <a:lnTo>
                    <a:pt x="59600" y="11571"/>
                  </a:lnTo>
                  <a:lnTo>
                    <a:pt x="59625" y="9055"/>
                  </a:lnTo>
                  <a:cubicBezTo>
                    <a:pt x="59625" y="9055"/>
                    <a:pt x="61929" y="7523"/>
                    <a:pt x="60675" y="6428"/>
                  </a:cubicBezTo>
                  <a:cubicBezTo>
                    <a:pt x="59178" y="5124"/>
                    <a:pt x="57979" y="2934"/>
                    <a:pt x="57629" y="2259"/>
                  </a:cubicBezTo>
                  <a:cubicBezTo>
                    <a:pt x="57930" y="2244"/>
                    <a:pt x="58162" y="2130"/>
                    <a:pt x="58162" y="1990"/>
                  </a:cubicBezTo>
                  <a:cubicBezTo>
                    <a:pt x="58162" y="1853"/>
                    <a:pt x="57948" y="1744"/>
                    <a:pt x="57667" y="1720"/>
                  </a:cubicBezTo>
                  <a:lnTo>
                    <a:pt x="57670" y="1720"/>
                  </a:lnTo>
                  <a:lnTo>
                    <a:pt x="57628" y="1223"/>
                  </a:lnTo>
                  <a:cubicBezTo>
                    <a:pt x="57742" y="1204"/>
                    <a:pt x="57825" y="1155"/>
                    <a:pt x="57825" y="1094"/>
                  </a:cubicBezTo>
                  <a:cubicBezTo>
                    <a:pt x="57825" y="1031"/>
                    <a:pt x="57732" y="980"/>
                    <a:pt x="57605" y="963"/>
                  </a:cubicBezTo>
                  <a:lnTo>
                    <a:pt x="575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8"/>
            <p:cNvSpPr/>
            <p:nvPr/>
          </p:nvSpPr>
          <p:spPr>
            <a:xfrm>
              <a:off x="3870075" y="3720225"/>
              <a:ext cx="521100" cy="841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8"/>
            <p:cNvSpPr/>
            <p:nvPr/>
          </p:nvSpPr>
          <p:spPr>
            <a:xfrm>
              <a:off x="4025700" y="3930900"/>
              <a:ext cx="521100" cy="631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8"/>
            <p:cNvSpPr/>
            <p:nvPr/>
          </p:nvSpPr>
          <p:spPr>
            <a:xfrm>
              <a:off x="4222950" y="4220400"/>
              <a:ext cx="521100" cy="341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7" name="Google Shape;637;p38"/>
          <p:cNvSpPr txBox="1">
            <a:spLocks noGrp="1"/>
          </p:cNvSpPr>
          <p:nvPr>
            <p:ph type="title"/>
          </p:nvPr>
        </p:nvSpPr>
        <p:spPr>
          <a:xfrm>
            <a:off x="4422111" y="1744634"/>
            <a:ext cx="3561304"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mj-lt"/>
              </a:rPr>
              <a:t>Dataset and Tools</a:t>
            </a:r>
          </a:p>
        </p:txBody>
      </p:sp>
      <p:sp>
        <p:nvSpPr>
          <p:cNvPr id="639" name="Google Shape;639;p38"/>
          <p:cNvSpPr txBox="1">
            <a:spLocks noGrp="1"/>
          </p:cNvSpPr>
          <p:nvPr>
            <p:ph type="title" idx="2"/>
          </p:nvPr>
        </p:nvSpPr>
        <p:spPr>
          <a:xfrm>
            <a:off x="3603475" y="1836450"/>
            <a:ext cx="670500" cy="147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mj-lt"/>
              </a:rPr>
              <a:t>2</a:t>
            </a:r>
            <a:endParaRPr dirty="0">
              <a:latin typeface="+mj-lt"/>
            </a:endParaRPr>
          </a:p>
        </p:txBody>
      </p:sp>
      <p:grpSp>
        <p:nvGrpSpPr>
          <p:cNvPr id="640" name="Google Shape;640;p38"/>
          <p:cNvGrpSpPr/>
          <p:nvPr/>
        </p:nvGrpSpPr>
        <p:grpSpPr>
          <a:xfrm flipH="1">
            <a:off x="6151279" y="245011"/>
            <a:ext cx="3240392" cy="1156891"/>
            <a:chOff x="-3505263" y="-2342175"/>
            <a:chExt cx="2645434" cy="944478"/>
          </a:xfrm>
        </p:grpSpPr>
        <p:sp>
          <p:nvSpPr>
            <p:cNvPr id="641" name="Google Shape;641;p38"/>
            <p:cNvSpPr/>
            <p:nvPr/>
          </p:nvSpPr>
          <p:spPr>
            <a:xfrm>
              <a:off x="-3505263" y="-2342175"/>
              <a:ext cx="2645434" cy="944478"/>
            </a:xfrm>
            <a:custGeom>
              <a:avLst/>
              <a:gdLst/>
              <a:ahLst/>
              <a:cxnLst/>
              <a:rect l="l" t="t" r="r" b="b"/>
              <a:pathLst>
                <a:path w="58411" h="20854" extrusionOk="0">
                  <a:moveTo>
                    <a:pt x="8551" y="1"/>
                  </a:moveTo>
                  <a:cubicBezTo>
                    <a:pt x="8250" y="1"/>
                    <a:pt x="7943" y="29"/>
                    <a:pt x="7633" y="88"/>
                  </a:cubicBezTo>
                  <a:cubicBezTo>
                    <a:pt x="5925" y="410"/>
                    <a:pt x="4521" y="1672"/>
                    <a:pt x="4247" y="3134"/>
                  </a:cubicBezTo>
                  <a:cubicBezTo>
                    <a:pt x="3866" y="2557"/>
                    <a:pt x="2723" y="1765"/>
                    <a:pt x="1752" y="1765"/>
                  </a:cubicBezTo>
                  <a:cubicBezTo>
                    <a:pt x="1405" y="1765"/>
                    <a:pt x="1080" y="1865"/>
                    <a:pt x="819" y="2113"/>
                  </a:cubicBezTo>
                  <a:cubicBezTo>
                    <a:pt x="324" y="8386"/>
                    <a:pt x="81" y="14564"/>
                    <a:pt x="0" y="20854"/>
                  </a:cubicBezTo>
                  <a:cubicBezTo>
                    <a:pt x="350" y="20567"/>
                    <a:pt x="381" y="19928"/>
                    <a:pt x="730" y="19642"/>
                  </a:cubicBezTo>
                  <a:cubicBezTo>
                    <a:pt x="788" y="19644"/>
                    <a:pt x="846" y="19645"/>
                    <a:pt x="904" y="19645"/>
                  </a:cubicBezTo>
                  <a:cubicBezTo>
                    <a:pt x="3080" y="19645"/>
                    <a:pt x="5185" y="18137"/>
                    <a:pt x="5834" y="16082"/>
                  </a:cubicBezTo>
                  <a:cubicBezTo>
                    <a:pt x="6196" y="16509"/>
                    <a:pt x="6762" y="16749"/>
                    <a:pt x="7326" y="16749"/>
                  </a:cubicBezTo>
                  <a:cubicBezTo>
                    <a:pt x="7543" y="16749"/>
                    <a:pt x="7760" y="16713"/>
                    <a:pt x="7965" y="16639"/>
                  </a:cubicBezTo>
                  <a:cubicBezTo>
                    <a:pt x="8533" y="16432"/>
                    <a:pt x="8975" y="15935"/>
                    <a:pt x="9142" y="15363"/>
                  </a:cubicBezTo>
                  <a:lnTo>
                    <a:pt x="9142" y="15363"/>
                  </a:lnTo>
                  <a:cubicBezTo>
                    <a:pt x="9004" y="17346"/>
                    <a:pt x="10520" y="18964"/>
                    <a:pt x="12634" y="18964"/>
                  </a:cubicBezTo>
                  <a:cubicBezTo>
                    <a:pt x="12665" y="18964"/>
                    <a:pt x="12696" y="18964"/>
                    <a:pt x="12727" y="18963"/>
                  </a:cubicBezTo>
                  <a:cubicBezTo>
                    <a:pt x="14564" y="18921"/>
                    <a:pt x="16273" y="17502"/>
                    <a:pt x="16617" y="15763"/>
                  </a:cubicBezTo>
                  <a:cubicBezTo>
                    <a:pt x="17355" y="17516"/>
                    <a:pt x="19074" y="18685"/>
                    <a:pt x="21000" y="18782"/>
                  </a:cubicBezTo>
                  <a:cubicBezTo>
                    <a:pt x="21086" y="18786"/>
                    <a:pt x="21170" y="18788"/>
                    <a:pt x="21252" y="18788"/>
                  </a:cubicBezTo>
                  <a:cubicBezTo>
                    <a:pt x="22967" y="18788"/>
                    <a:pt x="23962" y="17894"/>
                    <a:pt x="25456" y="17227"/>
                  </a:cubicBezTo>
                  <a:cubicBezTo>
                    <a:pt x="25685" y="17125"/>
                    <a:pt x="25902" y="17082"/>
                    <a:pt x="26112" y="17082"/>
                  </a:cubicBezTo>
                  <a:cubicBezTo>
                    <a:pt x="27102" y="17082"/>
                    <a:pt x="27927" y="18043"/>
                    <a:pt x="29144" y="18237"/>
                  </a:cubicBezTo>
                  <a:cubicBezTo>
                    <a:pt x="29299" y="18262"/>
                    <a:pt x="29448" y="18273"/>
                    <a:pt x="29593" y="18273"/>
                  </a:cubicBezTo>
                  <a:cubicBezTo>
                    <a:pt x="30588" y="18273"/>
                    <a:pt x="31363" y="17755"/>
                    <a:pt x="32313" y="17735"/>
                  </a:cubicBezTo>
                  <a:cubicBezTo>
                    <a:pt x="32327" y="17735"/>
                    <a:pt x="32341" y="17734"/>
                    <a:pt x="32355" y="17734"/>
                  </a:cubicBezTo>
                  <a:cubicBezTo>
                    <a:pt x="33320" y="17734"/>
                    <a:pt x="34036" y="18444"/>
                    <a:pt x="35058" y="18444"/>
                  </a:cubicBezTo>
                  <a:cubicBezTo>
                    <a:pt x="35149" y="18444"/>
                    <a:pt x="35241" y="18438"/>
                    <a:pt x="35337" y="18426"/>
                  </a:cubicBezTo>
                  <a:cubicBezTo>
                    <a:pt x="35590" y="18395"/>
                    <a:pt x="38241" y="17272"/>
                    <a:pt x="37919" y="17007"/>
                  </a:cubicBezTo>
                  <a:lnTo>
                    <a:pt x="37919" y="17007"/>
                  </a:lnTo>
                  <a:cubicBezTo>
                    <a:pt x="39122" y="17997"/>
                    <a:pt x="40691" y="18512"/>
                    <a:pt x="42256" y="18512"/>
                  </a:cubicBezTo>
                  <a:cubicBezTo>
                    <a:pt x="43295" y="18512"/>
                    <a:pt x="44333" y="18285"/>
                    <a:pt x="45260" y="17818"/>
                  </a:cubicBezTo>
                  <a:cubicBezTo>
                    <a:pt x="45406" y="17745"/>
                    <a:pt x="45571" y="17713"/>
                    <a:pt x="45751" y="17713"/>
                  </a:cubicBezTo>
                  <a:cubicBezTo>
                    <a:pt x="46688" y="17713"/>
                    <a:pt x="47996" y="18569"/>
                    <a:pt x="48717" y="18783"/>
                  </a:cubicBezTo>
                  <a:cubicBezTo>
                    <a:pt x="50082" y="19193"/>
                    <a:pt x="52228" y="19736"/>
                    <a:pt x="54110" y="19736"/>
                  </a:cubicBezTo>
                  <a:cubicBezTo>
                    <a:pt x="55100" y="19736"/>
                    <a:pt x="56016" y="19586"/>
                    <a:pt x="56709" y="19188"/>
                  </a:cubicBezTo>
                  <a:cubicBezTo>
                    <a:pt x="57780" y="18573"/>
                    <a:pt x="58411" y="17143"/>
                    <a:pt x="57838" y="16058"/>
                  </a:cubicBezTo>
                  <a:cubicBezTo>
                    <a:pt x="57595" y="15598"/>
                    <a:pt x="57056" y="15261"/>
                    <a:pt x="56560" y="15261"/>
                  </a:cubicBezTo>
                  <a:cubicBezTo>
                    <a:pt x="56335" y="15261"/>
                    <a:pt x="56120" y="15330"/>
                    <a:pt x="55944" y="15487"/>
                  </a:cubicBezTo>
                  <a:cubicBezTo>
                    <a:pt x="55762" y="14546"/>
                    <a:pt x="54832" y="13810"/>
                    <a:pt x="53866" y="13810"/>
                  </a:cubicBezTo>
                  <a:cubicBezTo>
                    <a:pt x="53816" y="13810"/>
                    <a:pt x="53767" y="13812"/>
                    <a:pt x="53718" y="13816"/>
                  </a:cubicBezTo>
                  <a:cubicBezTo>
                    <a:pt x="53399" y="13843"/>
                    <a:pt x="53014" y="14048"/>
                    <a:pt x="53071" y="14360"/>
                  </a:cubicBezTo>
                  <a:lnTo>
                    <a:pt x="53071" y="14360"/>
                  </a:lnTo>
                  <a:cubicBezTo>
                    <a:pt x="52806" y="13837"/>
                    <a:pt x="52199" y="13568"/>
                    <a:pt x="51598" y="13568"/>
                  </a:cubicBezTo>
                  <a:cubicBezTo>
                    <a:pt x="51448" y="13568"/>
                    <a:pt x="51299" y="13584"/>
                    <a:pt x="51155" y="13618"/>
                  </a:cubicBezTo>
                  <a:cubicBezTo>
                    <a:pt x="50516" y="13765"/>
                    <a:pt x="50169" y="14318"/>
                    <a:pt x="49609" y="14516"/>
                  </a:cubicBezTo>
                  <a:cubicBezTo>
                    <a:pt x="49490" y="14558"/>
                    <a:pt x="49356" y="14568"/>
                    <a:pt x="49218" y="14568"/>
                  </a:cubicBezTo>
                  <a:cubicBezTo>
                    <a:pt x="49092" y="14568"/>
                    <a:pt x="48962" y="14560"/>
                    <a:pt x="48834" y="14560"/>
                  </a:cubicBezTo>
                  <a:cubicBezTo>
                    <a:pt x="48723" y="14560"/>
                    <a:pt x="48614" y="14566"/>
                    <a:pt x="48510" y="14589"/>
                  </a:cubicBezTo>
                  <a:cubicBezTo>
                    <a:pt x="48857" y="13692"/>
                    <a:pt x="48836" y="12676"/>
                    <a:pt x="48357" y="11827"/>
                  </a:cubicBezTo>
                  <a:cubicBezTo>
                    <a:pt x="47787" y="10814"/>
                    <a:pt x="46294" y="10136"/>
                    <a:pt x="44911" y="10136"/>
                  </a:cubicBezTo>
                  <a:cubicBezTo>
                    <a:pt x="43733" y="10136"/>
                    <a:pt x="42635" y="10628"/>
                    <a:pt x="42254" y="11820"/>
                  </a:cubicBezTo>
                  <a:cubicBezTo>
                    <a:pt x="42990" y="9521"/>
                    <a:pt x="41690" y="7020"/>
                    <a:pt x="39190" y="6591"/>
                  </a:cubicBezTo>
                  <a:cubicBezTo>
                    <a:pt x="38942" y="6549"/>
                    <a:pt x="38708" y="6529"/>
                    <a:pt x="38485" y="6529"/>
                  </a:cubicBezTo>
                  <a:cubicBezTo>
                    <a:pt x="36817" y="6529"/>
                    <a:pt x="35788" y="7644"/>
                    <a:pt x="34620" y="8798"/>
                  </a:cubicBezTo>
                  <a:cubicBezTo>
                    <a:pt x="34329" y="7821"/>
                    <a:pt x="33816" y="6805"/>
                    <a:pt x="32805" y="6341"/>
                  </a:cubicBezTo>
                  <a:cubicBezTo>
                    <a:pt x="32504" y="6203"/>
                    <a:pt x="32167" y="6135"/>
                    <a:pt x="31832" y="6135"/>
                  </a:cubicBezTo>
                  <a:cubicBezTo>
                    <a:pt x="31094" y="6135"/>
                    <a:pt x="30362" y="6464"/>
                    <a:pt x="30011" y="7097"/>
                  </a:cubicBezTo>
                  <a:cubicBezTo>
                    <a:pt x="29695" y="6025"/>
                    <a:pt x="28691" y="5182"/>
                    <a:pt x="27565" y="5045"/>
                  </a:cubicBezTo>
                  <a:cubicBezTo>
                    <a:pt x="27457" y="5032"/>
                    <a:pt x="27347" y="5026"/>
                    <a:pt x="27238" y="5026"/>
                  </a:cubicBezTo>
                  <a:cubicBezTo>
                    <a:pt x="26218" y="5026"/>
                    <a:pt x="25204" y="5582"/>
                    <a:pt x="24690" y="6456"/>
                  </a:cubicBezTo>
                  <a:cubicBezTo>
                    <a:pt x="24546" y="6072"/>
                    <a:pt x="24129" y="5865"/>
                    <a:pt x="23719" y="5865"/>
                  </a:cubicBezTo>
                  <a:cubicBezTo>
                    <a:pt x="23394" y="5865"/>
                    <a:pt x="23072" y="5996"/>
                    <a:pt x="22897" y="6272"/>
                  </a:cubicBezTo>
                  <a:cubicBezTo>
                    <a:pt x="22793" y="3886"/>
                    <a:pt x="21309" y="1514"/>
                    <a:pt x="19036" y="691"/>
                  </a:cubicBezTo>
                  <a:cubicBezTo>
                    <a:pt x="18516" y="502"/>
                    <a:pt x="17962" y="412"/>
                    <a:pt x="17407" y="412"/>
                  </a:cubicBezTo>
                  <a:cubicBezTo>
                    <a:pt x="15538" y="412"/>
                    <a:pt x="13653" y="1433"/>
                    <a:pt x="12971" y="3146"/>
                  </a:cubicBezTo>
                  <a:cubicBezTo>
                    <a:pt x="12260" y="1231"/>
                    <a:pt x="10536" y="1"/>
                    <a:pt x="85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8"/>
            <p:cNvSpPr/>
            <p:nvPr/>
          </p:nvSpPr>
          <p:spPr>
            <a:xfrm>
              <a:off x="-3477455" y="-2105490"/>
              <a:ext cx="2162824" cy="651950"/>
            </a:xfrm>
            <a:custGeom>
              <a:avLst/>
              <a:gdLst/>
              <a:ahLst/>
              <a:cxnLst/>
              <a:rect l="l" t="t" r="r" b="b"/>
              <a:pathLst>
                <a:path w="47755" h="14395" extrusionOk="0">
                  <a:moveTo>
                    <a:pt x="8566" y="0"/>
                  </a:moveTo>
                  <a:cubicBezTo>
                    <a:pt x="6796" y="0"/>
                    <a:pt x="4938" y="1048"/>
                    <a:pt x="4310" y="2704"/>
                  </a:cubicBezTo>
                  <a:cubicBezTo>
                    <a:pt x="3967" y="2497"/>
                    <a:pt x="3573" y="2401"/>
                    <a:pt x="3174" y="2401"/>
                  </a:cubicBezTo>
                  <a:cubicBezTo>
                    <a:pt x="2493" y="2401"/>
                    <a:pt x="1798" y="2681"/>
                    <a:pt x="1316" y="3165"/>
                  </a:cubicBezTo>
                  <a:cubicBezTo>
                    <a:pt x="555" y="3933"/>
                    <a:pt x="307" y="5111"/>
                    <a:pt x="535" y="6164"/>
                  </a:cubicBezTo>
                  <a:cubicBezTo>
                    <a:pt x="489" y="6088"/>
                    <a:pt x="403" y="6053"/>
                    <a:pt x="314" y="6053"/>
                  </a:cubicBezTo>
                  <a:cubicBezTo>
                    <a:pt x="189" y="6053"/>
                    <a:pt x="60" y="6123"/>
                    <a:pt x="34" y="6246"/>
                  </a:cubicBezTo>
                  <a:lnTo>
                    <a:pt x="1" y="14391"/>
                  </a:lnTo>
                  <a:cubicBezTo>
                    <a:pt x="58" y="14393"/>
                    <a:pt x="115" y="14394"/>
                    <a:pt x="172" y="14394"/>
                  </a:cubicBezTo>
                  <a:cubicBezTo>
                    <a:pt x="2351" y="14394"/>
                    <a:pt x="4457" y="12885"/>
                    <a:pt x="5106" y="10829"/>
                  </a:cubicBezTo>
                  <a:cubicBezTo>
                    <a:pt x="5468" y="11256"/>
                    <a:pt x="6034" y="11496"/>
                    <a:pt x="6597" y="11496"/>
                  </a:cubicBezTo>
                  <a:cubicBezTo>
                    <a:pt x="6815" y="11496"/>
                    <a:pt x="7032" y="11461"/>
                    <a:pt x="7237" y="11386"/>
                  </a:cubicBezTo>
                  <a:cubicBezTo>
                    <a:pt x="7805" y="11179"/>
                    <a:pt x="8247" y="10682"/>
                    <a:pt x="8414" y="10110"/>
                  </a:cubicBezTo>
                  <a:lnTo>
                    <a:pt x="8414" y="10110"/>
                  </a:lnTo>
                  <a:cubicBezTo>
                    <a:pt x="8276" y="12093"/>
                    <a:pt x="9792" y="13712"/>
                    <a:pt x="11905" y="13712"/>
                  </a:cubicBezTo>
                  <a:cubicBezTo>
                    <a:pt x="11936" y="13712"/>
                    <a:pt x="11966" y="13711"/>
                    <a:pt x="11997" y="13711"/>
                  </a:cubicBezTo>
                  <a:cubicBezTo>
                    <a:pt x="13836" y="13668"/>
                    <a:pt x="15545" y="12249"/>
                    <a:pt x="15889" y="10512"/>
                  </a:cubicBezTo>
                  <a:cubicBezTo>
                    <a:pt x="16627" y="12263"/>
                    <a:pt x="18346" y="13432"/>
                    <a:pt x="20272" y="13529"/>
                  </a:cubicBezTo>
                  <a:cubicBezTo>
                    <a:pt x="20358" y="13534"/>
                    <a:pt x="20442" y="13536"/>
                    <a:pt x="20524" y="13536"/>
                  </a:cubicBezTo>
                  <a:cubicBezTo>
                    <a:pt x="22239" y="13536"/>
                    <a:pt x="23234" y="12641"/>
                    <a:pt x="24728" y="11975"/>
                  </a:cubicBezTo>
                  <a:cubicBezTo>
                    <a:pt x="24957" y="11872"/>
                    <a:pt x="25175" y="11829"/>
                    <a:pt x="25384" y="11829"/>
                  </a:cubicBezTo>
                  <a:cubicBezTo>
                    <a:pt x="26374" y="11829"/>
                    <a:pt x="27199" y="12790"/>
                    <a:pt x="28415" y="12985"/>
                  </a:cubicBezTo>
                  <a:cubicBezTo>
                    <a:pt x="28569" y="13010"/>
                    <a:pt x="28718" y="13021"/>
                    <a:pt x="28863" y="13021"/>
                  </a:cubicBezTo>
                  <a:cubicBezTo>
                    <a:pt x="29859" y="13021"/>
                    <a:pt x="30635" y="12502"/>
                    <a:pt x="31584" y="12482"/>
                  </a:cubicBezTo>
                  <a:cubicBezTo>
                    <a:pt x="31598" y="12482"/>
                    <a:pt x="31612" y="12482"/>
                    <a:pt x="31625" y="12482"/>
                  </a:cubicBezTo>
                  <a:cubicBezTo>
                    <a:pt x="32593" y="12482"/>
                    <a:pt x="33309" y="13192"/>
                    <a:pt x="34333" y="13192"/>
                  </a:cubicBezTo>
                  <a:cubicBezTo>
                    <a:pt x="34422" y="13192"/>
                    <a:pt x="34514" y="13187"/>
                    <a:pt x="34609" y="13175"/>
                  </a:cubicBezTo>
                  <a:cubicBezTo>
                    <a:pt x="34862" y="13143"/>
                    <a:pt x="37513" y="12020"/>
                    <a:pt x="37191" y="11755"/>
                  </a:cubicBezTo>
                  <a:lnTo>
                    <a:pt x="37191" y="11755"/>
                  </a:lnTo>
                  <a:cubicBezTo>
                    <a:pt x="38060" y="12468"/>
                    <a:pt x="39201" y="12821"/>
                    <a:pt x="40332" y="12821"/>
                  </a:cubicBezTo>
                  <a:cubicBezTo>
                    <a:pt x="40424" y="12821"/>
                    <a:pt x="40515" y="12819"/>
                    <a:pt x="40607" y="12814"/>
                  </a:cubicBezTo>
                  <a:cubicBezTo>
                    <a:pt x="41227" y="12783"/>
                    <a:pt x="41842" y="12645"/>
                    <a:pt x="42413" y="12406"/>
                  </a:cubicBezTo>
                  <a:cubicBezTo>
                    <a:pt x="42566" y="12343"/>
                    <a:pt x="43787" y="11535"/>
                    <a:pt x="43800" y="11535"/>
                  </a:cubicBezTo>
                  <a:cubicBezTo>
                    <a:pt x="43800" y="11535"/>
                    <a:pt x="43800" y="11535"/>
                    <a:pt x="43800" y="11535"/>
                  </a:cubicBezTo>
                  <a:cubicBezTo>
                    <a:pt x="44365" y="11815"/>
                    <a:pt x="44991" y="11975"/>
                    <a:pt x="45622" y="12001"/>
                  </a:cubicBezTo>
                  <a:cubicBezTo>
                    <a:pt x="45672" y="12004"/>
                    <a:pt x="45723" y="12005"/>
                    <a:pt x="45774" y="12005"/>
                  </a:cubicBezTo>
                  <a:cubicBezTo>
                    <a:pt x="46297" y="12005"/>
                    <a:pt x="46840" y="11887"/>
                    <a:pt x="47212" y="11531"/>
                  </a:cubicBezTo>
                  <a:cubicBezTo>
                    <a:pt x="47664" y="11092"/>
                    <a:pt x="47754" y="10368"/>
                    <a:pt x="47524" y="9788"/>
                  </a:cubicBezTo>
                  <a:cubicBezTo>
                    <a:pt x="47293" y="9204"/>
                    <a:pt x="46793" y="8756"/>
                    <a:pt x="46230" y="8468"/>
                  </a:cubicBezTo>
                  <a:cubicBezTo>
                    <a:pt x="45848" y="8272"/>
                    <a:pt x="45406" y="8146"/>
                    <a:pt x="44979" y="8146"/>
                  </a:cubicBezTo>
                  <a:cubicBezTo>
                    <a:pt x="44644" y="8146"/>
                    <a:pt x="44317" y="8223"/>
                    <a:pt x="44035" y="8405"/>
                  </a:cubicBezTo>
                  <a:cubicBezTo>
                    <a:pt x="43544" y="7920"/>
                    <a:pt x="42848" y="7662"/>
                    <a:pt x="42155" y="7662"/>
                  </a:cubicBezTo>
                  <a:cubicBezTo>
                    <a:pt x="41743" y="7662"/>
                    <a:pt x="41332" y="7753"/>
                    <a:pt x="40967" y="7942"/>
                  </a:cubicBezTo>
                  <a:cubicBezTo>
                    <a:pt x="40742" y="7079"/>
                    <a:pt x="40511" y="6206"/>
                    <a:pt x="40087" y="5421"/>
                  </a:cubicBezTo>
                  <a:cubicBezTo>
                    <a:pt x="39661" y="4633"/>
                    <a:pt x="39014" y="3931"/>
                    <a:pt x="38171" y="3610"/>
                  </a:cubicBezTo>
                  <a:cubicBezTo>
                    <a:pt x="37771" y="3458"/>
                    <a:pt x="37346" y="3397"/>
                    <a:pt x="36916" y="3397"/>
                  </a:cubicBezTo>
                  <a:cubicBezTo>
                    <a:pt x="36578" y="3397"/>
                    <a:pt x="36238" y="3435"/>
                    <a:pt x="35906" y="3493"/>
                  </a:cubicBezTo>
                  <a:cubicBezTo>
                    <a:pt x="34861" y="3680"/>
                    <a:pt x="33729" y="4200"/>
                    <a:pt x="33430" y="5205"/>
                  </a:cubicBezTo>
                  <a:cubicBezTo>
                    <a:pt x="32603" y="4549"/>
                    <a:pt x="31667" y="3973"/>
                    <a:pt x="30619" y="3814"/>
                  </a:cubicBezTo>
                  <a:cubicBezTo>
                    <a:pt x="30450" y="3788"/>
                    <a:pt x="30278" y="3775"/>
                    <a:pt x="30105" y="3775"/>
                  </a:cubicBezTo>
                  <a:cubicBezTo>
                    <a:pt x="29205" y="3775"/>
                    <a:pt x="28295" y="4128"/>
                    <a:pt x="27788" y="4848"/>
                  </a:cubicBezTo>
                  <a:cubicBezTo>
                    <a:pt x="27273" y="4408"/>
                    <a:pt x="26670" y="4032"/>
                    <a:pt x="25996" y="3943"/>
                  </a:cubicBezTo>
                  <a:cubicBezTo>
                    <a:pt x="25913" y="3933"/>
                    <a:pt x="25829" y="3927"/>
                    <a:pt x="25745" y="3927"/>
                  </a:cubicBezTo>
                  <a:cubicBezTo>
                    <a:pt x="25142" y="3927"/>
                    <a:pt x="24525" y="4195"/>
                    <a:pt x="24239" y="4711"/>
                  </a:cubicBezTo>
                  <a:cubicBezTo>
                    <a:pt x="23759" y="4120"/>
                    <a:pt x="23002" y="3789"/>
                    <a:pt x="22243" y="3755"/>
                  </a:cubicBezTo>
                  <a:cubicBezTo>
                    <a:pt x="22221" y="3754"/>
                    <a:pt x="22200" y="3754"/>
                    <a:pt x="22179" y="3754"/>
                  </a:cubicBezTo>
                  <a:cubicBezTo>
                    <a:pt x="21801" y="3754"/>
                    <a:pt x="21487" y="3889"/>
                    <a:pt x="21125" y="3931"/>
                  </a:cubicBezTo>
                  <a:cubicBezTo>
                    <a:pt x="20970" y="3949"/>
                    <a:pt x="20876" y="3966"/>
                    <a:pt x="20812" y="3966"/>
                  </a:cubicBezTo>
                  <a:cubicBezTo>
                    <a:pt x="20667" y="3966"/>
                    <a:pt x="20682" y="3879"/>
                    <a:pt x="20517" y="3522"/>
                  </a:cubicBezTo>
                  <a:cubicBezTo>
                    <a:pt x="19891" y="2171"/>
                    <a:pt x="18685" y="1090"/>
                    <a:pt x="17167" y="841"/>
                  </a:cubicBezTo>
                  <a:cubicBezTo>
                    <a:pt x="16953" y="806"/>
                    <a:pt x="16734" y="788"/>
                    <a:pt x="16514" y="788"/>
                  </a:cubicBezTo>
                  <a:cubicBezTo>
                    <a:pt x="15729" y="788"/>
                    <a:pt x="14933" y="1015"/>
                    <a:pt x="14310" y="1482"/>
                  </a:cubicBezTo>
                  <a:cubicBezTo>
                    <a:pt x="13773" y="1884"/>
                    <a:pt x="12908" y="2912"/>
                    <a:pt x="13064" y="3657"/>
                  </a:cubicBezTo>
                  <a:cubicBezTo>
                    <a:pt x="12679" y="1821"/>
                    <a:pt x="11046" y="307"/>
                    <a:pt x="9164" y="41"/>
                  </a:cubicBezTo>
                  <a:cubicBezTo>
                    <a:pt x="8967" y="14"/>
                    <a:pt x="8767" y="0"/>
                    <a:pt x="856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3" name="Google Shape;643;p38"/>
          <p:cNvGrpSpPr/>
          <p:nvPr/>
        </p:nvGrpSpPr>
        <p:grpSpPr>
          <a:xfrm flipH="1">
            <a:off x="-97892" y="-633232"/>
            <a:ext cx="2397448" cy="1746190"/>
            <a:chOff x="-390075" y="-1053725"/>
            <a:chExt cx="1516125" cy="1104275"/>
          </a:xfrm>
        </p:grpSpPr>
        <p:sp>
          <p:nvSpPr>
            <p:cNvPr id="644" name="Google Shape;644;p38"/>
            <p:cNvSpPr/>
            <p:nvPr/>
          </p:nvSpPr>
          <p:spPr>
            <a:xfrm>
              <a:off x="-390075" y="-1053725"/>
              <a:ext cx="1514475" cy="1104275"/>
            </a:xfrm>
            <a:custGeom>
              <a:avLst/>
              <a:gdLst/>
              <a:ahLst/>
              <a:cxnLst/>
              <a:rect l="l" t="t" r="r" b="b"/>
              <a:pathLst>
                <a:path w="60579" h="44171" extrusionOk="0">
                  <a:moveTo>
                    <a:pt x="59573" y="1"/>
                  </a:moveTo>
                  <a:cubicBezTo>
                    <a:pt x="58295" y="1"/>
                    <a:pt x="57056" y="438"/>
                    <a:pt x="56015" y="1230"/>
                  </a:cubicBezTo>
                  <a:cubicBezTo>
                    <a:pt x="54702" y="2230"/>
                    <a:pt x="53832" y="3798"/>
                    <a:pt x="53676" y="5448"/>
                  </a:cubicBezTo>
                  <a:cubicBezTo>
                    <a:pt x="53253" y="5416"/>
                    <a:pt x="52812" y="5392"/>
                    <a:pt x="52371" y="5392"/>
                  </a:cubicBezTo>
                  <a:cubicBezTo>
                    <a:pt x="50891" y="5392"/>
                    <a:pt x="49405" y="5665"/>
                    <a:pt x="48573" y="6823"/>
                  </a:cubicBezTo>
                  <a:cubicBezTo>
                    <a:pt x="47432" y="3555"/>
                    <a:pt x="44387" y="1521"/>
                    <a:pt x="41022" y="1521"/>
                  </a:cubicBezTo>
                  <a:cubicBezTo>
                    <a:pt x="40632" y="1521"/>
                    <a:pt x="40239" y="1548"/>
                    <a:pt x="39843" y="1604"/>
                  </a:cubicBezTo>
                  <a:cubicBezTo>
                    <a:pt x="37572" y="1926"/>
                    <a:pt x="35461" y="3225"/>
                    <a:pt x="34043" y="4986"/>
                  </a:cubicBezTo>
                  <a:cubicBezTo>
                    <a:pt x="33057" y="6212"/>
                    <a:pt x="32357" y="7680"/>
                    <a:pt x="32169" y="9241"/>
                  </a:cubicBezTo>
                  <a:cubicBezTo>
                    <a:pt x="32020" y="10486"/>
                    <a:pt x="32011" y="11851"/>
                    <a:pt x="32890" y="12849"/>
                  </a:cubicBezTo>
                  <a:cubicBezTo>
                    <a:pt x="32523" y="13135"/>
                    <a:pt x="32222" y="13504"/>
                    <a:pt x="32018" y="13921"/>
                  </a:cubicBezTo>
                  <a:cubicBezTo>
                    <a:pt x="31404" y="13599"/>
                    <a:pt x="30715" y="13445"/>
                    <a:pt x="30022" y="13445"/>
                  </a:cubicBezTo>
                  <a:cubicBezTo>
                    <a:pt x="28894" y="13445"/>
                    <a:pt x="27755" y="13851"/>
                    <a:pt x="26909" y="14593"/>
                  </a:cubicBezTo>
                  <a:cubicBezTo>
                    <a:pt x="25449" y="15872"/>
                    <a:pt x="24836" y="18090"/>
                    <a:pt x="25467" y="19917"/>
                  </a:cubicBezTo>
                  <a:cubicBezTo>
                    <a:pt x="25594" y="20283"/>
                    <a:pt x="26074" y="21788"/>
                    <a:pt x="26473" y="21909"/>
                  </a:cubicBezTo>
                  <a:cubicBezTo>
                    <a:pt x="26367" y="21877"/>
                    <a:pt x="26258" y="21862"/>
                    <a:pt x="26149" y="21862"/>
                  </a:cubicBezTo>
                  <a:cubicBezTo>
                    <a:pt x="25756" y="21862"/>
                    <a:pt x="25360" y="22056"/>
                    <a:pt x="25071" y="22331"/>
                  </a:cubicBezTo>
                  <a:cubicBezTo>
                    <a:pt x="24704" y="22685"/>
                    <a:pt x="24476" y="23150"/>
                    <a:pt x="24254" y="23607"/>
                  </a:cubicBezTo>
                  <a:cubicBezTo>
                    <a:pt x="23740" y="23198"/>
                    <a:pt x="23211" y="22779"/>
                    <a:pt x="22586" y="22565"/>
                  </a:cubicBezTo>
                  <a:cubicBezTo>
                    <a:pt x="22235" y="22445"/>
                    <a:pt x="21896" y="22390"/>
                    <a:pt x="21572" y="22390"/>
                  </a:cubicBezTo>
                  <a:cubicBezTo>
                    <a:pt x="19026" y="22390"/>
                    <a:pt x="17380" y="25817"/>
                    <a:pt x="17839" y="28099"/>
                  </a:cubicBezTo>
                  <a:cubicBezTo>
                    <a:pt x="17627" y="28027"/>
                    <a:pt x="17403" y="27992"/>
                    <a:pt x="17179" y="27992"/>
                  </a:cubicBezTo>
                  <a:cubicBezTo>
                    <a:pt x="16695" y="27992"/>
                    <a:pt x="16210" y="28155"/>
                    <a:pt x="15835" y="28462"/>
                  </a:cubicBezTo>
                  <a:cubicBezTo>
                    <a:pt x="15285" y="28909"/>
                    <a:pt x="14990" y="29651"/>
                    <a:pt x="15080" y="30354"/>
                  </a:cubicBezTo>
                  <a:cubicBezTo>
                    <a:pt x="14977" y="30183"/>
                    <a:pt x="14776" y="30098"/>
                    <a:pt x="14574" y="30098"/>
                  </a:cubicBezTo>
                  <a:cubicBezTo>
                    <a:pt x="14500" y="30098"/>
                    <a:pt x="14426" y="30109"/>
                    <a:pt x="14357" y="30132"/>
                  </a:cubicBezTo>
                  <a:cubicBezTo>
                    <a:pt x="14099" y="30215"/>
                    <a:pt x="13899" y="30420"/>
                    <a:pt x="13740" y="30642"/>
                  </a:cubicBezTo>
                  <a:cubicBezTo>
                    <a:pt x="12447" y="32443"/>
                    <a:pt x="13872" y="33512"/>
                    <a:pt x="14373" y="35140"/>
                  </a:cubicBezTo>
                  <a:cubicBezTo>
                    <a:pt x="13465" y="35255"/>
                    <a:pt x="12543" y="35375"/>
                    <a:pt x="11695" y="35719"/>
                  </a:cubicBezTo>
                  <a:cubicBezTo>
                    <a:pt x="10849" y="36066"/>
                    <a:pt x="10069" y="36668"/>
                    <a:pt x="9720" y="37504"/>
                  </a:cubicBezTo>
                  <a:cubicBezTo>
                    <a:pt x="8727" y="36783"/>
                    <a:pt x="7500" y="36435"/>
                    <a:pt x="6273" y="36435"/>
                  </a:cubicBezTo>
                  <a:cubicBezTo>
                    <a:pt x="5738" y="36435"/>
                    <a:pt x="5203" y="36501"/>
                    <a:pt x="4687" y="36631"/>
                  </a:cubicBezTo>
                  <a:cubicBezTo>
                    <a:pt x="3936" y="36821"/>
                    <a:pt x="2875" y="37188"/>
                    <a:pt x="2355" y="37792"/>
                  </a:cubicBezTo>
                  <a:cubicBezTo>
                    <a:pt x="1777" y="38464"/>
                    <a:pt x="2185" y="39334"/>
                    <a:pt x="2580" y="40082"/>
                  </a:cubicBezTo>
                  <a:cubicBezTo>
                    <a:pt x="2449" y="40001"/>
                    <a:pt x="2305" y="39965"/>
                    <a:pt x="2159" y="39965"/>
                  </a:cubicBezTo>
                  <a:cubicBezTo>
                    <a:pt x="1744" y="39965"/>
                    <a:pt x="1311" y="40255"/>
                    <a:pt x="1108" y="40643"/>
                  </a:cubicBezTo>
                  <a:cubicBezTo>
                    <a:pt x="836" y="41168"/>
                    <a:pt x="871" y="41795"/>
                    <a:pt x="928" y="42384"/>
                  </a:cubicBezTo>
                  <a:cubicBezTo>
                    <a:pt x="511" y="42388"/>
                    <a:pt x="126" y="42745"/>
                    <a:pt x="88" y="43166"/>
                  </a:cubicBezTo>
                  <a:cubicBezTo>
                    <a:pt x="1" y="44106"/>
                    <a:pt x="987" y="44162"/>
                    <a:pt x="1624" y="44169"/>
                  </a:cubicBezTo>
                  <a:cubicBezTo>
                    <a:pt x="1665" y="44170"/>
                    <a:pt x="1705" y="44170"/>
                    <a:pt x="1746" y="44170"/>
                  </a:cubicBezTo>
                  <a:cubicBezTo>
                    <a:pt x="2906" y="44170"/>
                    <a:pt x="4136" y="43965"/>
                    <a:pt x="4849" y="42913"/>
                  </a:cubicBezTo>
                  <a:cubicBezTo>
                    <a:pt x="6472" y="43457"/>
                    <a:pt x="8638" y="43663"/>
                    <a:pt x="10371" y="43696"/>
                  </a:cubicBezTo>
                  <a:cubicBezTo>
                    <a:pt x="10468" y="43697"/>
                    <a:pt x="10566" y="43698"/>
                    <a:pt x="10664" y="43698"/>
                  </a:cubicBezTo>
                  <a:cubicBezTo>
                    <a:pt x="12076" y="43698"/>
                    <a:pt x="13601" y="43487"/>
                    <a:pt x="14491" y="42410"/>
                  </a:cubicBezTo>
                  <a:cubicBezTo>
                    <a:pt x="14910" y="43067"/>
                    <a:pt x="15717" y="43304"/>
                    <a:pt x="16517" y="43304"/>
                  </a:cubicBezTo>
                  <a:cubicBezTo>
                    <a:pt x="16726" y="43304"/>
                    <a:pt x="16935" y="43288"/>
                    <a:pt x="17136" y="43258"/>
                  </a:cubicBezTo>
                  <a:cubicBezTo>
                    <a:pt x="17971" y="43136"/>
                    <a:pt x="18799" y="42856"/>
                    <a:pt x="19632" y="42856"/>
                  </a:cubicBezTo>
                  <a:cubicBezTo>
                    <a:pt x="19768" y="42856"/>
                    <a:pt x="19904" y="42864"/>
                    <a:pt x="20040" y="42880"/>
                  </a:cubicBezTo>
                  <a:cubicBezTo>
                    <a:pt x="20467" y="42933"/>
                    <a:pt x="20890" y="43078"/>
                    <a:pt x="21319" y="43078"/>
                  </a:cubicBezTo>
                  <a:cubicBezTo>
                    <a:pt x="21352" y="43078"/>
                    <a:pt x="21385" y="43078"/>
                    <a:pt x="21418" y="43076"/>
                  </a:cubicBezTo>
                  <a:cubicBezTo>
                    <a:pt x="22870" y="42997"/>
                    <a:pt x="23593" y="41213"/>
                    <a:pt x="23544" y="39750"/>
                  </a:cubicBezTo>
                  <a:lnTo>
                    <a:pt x="23544" y="39750"/>
                  </a:lnTo>
                  <a:cubicBezTo>
                    <a:pt x="23744" y="39792"/>
                    <a:pt x="23946" y="39812"/>
                    <a:pt x="24147" y="39812"/>
                  </a:cubicBezTo>
                  <a:cubicBezTo>
                    <a:pt x="25920" y="39812"/>
                    <a:pt x="27636" y="38259"/>
                    <a:pt x="27675" y="36446"/>
                  </a:cubicBezTo>
                  <a:cubicBezTo>
                    <a:pt x="28057" y="36586"/>
                    <a:pt x="28461" y="36653"/>
                    <a:pt x="28866" y="36653"/>
                  </a:cubicBezTo>
                  <a:cubicBezTo>
                    <a:pt x="29743" y="36653"/>
                    <a:pt x="30621" y="36336"/>
                    <a:pt x="31275" y="35746"/>
                  </a:cubicBezTo>
                  <a:cubicBezTo>
                    <a:pt x="31470" y="36963"/>
                    <a:pt x="32624" y="37796"/>
                    <a:pt x="33782" y="38198"/>
                  </a:cubicBezTo>
                  <a:cubicBezTo>
                    <a:pt x="34550" y="38466"/>
                    <a:pt x="35359" y="38595"/>
                    <a:pt x="36170" y="38595"/>
                  </a:cubicBezTo>
                  <a:cubicBezTo>
                    <a:pt x="38287" y="38595"/>
                    <a:pt x="40414" y="37716"/>
                    <a:pt x="41845" y="36139"/>
                  </a:cubicBezTo>
                  <a:cubicBezTo>
                    <a:pt x="43068" y="35954"/>
                    <a:pt x="44265" y="35592"/>
                    <a:pt x="45390" y="35071"/>
                  </a:cubicBezTo>
                  <a:cubicBezTo>
                    <a:pt x="46292" y="34651"/>
                    <a:pt x="47275" y="33880"/>
                    <a:pt x="47114" y="32892"/>
                  </a:cubicBezTo>
                  <a:lnTo>
                    <a:pt x="47114" y="32892"/>
                  </a:lnTo>
                  <a:cubicBezTo>
                    <a:pt x="48037" y="33944"/>
                    <a:pt x="49434" y="34491"/>
                    <a:pt x="50825" y="34491"/>
                  </a:cubicBezTo>
                  <a:cubicBezTo>
                    <a:pt x="51907" y="34491"/>
                    <a:pt x="52986" y="34159"/>
                    <a:pt x="53833" y="33476"/>
                  </a:cubicBezTo>
                  <a:cubicBezTo>
                    <a:pt x="54773" y="34494"/>
                    <a:pt x="56092" y="35018"/>
                    <a:pt x="57408" y="35018"/>
                  </a:cubicBezTo>
                  <a:cubicBezTo>
                    <a:pt x="58550" y="35018"/>
                    <a:pt x="59690" y="34623"/>
                    <a:pt x="60577" y="33813"/>
                  </a:cubicBezTo>
                  <a:lnTo>
                    <a:pt x="60579" y="92"/>
                  </a:lnTo>
                  <a:cubicBezTo>
                    <a:pt x="60243" y="30"/>
                    <a:pt x="59906" y="1"/>
                    <a:pt x="595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8"/>
            <p:cNvSpPr/>
            <p:nvPr/>
          </p:nvSpPr>
          <p:spPr>
            <a:xfrm>
              <a:off x="-54850" y="-958750"/>
              <a:ext cx="1180900" cy="914075"/>
            </a:xfrm>
            <a:custGeom>
              <a:avLst/>
              <a:gdLst/>
              <a:ahLst/>
              <a:cxnLst/>
              <a:rect l="l" t="t" r="r" b="b"/>
              <a:pathLst>
                <a:path w="47236" h="36563" extrusionOk="0">
                  <a:moveTo>
                    <a:pt x="27799" y="1"/>
                  </a:moveTo>
                  <a:cubicBezTo>
                    <a:pt x="25737" y="1"/>
                    <a:pt x="23667" y="863"/>
                    <a:pt x="22306" y="2398"/>
                  </a:cubicBezTo>
                  <a:cubicBezTo>
                    <a:pt x="20442" y="4501"/>
                    <a:pt x="20025" y="7740"/>
                    <a:pt x="21298" y="10236"/>
                  </a:cubicBezTo>
                  <a:cubicBezTo>
                    <a:pt x="20655" y="10312"/>
                    <a:pt x="20077" y="10777"/>
                    <a:pt x="19872" y="11383"/>
                  </a:cubicBezTo>
                  <a:cubicBezTo>
                    <a:pt x="19466" y="11273"/>
                    <a:pt x="19048" y="11221"/>
                    <a:pt x="18630" y="11221"/>
                  </a:cubicBezTo>
                  <a:cubicBezTo>
                    <a:pt x="17007" y="11221"/>
                    <a:pt x="15378" y="12011"/>
                    <a:pt x="14455" y="13335"/>
                  </a:cubicBezTo>
                  <a:cubicBezTo>
                    <a:pt x="13291" y="15001"/>
                    <a:pt x="13330" y="17392"/>
                    <a:pt x="14542" y="19022"/>
                  </a:cubicBezTo>
                  <a:cubicBezTo>
                    <a:pt x="14504" y="19021"/>
                    <a:pt x="14467" y="19020"/>
                    <a:pt x="14430" y="19020"/>
                  </a:cubicBezTo>
                  <a:cubicBezTo>
                    <a:pt x="12573" y="19020"/>
                    <a:pt x="10840" y="20592"/>
                    <a:pt x="10709" y="22425"/>
                  </a:cubicBezTo>
                  <a:cubicBezTo>
                    <a:pt x="10377" y="21470"/>
                    <a:pt x="9357" y="20827"/>
                    <a:pt x="8345" y="20827"/>
                  </a:cubicBezTo>
                  <a:cubicBezTo>
                    <a:pt x="8091" y="20827"/>
                    <a:pt x="7836" y="20868"/>
                    <a:pt x="7594" y="20955"/>
                  </a:cubicBezTo>
                  <a:cubicBezTo>
                    <a:pt x="7068" y="21145"/>
                    <a:pt x="6641" y="21537"/>
                    <a:pt x="6365" y="22011"/>
                  </a:cubicBezTo>
                  <a:cubicBezTo>
                    <a:pt x="6045" y="22562"/>
                    <a:pt x="6281" y="23246"/>
                    <a:pt x="6058" y="23711"/>
                  </a:cubicBezTo>
                  <a:cubicBezTo>
                    <a:pt x="5843" y="24158"/>
                    <a:pt x="4991" y="24208"/>
                    <a:pt x="4504" y="24463"/>
                  </a:cubicBezTo>
                  <a:cubicBezTo>
                    <a:pt x="3866" y="24799"/>
                    <a:pt x="3303" y="25277"/>
                    <a:pt x="2881" y="25859"/>
                  </a:cubicBezTo>
                  <a:cubicBezTo>
                    <a:pt x="2099" y="26934"/>
                    <a:pt x="1816" y="28348"/>
                    <a:pt x="2123" y="29636"/>
                  </a:cubicBezTo>
                  <a:cubicBezTo>
                    <a:pt x="999" y="29871"/>
                    <a:pt x="178" y="30964"/>
                    <a:pt x="89" y="32096"/>
                  </a:cubicBezTo>
                  <a:cubicBezTo>
                    <a:pt x="1" y="33227"/>
                    <a:pt x="549" y="34347"/>
                    <a:pt x="1370" y="35143"/>
                  </a:cubicBezTo>
                  <a:cubicBezTo>
                    <a:pt x="2285" y="36031"/>
                    <a:pt x="3559" y="36562"/>
                    <a:pt x="4840" y="36562"/>
                  </a:cubicBezTo>
                  <a:cubicBezTo>
                    <a:pt x="5012" y="36562"/>
                    <a:pt x="5184" y="36553"/>
                    <a:pt x="5356" y="36533"/>
                  </a:cubicBezTo>
                  <a:cubicBezTo>
                    <a:pt x="6804" y="36366"/>
                    <a:pt x="8159" y="35462"/>
                    <a:pt x="8793" y="34167"/>
                  </a:cubicBezTo>
                  <a:cubicBezTo>
                    <a:pt x="9186" y="34872"/>
                    <a:pt x="10031" y="35232"/>
                    <a:pt x="10854" y="35232"/>
                  </a:cubicBezTo>
                  <a:cubicBezTo>
                    <a:pt x="10958" y="35232"/>
                    <a:pt x="11062" y="35226"/>
                    <a:pt x="11164" y="35215"/>
                  </a:cubicBezTo>
                  <a:cubicBezTo>
                    <a:pt x="12627" y="35052"/>
                    <a:pt x="14284" y="34224"/>
                    <a:pt x="14317" y="32648"/>
                  </a:cubicBezTo>
                  <a:cubicBezTo>
                    <a:pt x="14698" y="32788"/>
                    <a:pt x="15103" y="32856"/>
                    <a:pt x="15508" y="32856"/>
                  </a:cubicBezTo>
                  <a:cubicBezTo>
                    <a:pt x="16385" y="32856"/>
                    <a:pt x="17264" y="32538"/>
                    <a:pt x="17918" y="31948"/>
                  </a:cubicBezTo>
                  <a:cubicBezTo>
                    <a:pt x="18112" y="33167"/>
                    <a:pt x="19267" y="33999"/>
                    <a:pt x="20424" y="34401"/>
                  </a:cubicBezTo>
                  <a:cubicBezTo>
                    <a:pt x="21192" y="34669"/>
                    <a:pt x="22002" y="34797"/>
                    <a:pt x="22813" y="34797"/>
                  </a:cubicBezTo>
                  <a:cubicBezTo>
                    <a:pt x="24929" y="34797"/>
                    <a:pt x="27056" y="33919"/>
                    <a:pt x="28488" y="32342"/>
                  </a:cubicBezTo>
                  <a:cubicBezTo>
                    <a:pt x="29711" y="32156"/>
                    <a:pt x="30907" y="31796"/>
                    <a:pt x="32031" y="31273"/>
                  </a:cubicBezTo>
                  <a:cubicBezTo>
                    <a:pt x="32934" y="30855"/>
                    <a:pt x="33916" y="30083"/>
                    <a:pt x="33756" y="29095"/>
                  </a:cubicBezTo>
                  <a:lnTo>
                    <a:pt x="33756" y="29095"/>
                  </a:lnTo>
                  <a:cubicBezTo>
                    <a:pt x="34679" y="30147"/>
                    <a:pt x="36076" y="30695"/>
                    <a:pt x="37466" y="30695"/>
                  </a:cubicBezTo>
                  <a:cubicBezTo>
                    <a:pt x="38549" y="30695"/>
                    <a:pt x="39627" y="30362"/>
                    <a:pt x="40475" y="29678"/>
                  </a:cubicBezTo>
                  <a:cubicBezTo>
                    <a:pt x="41415" y="30695"/>
                    <a:pt x="42734" y="31220"/>
                    <a:pt x="44050" y="31220"/>
                  </a:cubicBezTo>
                  <a:cubicBezTo>
                    <a:pt x="45192" y="31220"/>
                    <a:pt x="46332" y="30825"/>
                    <a:pt x="47219" y="30014"/>
                  </a:cubicBezTo>
                  <a:lnTo>
                    <a:pt x="47236" y="308"/>
                  </a:lnTo>
                  <a:cubicBezTo>
                    <a:pt x="47058" y="286"/>
                    <a:pt x="46879" y="275"/>
                    <a:pt x="46697" y="275"/>
                  </a:cubicBezTo>
                  <a:cubicBezTo>
                    <a:pt x="45370" y="275"/>
                    <a:pt x="43975" y="861"/>
                    <a:pt x="43091" y="1803"/>
                  </a:cubicBezTo>
                  <a:cubicBezTo>
                    <a:pt x="42339" y="2604"/>
                    <a:pt x="41357" y="4335"/>
                    <a:pt x="41969" y="5477"/>
                  </a:cubicBezTo>
                  <a:cubicBezTo>
                    <a:pt x="41364" y="4350"/>
                    <a:pt x="40119" y="3827"/>
                    <a:pt x="38875" y="3827"/>
                  </a:cubicBezTo>
                  <a:cubicBezTo>
                    <a:pt x="38416" y="3827"/>
                    <a:pt x="37957" y="3899"/>
                    <a:pt x="37530" y="4037"/>
                  </a:cubicBezTo>
                  <a:cubicBezTo>
                    <a:pt x="36401" y="4404"/>
                    <a:pt x="34798" y="5305"/>
                    <a:pt x="34874" y="6669"/>
                  </a:cubicBezTo>
                  <a:cubicBezTo>
                    <a:pt x="34719" y="3881"/>
                    <a:pt x="32726" y="1275"/>
                    <a:pt x="30048" y="365"/>
                  </a:cubicBezTo>
                  <a:cubicBezTo>
                    <a:pt x="29324" y="119"/>
                    <a:pt x="28562" y="1"/>
                    <a:pt x="27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6" name="Google Shape;646;p38"/>
          <p:cNvGrpSpPr/>
          <p:nvPr/>
        </p:nvGrpSpPr>
        <p:grpSpPr>
          <a:xfrm>
            <a:off x="3047087" y="-15274"/>
            <a:ext cx="2841961" cy="957144"/>
            <a:chOff x="744050" y="-1549100"/>
            <a:chExt cx="1014950" cy="341825"/>
          </a:xfrm>
        </p:grpSpPr>
        <p:sp>
          <p:nvSpPr>
            <p:cNvPr id="647" name="Google Shape;647;p38"/>
            <p:cNvSpPr/>
            <p:nvPr/>
          </p:nvSpPr>
          <p:spPr>
            <a:xfrm>
              <a:off x="746100" y="-1549100"/>
              <a:ext cx="1012900" cy="341700"/>
            </a:xfrm>
            <a:custGeom>
              <a:avLst/>
              <a:gdLst/>
              <a:ahLst/>
              <a:cxnLst/>
              <a:rect l="l" t="t" r="r" b="b"/>
              <a:pathLst>
                <a:path w="40516" h="13668" extrusionOk="0">
                  <a:moveTo>
                    <a:pt x="10959" y="1"/>
                  </a:moveTo>
                  <a:cubicBezTo>
                    <a:pt x="8739" y="1"/>
                    <a:pt x="6307" y="1140"/>
                    <a:pt x="5018" y="2683"/>
                  </a:cubicBezTo>
                  <a:cubicBezTo>
                    <a:pt x="4049" y="3842"/>
                    <a:pt x="3268" y="5504"/>
                    <a:pt x="3112" y="7009"/>
                  </a:cubicBezTo>
                  <a:cubicBezTo>
                    <a:pt x="2019" y="7179"/>
                    <a:pt x="984" y="7845"/>
                    <a:pt x="492" y="8835"/>
                  </a:cubicBezTo>
                  <a:cubicBezTo>
                    <a:pt x="0" y="9823"/>
                    <a:pt x="126" y="11122"/>
                    <a:pt x="889" y="11922"/>
                  </a:cubicBezTo>
                  <a:cubicBezTo>
                    <a:pt x="1543" y="12605"/>
                    <a:pt x="2603" y="12849"/>
                    <a:pt x="3671" y="12849"/>
                  </a:cubicBezTo>
                  <a:cubicBezTo>
                    <a:pt x="4552" y="12849"/>
                    <a:pt x="5439" y="12683"/>
                    <a:pt x="6108" y="12458"/>
                  </a:cubicBezTo>
                  <a:cubicBezTo>
                    <a:pt x="6414" y="12358"/>
                    <a:pt x="6721" y="12234"/>
                    <a:pt x="7042" y="12234"/>
                  </a:cubicBezTo>
                  <a:cubicBezTo>
                    <a:pt x="7045" y="12234"/>
                    <a:pt x="7049" y="12234"/>
                    <a:pt x="7052" y="12234"/>
                  </a:cubicBezTo>
                  <a:cubicBezTo>
                    <a:pt x="7453" y="12239"/>
                    <a:pt x="7818" y="12440"/>
                    <a:pt x="8189" y="12591"/>
                  </a:cubicBezTo>
                  <a:cubicBezTo>
                    <a:pt x="8908" y="12883"/>
                    <a:pt x="9676" y="12994"/>
                    <a:pt x="10453" y="12994"/>
                  </a:cubicBezTo>
                  <a:cubicBezTo>
                    <a:pt x="11170" y="12994"/>
                    <a:pt x="11895" y="12900"/>
                    <a:pt x="12597" y="12766"/>
                  </a:cubicBezTo>
                  <a:cubicBezTo>
                    <a:pt x="13009" y="12688"/>
                    <a:pt x="13487" y="12547"/>
                    <a:pt x="13985" y="12405"/>
                  </a:cubicBezTo>
                  <a:cubicBezTo>
                    <a:pt x="14741" y="12189"/>
                    <a:pt x="15548" y="11970"/>
                    <a:pt x="16249" y="11970"/>
                  </a:cubicBezTo>
                  <a:cubicBezTo>
                    <a:pt x="16431" y="11970"/>
                    <a:pt x="16607" y="11985"/>
                    <a:pt x="16772" y="12018"/>
                  </a:cubicBezTo>
                  <a:cubicBezTo>
                    <a:pt x="17655" y="12196"/>
                    <a:pt x="18584" y="12946"/>
                    <a:pt x="19511" y="13199"/>
                  </a:cubicBezTo>
                  <a:cubicBezTo>
                    <a:pt x="20586" y="13491"/>
                    <a:pt x="21754" y="13667"/>
                    <a:pt x="22915" y="13667"/>
                  </a:cubicBezTo>
                  <a:cubicBezTo>
                    <a:pt x="23972" y="13667"/>
                    <a:pt x="25023" y="13521"/>
                    <a:pt x="25993" y="13185"/>
                  </a:cubicBezTo>
                  <a:cubicBezTo>
                    <a:pt x="26414" y="13039"/>
                    <a:pt x="26822" y="12852"/>
                    <a:pt x="27258" y="12759"/>
                  </a:cubicBezTo>
                  <a:cubicBezTo>
                    <a:pt x="27985" y="12605"/>
                    <a:pt x="28714" y="12569"/>
                    <a:pt x="29445" y="12569"/>
                  </a:cubicBezTo>
                  <a:cubicBezTo>
                    <a:pt x="30076" y="12569"/>
                    <a:pt x="30707" y="12595"/>
                    <a:pt x="31338" y="12595"/>
                  </a:cubicBezTo>
                  <a:cubicBezTo>
                    <a:pt x="31778" y="12595"/>
                    <a:pt x="32218" y="12582"/>
                    <a:pt x="32658" y="12539"/>
                  </a:cubicBezTo>
                  <a:cubicBezTo>
                    <a:pt x="33006" y="12503"/>
                    <a:pt x="33329" y="12489"/>
                    <a:pt x="33640" y="12489"/>
                  </a:cubicBezTo>
                  <a:cubicBezTo>
                    <a:pt x="34610" y="12489"/>
                    <a:pt x="35455" y="12627"/>
                    <a:pt x="36556" y="12695"/>
                  </a:cubicBezTo>
                  <a:cubicBezTo>
                    <a:pt x="36874" y="12713"/>
                    <a:pt x="37259" y="12733"/>
                    <a:pt x="37659" y="12733"/>
                  </a:cubicBezTo>
                  <a:cubicBezTo>
                    <a:pt x="38373" y="12733"/>
                    <a:pt x="39135" y="12670"/>
                    <a:pt x="39658" y="12422"/>
                  </a:cubicBezTo>
                  <a:cubicBezTo>
                    <a:pt x="40129" y="12198"/>
                    <a:pt x="40515" y="11723"/>
                    <a:pt x="40483" y="11203"/>
                  </a:cubicBezTo>
                  <a:cubicBezTo>
                    <a:pt x="40469" y="10960"/>
                    <a:pt x="40366" y="10730"/>
                    <a:pt x="40244" y="10519"/>
                  </a:cubicBezTo>
                  <a:cubicBezTo>
                    <a:pt x="39944" y="10011"/>
                    <a:pt x="39492" y="9576"/>
                    <a:pt x="38932" y="9391"/>
                  </a:cubicBezTo>
                  <a:cubicBezTo>
                    <a:pt x="38752" y="9331"/>
                    <a:pt x="38560" y="9300"/>
                    <a:pt x="38369" y="9300"/>
                  </a:cubicBezTo>
                  <a:cubicBezTo>
                    <a:pt x="37969" y="9300"/>
                    <a:pt x="37571" y="9435"/>
                    <a:pt x="37284" y="9711"/>
                  </a:cubicBezTo>
                  <a:cubicBezTo>
                    <a:pt x="37368" y="8463"/>
                    <a:pt x="36023" y="7363"/>
                    <a:pt x="34842" y="7363"/>
                  </a:cubicBezTo>
                  <a:cubicBezTo>
                    <a:pt x="34804" y="7363"/>
                    <a:pt x="34766" y="7364"/>
                    <a:pt x="34728" y="7366"/>
                  </a:cubicBezTo>
                  <a:cubicBezTo>
                    <a:pt x="33642" y="7432"/>
                    <a:pt x="32662" y="8333"/>
                    <a:pt x="32507" y="9413"/>
                  </a:cubicBezTo>
                  <a:cubicBezTo>
                    <a:pt x="32118" y="8923"/>
                    <a:pt x="31619" y="8490"/>
                    <a:pt x="31015" y="8329"/>
                  </a:cubicBezTo>
                  <a:cubicBezTo>
                    <a:pt x="30869" y="8290"/>
                    <a:pt x="30716" y="8270"/>
                    <a:pt x="30564" y="8270"/>
                  </a:cubicBezTo>
                  <a:cubicBezTo>
                    <a:pt x="30083" y="8270"/>
                    <a:pt x="29603" y="8465"/>
                    <a:pt x="29335" y="8857"/>
                  </a:cubicBezTo>
                  <a:cubicBezTo>
                    <a:pt x="29259" y="7601"/>
                    <a:pt x="28521" y="6386"/>
                    <a:pt x="27572" y="5588"/>
                  </a:cubicBezTo>
                  <a:cubicBezTo>
                    <a:pt x="27003" y="5110"/>
                    <a:pt x="26302" y="4783"/>
                    <a:pt x="25561" y="4693"/>
                  </a:cubicBezTo>
                  <a:cubicBezTo>
                    <a:pt x="25419" y="4676"/>
                    <a:pt x="25277" y="4667"/>
                    <a:pt x="25135" y="4667"/>
                  </a:cubicBezTo>
                  <a:cubicBezTo>
                    <a:pt x="23673" y="4667"/>
                    <a:pt x="22228" y="5549"/>
                    <a:pt x="21597" y="6875"/>
                  </a:cubicBezTo>
                  <a:cubicBezTo>
                    <a:pt x="21050" y="5854"/>
                    <a:pt x="19954" y="5241"/>
                    <a:pt x="18923" y="5241"/>
                  </a:cubicBezTo>
                  <a:cubicBezTo>
                    <a:pt x="17982" y="5241"/>
                    <a:pt x="17096" y="5751"/>
                    <a:pt x="16727" y="6925"/>
                  </a:cubicBezTo>
                  <a:cubicBezTo>
                    <a:pt x="17445" y="4641"/>
                    <a:pt x="15224" y="1533"/>
                    <a:pt x="13332" y="539"/>
                  </a:cubicBezTo>
                  <a:cubicBezTo>
                    <a:pt x="12622" y="166"/>
                    <a:pt x="11806" y="1"/>
                    <a:pt x="109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8"/>
            <p:cNvSpPr/>
            <p:nvPr/>
          </p:nvSpPr>
          <p:spPr>
            <a:xfrm>
              <a:off x="744050" y="-1459525"/>
              <a:ext cx="982125" cy="252250"/>
            </a:xfrm>
            <a:custGeom>
              <a:avLst/>
              <a:gdLst/>
              <a:ahLst/>
              <a:cxnLst/>
              <a:rect l="l" t="t" r="r" b="b"/>
              <a:pathLst>
                <a:path w="39285" h="10090" extrusionOk="0">
                  <a:moveTo>
                    <a:pt x="9924" y="1"/>
                  </a:moveTo>
                  <a:cubicBezTo>
                    <a:pt x="9547" y="1"/>
                    <a:pt x="9171" y="31"/>
                    <a:pt x="8800" y="92"/>
                  </a:cubicBezTo>
                  <a:cubicBezTo>
                    <a:pt x="6167" y="525"/>
                    <a:pt x="4582" y="2600"/>
                    <a:pt x="4488" y="5215"/>
                  </a:cubicBezTo>
                  <a:cubicBezTo>
                    <a:pt x="4082" y="4795"/>
                    <a:pt x="3549" y="4607"/>
                    <a:pt x="3009" y="4607"/>
                  </a:cubicBezTo>
                  <a:cubicBezTo>
                    <a:pt x="2379" y="4607"/>
                    <a:pt x="1739" y="4863"/>
                    <a:pt x="1276" y="5305"/>
                  </a:cubicBezTo>
                  <a:cubicBezTo>
                    <a:pt x="1" y="6521"/>
                    <a:pt x="476" y="8358"/>
                    <a:pt x="2022" y="8979"/>
                  </a:cubicBezTo>
                  <a:cubicBezTo>
                    <a:pt x="2577" y="9203"/>
                    <a:pt x="3196" y="9297"/>
                    <a:pt x="3824" y="9297"/>
                  </a:cubicBezTo>
                  <a:cubicBezTo>
                    <a:pt x="4661" y="9297"/>
                    <a:pt x="5514" y="9130"/>
                    <a:pt x="6254" y="8882"/>
                  </a:cubicBezTo>
                  <a:cubicBezTo>
                    <a:pt x="6560" y="8782"/>
                    <a:pt x="6867" y="8658"/>
                    <a:pt x="7190" y="8658"/>
                  </a:cubicBezTo>
                  <a:cubicBezTo>
                    <a:pt x="7193" y="8658"/>
                    <a:pt x="7197" y="8658"/>
                    <a:pt x="7200" y="8658"/>
                  </a:cubicBezTo>
                  <a:cubicBezTo>
                    <a:pt x="7601" y="8663"/>
                    <a:pt x="7966" y="8864"/>
                    <a:pt x="8336" y="9015"/>
                  </a:cubicBezTo>
                  <a:cubicBezTo>
                    <a:pt x="9055" y="9307"/>
                    <a:pt x="9823" y="9418"/>
                    <a:pt x="10600" y="9418"/>
                  </a:cubicBezTo>
                  <a:cubicBezTo>
                    <a:pt x="11317" y="9418"/>
                    <a:pt x="12042" y="9324"/>
                    <a:pt x="12745" y="9190"/>
                  </a:cubicBezTo>
                  <a:cubicBezTo>
                    <a:pt x="13156" y="9112"/>
                    <a:pt x="13634" y="8971"/>
                    <a:pt x="14131" y="8829"/>
                  </a:cubicBezTo>
                  <a:cubicBezTo>
                    <a:pt x="14891" y="8612"/>
                    <a:pt x="15699" y="8393"/>
                    <a:pt x="16403" y="8393"/>
                  </a:cubicBezTo>
                  <a:cubicBezTo>
                    <a:pt x="16583" y="8393"/>
                    <a:pt x="16756" y="8407"/>
                    <a:pt x="16920" y="8440"/>
                  </a:cubicBezTo>
                  <a:cubicBezTo>
                    <a:pt x="17801" y="8617"/>
                    <a:pt x="18730" y="9367"/>
                    <a:pt x="19658" y="9620"/>
                  </a:cubicBezTo>
                  <a:cubicBezTo>
                    <a:pt x="20732" y="9913"/>
                    <a:pt x="21900" y="10089"/>
                    <a:pt x="23061" y="10089"/>
                  </a:cubicBezTo>
                  <a:cubicBezTo>
                    <a:pt x="24119" y="10089"/>
                    <a:pt x="25171" y="9943"/>
                    <a:pt x="26141" y="9606"/>
                  </a:cubicBezTo>
                  <a:cubicBezTo>
                    <a:pt x="26562" y="9460"/>
                    <a:pt x="26970" y="9275"/>
                    <a:pt x="27406" y="9182"/>
                  </a:cubicBezTo>
                  <a:cubicBezTo>
                    <a:pt x="28132" y="9027"/>
                    <a:pt x="28862" y="8991"/>
                    <a:pt x="29593" y="8991"/>
                  </a:cubicBezTo>
                  <a:cubicBezTo>
                    <a:pt x="30222" y="8991"/>
                    <a:pt x="30851" y="9017"/>
                    <a:pt x="31481" y="9017"/>
                  </a:cubicBezTo>
                  <a:cubicBezTo>
                    <a:pt x="31922" y="9017"/>
                    <a:pt x="32364" y="9004"/>
                    <a:pt x="32804" y="8960"/>
                  </a:cubicBezTo>
                  <a:cubicBezTo>
                    <a:pt x="33151" y="8925"/>
                    <a:pt x="33472" y="8911"/>
                    <a:pt x="33781" y="8911"/>
                  </a:cubicBezTo>
                  <a:cubicBezTo>
                    <a:pt x="34754" y="8911"/>
                    <a:pt x="35600" y="9050"/>
                    <a:pt x="36704" y="9116"/>
                  </a:cubicBezTo>
                  <a:cubicBezTo>
                    <a:pt x="37004" y="9134"/>
                    <a:pt x="37469" y="9212"/>
                    <a:pt x="37904" y="9212"/>
                  </a:cubicBezTo>
                  <a:cubicBezTo>
                    <a:pt x="38265" y="9212"/>
                    <a:pt x="38605" y="9159"/>
                    <a:pt x="38812" y="8972"/>
                  </a:cubicBezTo>
                  <a:cubicBezTo>
                    <a:pt x="39284" y="8547"/>
                    <a:pt x="39103" y="7640"/>
                    <a:pt x="38587" y="7326"/>
                  </a:cubicBezTo>
                  <a:cubicBezTo>
                    <a:pt x="38374" y="7197"/>
                    <a:pt x="38131" y="7141"/>
                    <a:pt x="37883" y="7141"/>
                  </a:cubicBezTo>
                  <a:cubicBezTo>
                    <a:pt x="37571" y="7141"/>
                    <a:pt x="37251" y="7230"/>
                    <a:pt x="36971" y="7371"/>
                  </a:cubicBezTo>
                  <a:cubicBezTo>
                    <a:pt x="36814" y="6381"/>
                    <a:pt x="35826" y="5635"/>
                    <a:pt x="34825" y="5635"/>
                  </a:cubicBezTo>
                  <a:cubicBezTo>
                    <a:pt x="34810" y="5635"/>
                    <a:pt x="34796" y="5635"/>
                    <a:pt x="34781" y="5636"/>
                  </a:cubicBezTo>
                  <a:cubicBezTo>
                    <a:pt x="33766" y="5658"/>
                    <a:pt x="32833" y="6374"/>
                    <a:pt x="32426" y="7307"/>
                  </a:cubicBezTo>
                  <a:cubicBezTo>
                    <a:pt x="32145" y="6699"/>
                    <a:pt x="31485" y="6290"/>
                    <a:pt x="30818" y="6290"/>
                  </a:cubicBezTo>
                  <a:cubicBezTo>
                    <a:pt x="30770" y="6290"/>
                    <a:pt x="30722" y="6292"/>
                    <a:pt x="30674" y="6296"/>
                  </a:cubicBezTo>
                  <a:cubicBezTo>
                    <a:pt x="29957" y="6364"/>
                    <a:pt x="29312" y="6913"/>
                    <a:pt x="29132" y="7609"/>
                  </a:cubicBezTo>
                  <a:cubicBezTo>
                    <a:pt x="28799" y="5803"/>
                    <a:pt x="27848" y="4379"/>
                    <a:pt x="25955" y="4009"/>
                  </a:cubicBezTo>
                  <a:cubicBezTo>
                    <a:pt x="25694" y="3958"/>
                    <a:pt x="25429" y="3933"/>
                    <a:pt x="25164" y="3933"/>
                  </a:cubicBezTo>
                  <a:cubicBezTo>
                    <a:pt x="24465" y="3933"/>
                    <a:pt x="23766" y="4107"/>
                    <a:pt x="23144" y="4427"/>
                  </a:cubicBezTo>
                  <a:cubicBezTo>
                    <a:pt x="22769" y="4622"/>
                    <a:pt x="21328" y="5591"/>
                    <a:pt x="21433" y="6150"/>
                  </a:cubicBezTo>
                  <a:cubicBezTo>
                    <a:pt x="21224" y="5045"/>
                    <a:pt x="20226" y="4139"/>
                    <a:pt x="19106" y="4039"/>
                  </a:cubicBezTo>
                  <a:cubicBezTo>
                    <a:pt x="19035" y="4033"/>
                    <a:pt x="18965" y="4030"/>
                    <a:pt x="18895" y="4030"/>
                  </a:cubicBezTo>
                  <a:cubicBezTo>
                    <a:pt x="17844" y="4030"/>
                    <a:pt x="16815" y="4717"/>
                    <a:pt x="16438" y="5703"/>
                  </a:cubicBezTo>
                  <a:cubicBezTo>
                    <a:pt x="16297" y="3933"/>
                    <a:pt x="15308" y="2266"/>
                    <a:pt x="13864" y="1233"/>
                  </a:cubicBezTo>
                  <a:cubicBezTo>
                    <a:pt x="12725" y="420"/>
                    <a:pt x="11324" y="1"/>
                    <a:pt x="99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9" name="Google Shape;649;p38"/>
          <p:cNvSpPr/>
          <p:nvPr/>
        </p:nvSpPr>
        <p:spPr>
          <a:xfrm>
            <a:off x="2602816" y="679550"/>
            <a:ext cx="334443" cy="341696"/>
          </a:xfrm>
          <a:custGeom>
            <a:avLst/>
            <a:gdLst/>
            <a:ahLst/>
            <a:cxnLst/>
            <a:rect l="l" t="t" r="r" b="b"/>
            <a:pathLst>
              <a:path w="4565" h="4664" extrusionOk="0">
                <a:moveTo>
                  <a:pt x="3082" y="0"/>
                </a:moveTo>
                <a:lnTo>
                  <a:pt x="1839" y="1064"/>
                </a:lnTo>
                <a:lnTo>
                  <a:pt x="259" y="645"/>
                </a:lnTo>
                <a:lnTo>
                  <a:pt x="889" y="2155"/>
                </a:lnTo>
                <a:lnTo>
                  <a:pt x="1" y="3527"/>
                </a:lnTo>
                <a:lnTo>
                  <a:pt x="1630" y="3394"/>
                </a:lnTo>
                <a:lnTo>
                  <a:pt x="2662" y="4664"/>
                </a:lnTo>
                <a:lnTo>
                  <a:pt x="3041" y="3074"/>
                </a:lnTo>
                <a:lnTo>
                  <a:pt x="4565" y="2485"/>
                </a:lnTo>
                <a:lnTo>
                  <a:pt x="3170" y="1633"/>
                </a:lnTo>
                <a:lnTo>
                  <a:pt x="308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8"/>
          <p:cNvSpPr/>
          <p:nvPr/>
        </p:nvSpPr>
        <p:spPr>
          <a:xfrm>
            <a:off x="2086325" y="539500"/>
            <a:ext cx="795257" cy="956279"/>
          </a:xfrm>
          <a:custGeom>
            <a:avLst/>
            <a:gdLst/>
            <a:ahLst/>
            <a:cxnLst/>
            <a:rect l="l" t="t" r="r" b="b"/>
            <a:pathLst>
              <a:path w="15256" h="18345" extrusionOk="0">
                <a:moveTo>
                  <a:pt x="8596" y="1"/>
                </a:moveTo>
                <a:cubicBezTo>
                  <a:pt x="6911" y="1"/>
                  <a:pt x="4401" y="519"/>
                  <a:pt x="2337" y="3098"/>
                </a:cubicBezTo>
                <a:cubicBezTo>
                  <a:pt x="1191" y="4527"/>
                  <a:pt x="1" y="6908"/>
                  <a:pt x="169" y="9986"/>
                </a:cubicBezTo>
                <a:cubicBezTo>
                  <a:pt x="300" y="12356"/>
                  <a:pt x="1445" y="14205"/>
                  <a:pt x="2542" y="15526"/>
                </a:cubicBezTo>
                <a:cubicBezTo>
                  <a:pt x="4160" y="17477"/>
                  <a:pt x="6470" y="18345"/>
                  <a:pt x="8715" y="18345"/>
                </a:cubicBezTo>
                <a:cubicBezTo>
                  <a:pt x="11443" y="18345"/>
                  <a:pt x="14075" y="17064"/>
                  <a:pt x="15255" y="14892"/>
                </a:cubicBezTo>
                <a:lnTo>
                  <a:pt x="15255" y="14892"/>
                </a:lnTo>
                <a:cubicBezTo>
                  <a:pt x="15255" y="14892"/>
                  <a:pt x="13744" y="16347"/>
                  <a:pt x="11330" y="16548"/>
                </a:cubicBezTo>
                <a:cubicBezTo>
                  <a:pt x="11162" y="16561"/>
                  <a:pt x="10991" y="16568"/>
                  <a:pt x="10818" y="16568"/>
                </a:cubicBezTo>
                <a:cubicBezTo>
                  <a:pt x="9513" y="16568"/>
                  <a:pt x="8059" y="16181"/>
                  <a:pt x="6773" y="15423"/>
                </a:cubicBezTo>
                <a:cubicBezTo>
                  <a:pt x="5581" y="14722"/>
                  <a:pt x="3706" y="12909"/>
                  <a:pt x="3235" y="9658"/>
                </a:cubicBezTo>
                <a:cubicBezTo>
                  <a:pt x="2494" y="4527"/>
                  <a:pt x="5353" y="2011"/>
                  <a:pt x="7703" y="909"/>
                </a:cubicBezTo>
                <a:cubicBezTo>
                  <a:pt x="9090" y="258"/>
                  <a:pt x="10492" y="236"/>
                  <a:pt x="10492" y="236"/>
                </a:cubicBezTo>
                <a:cubicBezTo>
                  <a:pt x="10492" y="236"/>
                  <a:pt x="9731" y="1"/>
                  <a:pt x="85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1" name="Google Shape;651;p38"/>
          <p:cNvGrpSpPr/>
          <p:nvPr/>
        </p:nvGrpSpPr>
        <p:grpSpPr>
          <a:xfrm>
            <a:off x="92937" y="1946960"/>
            <a:ext cx="795248" cy="3196584"/>
            <a:chOff x="2686950" y="3466825"/>
            <a:chExt cx="94350" cy="379250"/>
          </a:xfrm>
        </p:grpSpPr>
        <p:sp>
          <p:nvSpPr>
            <p:cNvPr id="652" name="Google Shape;652;p38"/>
            <p:cNvSpPr/>
            <p:nvPr/>
          </p:nvSpPr>
          <p:spPr>
            <a:xfrm>
              <a:off x="2686950" y="3466825"/>
              <a:ext cx="94350" cy="379250"/>
            </a:xfrm>
            <a:custGeom>
              <a:avLst/>
              <a:gdLst/>
              <a:ahLst/>
              <a:cxnLst/>
              <a:rect l="l" t="t" r="r" b="b"/>
              <a:pathLst>
                <a:path w="3774" h="15170" extrusionOk="0">
                  <a:moveTo>
                    <a:pt x="1942" y="1"/>
                  </a:moveTo>
                  <a:lnTo>
                    <a:pt x="1925" y="375"/>
                  </a:lnTo>
                  <a:cubicBezTo>
                    <a:pt x="1865" y="379"/>
                    <a:pt x="1817" y="400"/>
                    <a:pt x="1817" y="425"/>
                  </a:cubicBezTo>
                  <a:cubicBezTo>
                    <a:pt x="1817" y="452"/>
                    <a:pt x="1863" y="473"/>
                    <a:pt x="1921" y="477"/>
                  </a:cubicBezTo>
                  <a:lnTo>
                    <a:pt x="1912" y="668"/>
                  </a:lnTo>
                  <a:lnTo>
                    <a:pt x="1914" y="668"/>
                  </a:lnTo>
                  <a:cubicBezTo>
                    <a:pt x="1796" y="677"/>
                    <a:pt x="1709" y="720"/>
                    <a:pt x="1709" y="774"/>
                  </a:cubicBezTo>
                  <a:cubicBezTo>
                    <a:pt x="1709" y="826"/>
                    <a:pt x="1799" y="869"/>
                    <a:pt x="1914" y="879"/>
                  </a:cubicBezTo>
                  <a:cubicBezTo>
                    <a:pt x="1763" y="1135"/>
                    <a:pt x="1229" y="1994"/>
                    <a:pt x="557" y="2507"/>
                  </a:cubicBezTo>
                  <a:cubicBezTo>
                    <a:pt x="1" y="2934"/>
                    <a:pt x="1026" y="3530"/>
                    <a:pt x="1026" y="3530"/>
                  </a:cubicBezTo>
                  <a:lnTo>
                    <a:pt x="1035" y="4510"/>
                  </a:lnTo>
                  <a:lnTo>
                    <a:pt x="695" y="4510"/>
                  </a:lnTo>
                  <a:lnTo>
                    <a:pt x="695" y="4767"/>
                  </a:lnTo>
                  <a:lnTo>
                    <a:pt x="1026" y="4916"/>
                  </a:lnTo>
                  <a:lnTo>
                    <a:pt x="706" y="4916"/>
                  </a:lnTo>
                  <a:lnTo>
                    <a:pt x="697" y="5076"/>
                  </a:lnTo>
                  <a:lnTo>
                    <a:pt x="185" y="5076"/>
                  </a:lnTo>
                  <a:lnTo>
                    <a:pt x="185" y="5520"/>
                  </a:lnTo>
                  <a:lnTo>
                    <a:pt x="811" y="6046"/>
                  </a:lnTo>
                  <a:lnTo>
                    <a:pt x="830" y="15170"/>
                  </a:lnTo>
                  <a:lnTo>
                    <a:pt x="1960" y="15170"/>
                  </a:lnTo>
                  <a:lnTo>
                    <a:pt x="1960" y="15167"/>
                  </a:lnTo>
                  <a:lnTo>
                    <a:pt x="3003" y="15167"/>
                  </a:lnTo>
                  <a:lnTo>
                    <a:pt x="3021" y="6043"/>
                  </a:lnTo>
                  <a:lnTo>
                    <a:pt x="3606" y="5518"/>
                  </a:lnTo>
                  <a:lnTo>
                    <a:pt x="3606" y="5073"/>
                  </a:lnTo>
                  <a:lnTo>
                    <a:pt x="3123" y="5073"/>
                  </a:lnTo>
                  <a:lnTo>
                    <a:pt x="3123" y="5075"/>
                  </a:lnTo>
                  <a:lnTo>
                    <a:pt x="3113" y="4915"/>
                  </a:lnTo>
                  <a:lnTo>
                    <a:pt x="2813" y="4915"/>
                  </a:lnTo>
                  <a:lnTo>
                    <a:pt x="3123" y="4766"/>
                  </a:lnTo>
                  <a:lnTo>
                    <a:pt x="3123" y="4508"/>
                  </a:lnTo>
                  <a:lnTo>
                    <a:pt x="2804" y="4508"/>
                  </a:lnTo>
                  <a:lnTo>
                    <a:pt x="2813" y="3529"/>
                  </a:lnTo>
                  <a:cubicBezTo>
                    <a:pt x="2813" y="3529"/>
                    <a:pt x="3773" y="2931"/>
                    <a:pt x="3251" y="2505"/>
                  </a:cubicBezTo>
                  <a:cubicBezTo>
                    <a:pt x="2628" y="1997"/>
                    <a:pt x="2129" y="1142"/>
                    <a:pt x="1984" y="881"/>
                  </a:cubicBezTo>
                  <a:cubicBezTo>
                    <a:pt x="2109" y="875"/>
                    <a:pt x="2206" y="830"/>
                    <a:pt x="2206" y="775"/>
                  </a:cubicBezTo>
                  <a:cubicBezTo>
                    <a:pt x="2206" y="723"/>
                    <a:pt x="2116" y="681"/>
                    <a:pt x="2000" y="670"/>
                  </a:cubicBezTo>
                  <a:lnTo>
                    <a:pt x="2002" y="670"/>
                  </a:lnTo>
                  <a:lnTo>
                    <a:pt x="1984" y="477"/>
                  </a:lnTo>
                  <a:cubicBezTo>
                    <a:pt x="2032" y="470"/>
                    <a:pt x="2067" y="451"/>
                    <a:pt x="2067" y="428"/>
                  </a:cubicBezTo>
                  <a:cubicBezTo>
                    <a:pt x="2067" y="403"/>
                    <a:pt x="2028" y="383"/>
                    <a:pt x="1976" y="376"/>
                  </a:cubicBezTo>
                  <a:lnTo>
                    <a:pt x="194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8"/>
            <p:cNvSpPr/>
            <p:nvPr/>
          </p:nvSpPr>
          <p:spPr>
            <a:xfrm>
              <a:off x="2695425" y="3826025"/>
              <a:ext cx="78000" cy="10000"/>
            </a:xfrm>
            <a:custGeom>
              <a:avLst/>
              <a:gdLst/>
              <a:ahLst/>
              <a:cxnLst/>
              <a:rect l="l" t="t" r="r" b="b"/>
              <a:pathLst>
                <a:path w="3120" h="400" extrusionOk="0">
                  <a:moveTo>
                    <a:pt x="1" y="1"/>
                  </a:moveTo>
                  <a:lnTo>
                    <a:pt x="1" y="400"/>
                  </a:lnTo>
                  <a:lnTo>
                    <a:pt x="3120" y="400"/>
                  </a:lnTo>
                  <a:lnTo>
                    <a:pt x="312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8"/>
            <p:cNvSpPr/>
            <p:nvPr/>
          </p:nvSpPr>
          <p:spPr>
            <a:xfrm>
              <a:off x="2713675" y="3555625"/>
              <a:ext cx="5700" cy="23650"/>
            </a:xfrm>
            <a:custGeom>
              <a:avLst/>
              <a:gdLst/>
              <a:ahLst/>
              <a:cxnLst/>
              <a:rect l="l" t="t" r="r" b="b"/>
              <a:pathLst>
                <a:path w="228" h="946" extrusionOk="0">
                  <a:moveTo>
                    <a:pt x="114" y="1"/>
                  </a:moveTo>
                  <a:cubicBezTo>
                    <a:pt x="0" y="1"/>
                    <a:pt x="0" y="280"/>
                    <a:pt x="0" y="280"/>
                  </a:cubicBezTo>
                  <a:lnTo>
                    <a:pt x="0" y="945"/>
                  </a:lnTo>
                  <a:lnTo>
                    <a:pt x="228" y="945"/>
                  </a:lnTo>
                  <a:lnTo>
                    <a:pt x="228" y="245"/>
                  </a:lnTo>
                  <a:cubicBezTo>
                    <a:pt x="228" y="245"/>
                    <a:pt x="228" y="1"/>
                    <a:pt x="1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8"/>
            <p:cNvSpPr/>
            <p:nvPr/>
          </p:nvSpPr>
          <p:spPr>
            <a:xfrm>
              <a:off x="2724200" y="3555375"/>
              <a:ext cx="9175" cy="23600"/>
            </a:xfrm>
            <a:custGeom>
              <a:avLst/>
              <a:gdLst/>
              <a:ahLst/>
              <a:cxnLst/>
              <a:rect l="l" t="t" r="r" b="b"/>
              <a:pathLst>
                <a:path w="367" h="944" extrusionOk="0">
                  <a:moveTo>
                    <a:pt x="184" y="1"/>
                  </a:moveTo>
                  <a:cubicBezTo>
                    <a:pt x="1" y="1"/>
                    <a:pt x="1" y="281"/>
                    <a:pt x="1" y="281"/>
                  </a:cubicBezTo>
                  <a:lnTo>
                    <a:pt x="1" y="944"/>
                  </a:lnTo>
                  <a:lnTo>
                    <a:pt x="366" y="944"/>
                  </a:lnTo>
                  <a:lnTo>
                    <a:pt x="366" y="245"/>
                  </a:lnTo>
                  <a:cubicBezTo>
                    <a:pt x="366" y="245"/>
                    <a:pt x="366" y="1"/>
                    <a:pt x="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8"/>
            <p:cNvSpPr/>
            <p:nvPr/>
          </p:nvSpPr>
          <p:spPr>
            <a:xfrm>
              <a:off x="2737250" y="3555100"/>
              <a:ext cx="9150" cy="23650"/>
            </a:xfrm>
            <a:custGeom>
              <a:avLst/>
              <a:gdLst/>
              <a:ahLst/>
              <a:cxnLst/>
              <a:rect l="l" t="t" r="r" b="b"/>
              <a:pathLst>
                <a:path w="366" h="946" extrusionOk="0">
                  <a:moveTo>
                    <a:pt x="183" y="1"/>
                  </a:moveTo>
                  <a:cubicBezTo>
                    <a:pt x="0" y="1"/>
                    <a:pt x="0" y="280"/>
                    <a:pt x="0" y="280"/>
                  </a:cubicBezTo>
                  <a:lnTo>
                    <a:pt x="0" y="945"/>
                  </a:lnTo>
                  <a:lnTo>
                    <a:pt x="366" y="945"/>
                  </a:lnTo>
                  <a:lnTo>
                    <a:pt x="366" y="245"/>
                  </a:lnTo>
                  <a:cubicBezTo>
                    <a:pt x="366" y="245"/>
                    <a:pt x="366" y="1"/>
                    <a:pt x="1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8"/>
            <p:cNvSpPr/>
            <p:nvPr/>
          </p:nvSpPr>
          <p:spPr>
            <a:xfrm>
              <a:off x="2750350" y="3555375"/>
              <a:ext cx="5725" cy="23600"/>
            </a:xfrm>
            <a:custGeom>
              <a:avLst/>
              <a:gdLst/>
              <a:ahLst/>
              <a:cxnLst/>
              <a:rect l="l" t="t" r="r" b="b"/>
              <a:pathLst>
                <a:path w="229" h="944" extrusionOk="0">
                  <a:moveTo>
                    <a:pt x="114" y="1"/>
                  </a:moveTo>
                  <a:cubicBezTo>
                    <a:pt x="1" y="1"/>
                    <a:pt x="1" y="281"/>
                    <a:pt x="1" y="281"/>
                  </a:cubicBezTo>
                  <a:lnTo>
                    <a:pt x="1" y="944"/>
                  </a:lnTo>
                  <a:lnTo>
                    <a:pt x="228" y="944"/>
                  </a:lnTo>
                  <a:lnTo>
                    <a:pt x="228" y="245"/>
                  </a:lnTo>
                  <a:cubicBezTo>
                    <a:pt x="228" y="245"/>
                    <a:pt x="228" y="1"/>
                    <a:pt x="1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8" name="Google Shape;658;p38"/>
          <p:cNvGrpSpPr/>
          <p:nvPr/>
        </p:nvGrpSpPr>
        <p:grpSpPr>
          <a:xfrm>
            <a:off x="1396642" y="3212511"/>
            <a:ext cx="670496" cy="1950845"/>
            <a:chOff x="2871700" y="3513775"/>
            <a:chExt cx="83475" cy="242875"/>
          </a:xfrm>
        </p:grpSpPr>
        <p:sp>
          <p:nvSpPr>
            <p:cNvPr id="659" name="Google Shape;659;p38"/>
            <p:cNvSpPr/>
            <p:nvPr/>
          </p:nvSpPr>
          <p:spPr>
            <a:xfrm>
              <a:off x="2871700" y="3513775"/>
              <a:ext cx="83475" cy="242875"/>
            </a:xfrm>
            <a:custGeom>
              <a:avLst/>
              <a:gdLst/>
              <a:ahLst/>
              <a:cxnLst/>
              <a:rect l="l" t="t" r="r" b="b"/>
              <a:pathLst>
                <a:path w="3339" h="9715" extrusionOk="0">
                  <a:moveTo>
                    <a:pt x="1643" y="1"/>
                  </a:moveTo>
                  <a:lnTo>
                    <a:pt x="1535" y="1190"/>
                  </a:lnTo>
                  <a:lnTo>
                    <a:pt x="1261" y="1190"/>
                  </a:lnTo>
                  <a:lnTo>
                    <a:pt x="1261" y="1700"/>
                  </a:lnTo>
                  <a:cubicBezTo>
                    <a:pt x="1261" y="1700"/>
                    <a:pt x="83" y="2124"/>
                    <a:pt x="221" y="3399"/>
                  </a:cubicBezTo>
                  <a:lnTo>
                    <a:pt x="0" y="3569"/>
                  </a:lnTo>
                  <a:lnTo>
                    <a:pt x="165" y="3739"/>
                  </a:lnTo>
                  <a:lnTo>
                    <a:pt x="165" y="4985"/>
                  </a:lnTo>
                  <a:lnTo>
                    <a:pt x="0" y="4985"/>
                  </a:lnTo>
                  <a:lnTo>
                    <a:pt x="0" y="5411"/>
                  </a:lnTo>
                  <a:lnTo>
                    <a:pt x="366" y="5411"/>
                  </a:lnTo>
                  <a:lnTo>
                    <a:pt x="384" y="9715"/>
                  </a:lnTo>
                  <a:lnTo>
                    <a:pt x="2955" y="9715"/>
                  </a:lnTo>
                  <a:lnTo>
                    <a:pt x="2971" y="5411"/>
                  </a:lnTo>
                  <a:lnTo>
                    <a:pt x="3337" y="5411"/>
                  </a:lnTo>
                  <a:lnTo>
                    <a:pt x="3337" y="4985"/>
                  </a:lnTo>
                  <a:lnTo>
                    <a:pt x="3167" y="4985"/>
                  </a:lnTo>
                  <a:lnTo>
                    <a:pt x="3167" y="3739"/>
                  </a:lnTo>
                  <a:lnTo>
                    <a:pt x="3168" y="3739"/>
                  </a:lnTo>
                  <a:lnTo>
                    <a:pt x="3338" y="3569"/>
                  </a:lnTo>
                  <a:lnTo>
                    <a:pt x="3112" y="3399"/>
                  </a:lnTo>
                  <a:cubicBezTo>
                    <a:pt x="3253" y="2124"/>
                    <a:pt x="2038" y="1700"/>
                    <a:pt x="2038" y="1700"/>
                  </a:cubicBezTo>
                  <a:lnTo>
                    <a:pt x="2038" y="1190"/>
                  </a:lnTo>
                  <a:lnTo>
                    <a:pt x="1756" y="1190"/>
                  </a:lnTo>
                  <a:lnTo>
                    <a:pt x="164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8"/>
            <p:cNvSpPr/>
            <p:nvPr/>
          </p:nvSpPr>
          <p:spPr>
            <a:xfrm>
              <a:off x="2899725" y="3597100"/>
              <a:ext cx="27325" cy="40400"/>
            </a:xfrm>
            <a:custGeom>
              <a:avLst/>
              <a:gdLst/>
              <a:ahLst/>
              <a:cxnLst/>
              <a:rect l="l" t="t" r="r" b="b"/>
              <a:pathLst>
                <a:path w="1093" h="1616" extrusionOk="0">
                  <a:moveTo>
                    <a:pt x="547" y="0"/>
                  </a:moveTo>
                  <a:cubicBezTo>
                    <a:pt x="1" y="0"/>
                    <a:pt x="1" y="478"/>
                    <a:pt x="1" y="478"/>
                  </a:cubicBezTo>
                  <a:lnTo>
                    <a:pt x="1" y="1615"/>
                  </a:lnTo>
                  <a:lnTo>
                    <a:pt x="1093" y="1615"/>
                  </a:lnTo>
                  <a:lnTo>
                    <a:pt x="1093" y="419"/>
                  </a:lnTo>
                  <a:cubicBezTo>
                    <a:pt x="1093" y="419"/>
                    <a:pt x="1093" y="0"/>
                    <a:pt x="5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8"/>
            <p:cNvSpPr/>
            <p:nvPr/>
          </p:nvSpPr>
          <p:spPr>
            <a:xfrm>
              <a:off x="2880800" y="3599275"/>
              <a:ext cx="7575" cy="38250"/>
            </a:xfrm>
            <a:custGeom>
              <a:avLst/>
              <a:gdLst/>
              <a:ahLst/>
              <a:cxnLst/>
              <a:rect l="l" t="t" r="r" b="b"/>
              <a:pathLst>
                <a:path w="303" h="1530" extrusionOk="0">
                  <a:moveTo>
                    <a:pt x="152" y="0"/>
                  </a:moveTo>
                  <a:cubicBezTo>
                    <a:pt x="0" y="0"/>
                    <a:pt x="0" y="453"/>
                    <a:pt x="0" y="453"/>
                  </a:cubicBezTo>
                  <a:lnTo>
                    <a:pt x="0" y="1528"/>
                  </a:lnTo>
                  <a:lnTo>
                    <a:pt x="0" y="1530"/>
                  </a:lnTo>
                  <a:lnTo>
                    <a:pt x="302" y="1530"/>
                  </a:lnTo>
                  <a:lnTo>
                    <a:pt x="302" y="397"/>
                  </a:lnTo>
                  <a:cubicBezTo>
                    <a:pt x="302" y="397"/>
                    <a:pt x="302" y="0"/>
                    <a:pt x="1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8"/>
            <p:cNvSpPr/>
            <p:nvPr/>
          </p:nvSpPr>
          <p:spPr>
            <a:xfrm>
              <a:off x="2937825" y="3599700"/>
              <a:ext cx="7575" cy="38275"/>
            </a:xfrm>
            <a:custGeom>
              <a:avLst/>
              <a:gdLst/>
              <a:ahLst/>
              <a:cxnLst/>
              <a:rect l="l" t="t" r="r" b="b"/>
              <a:pathLst>
                <a:path w="303" h="1531" extrusionOk="0">
                  <a:moveTo>
                    <a:pt x="151" y="0"/>
                  </a:moveTo>
                  <a:cubicBezTo>
                    <a:pt x="0" y="0"/>
                    <a:pt x="0" y="454"/>
                    <a:pt x="0" y="454"/>
                  </a:cubicBezTo>
                  <a:lnTo>
                    <a:pt x="0" y="1530"/>
                  </a:lnTo>
                  <a:lnTo>
                    <a:pt x="0" y="1531"/>
                  </a:lnTo>
                  <a:lnTo>
                    <a:pt x="303" y="1531"/>
                  </a:lnTo>
                  <a:lnTo>
                    <a:pt x="303" y="398"/>
                  </a:lnTo>
                  <a:cubicBezTo>
                    <a:pt x="303" y="398"/>
                    <a:pt x="303" y="0"/>
                    <a:pt x="1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876016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58"/>
        <p:cNvGrpSpPr/>
        <p:nvPr/>
      </p:nvGrpSpPr>
      <p:grpSpPr>
        <a:xfrm>
          <a:off x="0" y="0"/>
          <a:ext cx="0" cy="0"/>
          <a:chOff x="0" y="0"/>
          <a:chExt cx="0" cy="0"/>
        </a:xfrm>
      </p:grpSpPr>
      <p:sp>
        <p:nvSpPr>
          <p:cNvPr id="1259" name="Google Shape;1259;p59"/>
          <p:cNvSpPr txBox="1">
            <a:spLocks noGrp="1"/>
          </p:cNvSpPr>
          <p:nvPr>
            <p:ph type="title"/>
          </p:nvPr>
        </p:nvSpPr>
        <p:spPr>
          <a:xfrm>
            <a:off x="3376800" y="-332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800" dirty="0">
                <a:latin typeface="+mj-lt"/>
              </a:rPr>
              <a:t>Dataset</a:t>
            </a:r>
            <a:r>
              <a:rPr lang="en-US" dirty="0"/>
              <a:t> :</a:t>
            </a:r>
            <a:endParaRPr dirty="0"/>
          </a:p>
        </p:txBody>
      </p:sp>
      <p:sp>
        <p:nvSpPr>
          <p:cNvPr id="1260" name="Google Shape;1260;p59"/>
          <p:cNvSpPr txBox="1">
            <a:spLocks noGrp="1"/>
          </p:cNvSpPr>
          <p:nvPr>
            <p:ph type="subTitle" idx="1"/>
          </p:nvPr>
        </p:nvSpPr>
        <p:spPr>
          <a:xfrm>
            <a:off x="916887" y="1135944"/>
            <a:ext cx="3454306" cy="627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mn-lt"/>
              </a:rPr>
              <a:t>The Quran, Islam's holy book, comprises revelations to Prophet Muhammad, guiding Muslims in faith, worship, and moral conduct, emphasizing monotheism and divine</a:t>
            </a:r>
          </a:p>
          <a:p>
            <a:pPr marL="0" lvl="0" indent="0" algn="l" rtl="0">
              <a:spcBef>
                <a:spcPts val="0"/>
              </a:spcBef>
              <a:spcAft>
                <a:spcPts val="0"/>
              </a:spcAft>
              <a:buNone/>
            </a:pPr>
            <a:endParaRPr lang="en-US" dirty="0"/>
          </a:p>
        </p:txBody>
      </p:sp>
      <p:sp>
        <p:nvSpPr>
          <p:cNvPr id="1263" name="Google Shape;1263;p59"/>
          <p:cNvSpPr txBox="1">
            <a:spLocks noGrp="1"/>
          </p:cNvSpPr>
          <p:nvPr>
            <p:ph type="subTitle" idx="4"/>
          </p:nvPr>
        </p:nvSpPr>
        <p:spPr>
          <a:xfrm>
            <a:off x="5204034" y="1104396"/>
            <a:ext cx="3455581" cy="627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mn-lt"/>
              </a:rPr>
              <a:t>Sahih Al-</a:t>
            </a:r>
            <a:r>
              <a:rPr lang="en-US" dirty="0" err="1">
                <a:latin typeface="+mn-lt"/>
              </a:rPr>
              <a:t>Albani</a:t>
            </a:r>
            <a:r>
              <a:rPr lang="en-US" dirty="0">
                <a:latin typeface="+mn-lt"/>
              </a:rPr>
              <a:t> refers to the compilations of hadiths authenticated by Muhammad Nasiruddin al-</a:t>
            </a:r>
            <a:r>
              <a:rPr lang="en-US" dirty="0" err="1">
                <a:latin typeface="+mn-lt"/>
              </a:rPr>
              <a:t>Albani</a:t>
            </a:r>
            <a:r>
              <a:rPr lang="en-US" dirty="0">
                <a:latin typeface="+mn-lt"/>
              </a:rPr>
              <a:t>, providing collection of sayings and actions of Prophet Muhammad . </a:t>
            </a:r>
          </a:p>
        </p:txBody>
      </p:sp>
      <p:sp>
        <p:nvSpPr>
          <p:cNvPr id="1264" name="Google Shape;1264;p59"/>
          <p:cNvSpPr txBox="1">
            <a:spLocks noGrp="1"/>
          </p:cNvSpPr>
          <p:nvPr>
            <p:ph type="subTitle" idx="5"/>
          </p:nvPr>
        </p:nvSpPr>
        <p:spPr>
          <a:xfrm>
            <a:off x="862342" y="848888"/>
            <a:ext cx="3060300"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latin typeface="+mj-lt"/>
              </a:rPr>
              <a:t>The Holy Quran</a:t>
            </a:r>
            <a:endParaRPr dirty="0">
              <a:latin typeface="+mj-lt"/>
            </a:endParaRPr>
          </a:p>
        </p:txBody>
      </p:sp>
      <p:sp>
        <p:nvSpPr>
          <p:cNvPr id="1267" name="Google Shape;1267;p59"/>
          <p:cNvSpPr txBox="1">
            <a:spLocks noGrp="1"/>
          </p:cNvSpPr>
          <p:nvPr>
            <p:ph type="subTitle" idx="8"/>
          </p:nvPr>
        </p:nvSpPr>
        <p:spPr>
          <a:xfrm>
            <a:off x="5204034" y="804129"/>
            <a:ext cx="3060300"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latin typeface="+mj-lt"/>
              </a:rPr>
              <a:t>Sahih Al-</a:t>
            </a:r>
            <a:r>
              <a:rPr lang="en-US" dirty="0" err="1">
                <a:latin typeface="+mj-lt"/>
              </a:rPr>
              <a:t>Albani</a:t>
            </a:r>
            <a:r>
              <a:rPr lang="en-US" dirty="0">
                <a:latin typeface="+mj-lt"/>
              </a:rPr>
              <a:t> </a:t>
            </a:r>
            <a:endParaRPr dirty="0">
              <a:latin typeface="+mj-lt"/>
            </a:endParaRPr>
          </a:p>
        </p:txBody>
      </p:sp>
      <p:sp>
        <p:nvSpPr>
          <p:cNvPr id="1268" name="Google Shape;1268;p59"/>
          <p:cNvSpPr/>
          <p:nvPr/>
        </p:nvSpPr>
        <p:spPr>
          <a:xfrm>
            <a:off x="444320" y="886484"/>
            <a:ext cx="484800" cy="865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59"/>
          <p:cNvSpPr/>
          <p:nvPr/>
        </p:nvSpPr>
        <p:spPr>
          <a:xfrm>
            <a:off x="4631165" y="848888"/>
            <a:ext cx="484800" cy="865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272" name="Google Shape;1272;p59"/>
          <p:cNvGrpSpPr/>
          <p:nvPr/>
        </p:nvGrpSpPr>
        <p:grpSpPr>
          <a:xfrm>
            <a:off x="4685268" y="1183669"/>
            <a:ext cx="376594" cy="376594"/>
            <a:chOff x="8040806" y="3971999"/>
            <a:chExt cx="376594" cy="376594"/>
          </a:xfrm>
        </p:grpSpPr>
        <p:sp>
          <p:nvSpPr>
            <p:cNvPr id="1273" name="Google Shape;1273;p59"/>
            <p:cNvSpPr/>
            <p:nvPr/>
          </p:nvSpPr>
          <p:spPr>
            <a:xfrm>
              <a:off x="8151569" y="4086668"/>
              <a:ext cx="130907" cy="151106"/>
            </a:xfrm>
            <a:custGeom>
              <a:avLst/>
              <a:gdLst/>
              <a:ahLst/>
              <a:cxnLst/>
              <a:rect l="l" t="t" r="r" b="b"/>
              <a:pathLst>
                <a:path w="4692" h="5416" extrusionOk="0">
                  <a:moveTo>
                    <a:pt x="1940" y="1"/>
                  </a:moveTo>
                  <a:lnTo>
                    <a:pt x="1940" y="1"/>
                  </a:lnTo>
                  <a:cubicBezTo>
                    <a:pt x="827" y="347"/>
                    <a:pt x="0" y="1405"/>
                    <a:pt x="0" y="2649"/>
                  </a:cubicBezTo>
                  <a:cubicBezTo>
                    <a:pt x="0" y="4176"/>
                    <a:pt x="1242" y="5416"/>
                    <a:pt x="2769" y="5416"/>
                  </a:cubicBezTo>
                  <a:cubicBezTo>
                    <a:pt x="3500" y="5416"/>
                    <a:pt x="4183" y="5126"/>
                    <a:pt x="4692" y="4625"/>
                  </a:cubicBezTo>
                  <a:cubicBezTo>
                    <a:pt x="2970" y="4596"/>
                    <a:pt x="1581" y="3189"/>
                    <a:pt x="1581" y="1463"/>
                  </a:cubicBezTo>
                  <a:cubicBezTo>
                    <a:pt x="1581" y="946"/>
                    <a:pt x="1706" y="447"/>
                    <a:pt x="19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74" name="Google Shape;1274;p59"/>
            <p:cNvSpPr/>
            <p:nvPr/>
          </p:nvSpPr>
          <p:spPr>
            <a:xfrm>
              <a:off x="8040806" y="3971999"/>
              <a:ext cx="376594" cy="376594"/>
            </a:xfrm>
            <a:custGeom>
              <a:avLst/>
              <a:gdLst/>
              <a:ahLst/>
              <a:cxnLst/>
              <a:rect l="l" t="t" r="r" b="b"/>
              <a:pathLst>
                <a:path w="13498" h="13498" extrusionOk="0">
                  <a:moveTo>
                    <a:pt x="9519" y="3979"/>
                  </a:moveTo>
                  <a:lnTo>
                    <a:pt x="9519" y="4770"/>
                  </a:lnTo>
                  <a:lnTo>
                    <a:pt x="10310" y="4770"/>
                  </a:lnTo>
                  <a:lnTo>
                    <a:pt x="10310" y="5561"/>
                  </a:lnTo>
                  <a:lnTo>
                    <a:pt x="9519" y="5561"/>
                  </a:lnTo>
                  <a:lnTo>
                    <a:pt x="9519" y="6354"/>
                  </a:lnTo>
                  <a:lnTo>
                    <a:pt x="8727" y="6354"/>
                  </a:lnTo>
                  <a:lnTo>
                    <a:pt x="8727" y="5561"/>
                  </a:lnTo>
                  <a:lnTo>
                    <a:pt x="7935" y="5561"/>
                  </a:lnTo>
                  <a:lnTo>
                    <a:pt x="7935" y="4770"/>
                  </a:lnTo>
                  <a:lnTo>
                    <a:pt x="8727" y="4770"/>
                  </a:lnTo>
                  <a:lnTo>
                    <a:pt x="8727" y="3979"/>
                  </a:lnTo>
                  <a:close/>
                  <a:moveTo>
                    <a:pt x="6598" y="3182"/>
                  </a:moveTo>
                  <a:cubicBezTo>
                    <a:pt x="6672" y="3182"/>
                    <a:pt x="6746" y="3185"/>
                    <a:pt x="6819" y="3191"/>
                  </a:cubicBezTo>
                  <a:lnTo>
                    <a:pt x="7786" y="3191"/>
                  </a:lnTo>
                  <a:lnTo>
                    <a:pt x="7055" y="3872"/>
                  </a:lnTo>
                  <a:cubicBezTo>
                    <a:pt x="6595" y="4323"/>
                    <a:pt x="6344" y="4924"/>
                    <a:pt x="6344" y="5564"/>
                  </a:cubicBezTo>
                  <a:cubicBezTo>
                    <a:pt x="6344" y="6873"/>
                    <a:pt x="7407" y="7936"/>
                    <a:pt x="8716" y="7936"/>
                  </a:cubicBezTo>
                  <a:cubicBezTo>
                    <a:pt x="8935" y="7936"/>
                    <a:pt x="9159" y="7898"/>
                    <a:pt x="9419" y="7816"/>
                  </a:cubicBezTo>
                  <a:lnTo>
                    <a:pt x="10324" y="7533"/>
                  </a:lnTo>
                  <a:lnTo>
                    <a:pt x="9887" y="8372"/>
                  </a:lnTo>
                  <a:cubicBezTo>
                    <a:pt x="9270" y="9564"/>
                    <a:pt x="8064" y="10305"/>
                    <a:pt x="6739" y="10305"/>
                  </a:cubicBezTo>
                  <a:cubicBezTo>
                    <a:pt x="4776" y="10305"/>
                    <a:pt x="3181" y="8710"/>
                    <a:pt x="3181" y="6749"/>
                  </a:cubicBezTo>
                  <a:cubicBezTo>
                    <a:pt x="3181" y="4673"/>
                    <a:pt x="4946" y="3182"/>
                    <a:pt x="6598" y="3182"/>
                  </a:cubicBezTo>
                  <a:close/>
                  <a:moveTo>
                    <a:pt x="6749" y="0"/>
                  </a:moveTo>
                  <a:lnTo>
                    <a:pt x="5003" y="1609"/>
                  </a:lnTo>
                  <a:lnTo>
                    <a:pt x="1609" y="1609"/>
                  </a:lnTo>
                  <a:lnTo>
                    <a:pt x="1609" y="5003"/>
                  </a:lnTo>
                  <a:lnTo>
                    <a:pt x="0" y="6749"/>
                  </a:lnTo>
                  <a:lnTo>
                    <a:pt x="1609" y="8493"/>
                  </a:lnTo>
                  <a:lnTo>
                    <a:pt x="1609" y="11889"/>
                  </a:lnTo>
                  <a:lnTo>
                    <a:pt x="5003" y="11889"/>
                  </a:lnTo>
                  <a:lnTo>
                    <a:pt x="6749" y="13498"/>
                  </a:lnTo>
                  <a:lnTo>
                    <a:pt x="8495" y="11889"/>
                  </a:lnTo>
                  <a:lnTo>
                    <a:pt x="11889" y="11889"/>
                  </a:lnTo>
                  <a:lnTo>
                    <a:pt x="11889" y="8493"/>
                  </a:lnTo>
                  <a:lnTo>
                    <a:pt x="13498" y="6749"/>
                  </a:lnTo>
                  <a:lnTo>
                    <a:pt x="11889" y="5003"/>
                  </a:lnTo>
                  <a:lnTo>
                    <a:pt x="11889" y="1609"/>
                  </a:lnTo>
                  <a:lnTo>
                    <a:pt x="8495" y="1609"/>
                  </a:lnTo>
                  <a:lnTo>
                    <a:pt x="67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75" name="Google Shape;1275;p59"/>
            <p:cNvSpPr/>
            <p:nvPr/>
          </p:nvSpPr>
          <p:spPr>
            <a:xfrm>
              <a:off x="8284289" y="4105082"/>
              <a:ext cx="22097" cy="22097"/>
            </a:xfrm>
            <a:custGeom>
              <a:avLst/>
              <a:gdLst/>
              <a:ahLst/>
              <a:cxnLst/>
              <a:rect l="l" t="t" r="r" b="b"/>
              <a:pathLst>
                <a:path w="792" h="792" extrusionOk="0">
                  <a:moveTo>
                    <a:pt x="0" y="0"/>
                  </a:moveTo>
                  <a:lnTo>
                    <a:pt x="0" y="791"/>
                  </a:lnTo>
                  <a:lnTo>
                    <a:pt x="792" y="791"/>
                  </a:lnTo>
                  <a:lnTo>
                    <a:pt x="7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283" name="Google Shape;1283;p59"/>
          <p:cNvGrpSpPr/>
          <p:nvPr/>
        </p:nvGrpSpPr>
        <p:grpSpPr>
          <a:xfrm>
            <a:off x="492732" y="1205808"/>
            <a:ext cx="286784" cy="376455"/>
            <a:chOff x="5646707" y="3972027"/>
            <a:chExt cx="286784" cy="376455"/>
          </a:xfrm>
        </p:grpSpPr>
        <p:sp>
          <p:nvSpPr>
            <p:cNvPr id="1284" name="Google Shape;1284;p59"/>
            <p:cNvSpPr/>
            <p:nvPr/>
          </p:nvSpPr>
          <p:spPr>
            <a:xfrm>
              <a:off x="5801078" y="3972027"/>
              <a:ext cx="71926" cy="111042"/>
            </a:xfrm>
            <a:custGeom>
              <a:avLst/>
              <a:gdLst/>
              <a:ahLst/>
              <a:cxnLst/>
              <a:rect l="l" t="t" r="r" b="b"/>
              <a:pathLst>
                <a:path w="2578" h="3980" extrusionOk="0">
                  <a:moveTo>
                    <a:pt x="1" y="1"/>
                  </a:moveTo>
                  <a:lnTo>
                    <a:pt x="1" y="3421"/>
                  </a:lnTo>
                  <a:lnTo>
                    <a:pt x="559" y="3980"/>
                  </a:lnTo>
                  <a:lnTo>
                    <a:pt x="1023" y="3980"/>
                  </a:lnTo>
                  <a:lnTo>
                    <a:pt x="2577" y="2424"/>
                  </a:lnTo>
                  <a:cubicBezTo>
                    <a:pt x="1618" y="1362"/>
                    <a:pt x="442" y="30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85" name="Google Shape;1285;p59"/>
            <p:cNvSpPr/>
            <p:nvPr/>
          </p:nvSpPr>
          <p:spPr>
            <a:xfrm>
              <a:off x="5739474" y="4087589"/>
              <a:ext cx="101221" cy="101193"/>
            </a:xfrm>
            <a:custGeom>
              <a:avLst/>
              <a:gdLst/>
              <a:ahLst/>
              <a:cxnLst/>
              <a:rect l="l" t="t" r="r" b="b"/>
              <a:pathLst>
                <a:path w="3628" h="3627" extrusionOk="0">
                  <a:moveTo>
                    <a:pt x="1814" y="0"/>
                  </a:moveTo>
                  <a:lnTo>
                    <a:pt x="1186" y="627"/>
                  </a:lnTo>
                  <a:lnTo>
                    <a:pt x="626" y="627"/>
                  </a:lnTo>
                  <a:lnTo>
                    <a:pt x="626" y="1187"/>
                  </a:lnTo>
                  <a:lnTo>
                    <a:pt x="0" y="1813"/>
                  </a:lnTo>
                  <a:lnTo>
                    <a:pt x="626" y="2441"/>
                  </a:lnTo>
                  <a:lnTo>
                    <a:pt x="626" y="3001"/>
                  </a:lnTo>
                  <a:lnTo>
                    <a:pt x="1186" y="3001"/>
                  </a:lnTo>
                  <a:lnTo>
                    <a:pt x="1814" y="3627"/>
                  </a:lnTo>
                  <a:lnTo>
                    <a:pt x="2440" y="3001"/>
                  </a:lnTo>
                  <a:lnTo>
                    <a:pt x="3000" y="3001"/>
                  </a:lnTo>
                  <a:lnTo>
                    <a:pt x="3000" y="2441"/>
                  </a:lnTo>
                  <a:lnTo>
                    <a:pt x="3627" y="1813"/>
                  </a:lnTo>
                  <a:lnTo>
                    <a:pt x="3000" y="1187"/>
                  </a:lnTo>
                  <a:lnTo>
                    <a:pt x="3000" y="627"/>
                  </a:lnTo>
                  <a:lnTo>
                    <a:pt x="2440" y="627"/>
                  </a:lnTo>
                  <a:lnTo>
                    <a:pt x="181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86" name="Google Shape;1286;p59"/>
            <p:cNvSpPr/>
            <p:nvPr/>
          </p:nvSpPr>
          <p:spPr>
            <a:xfrm>
              <a:off x="5845188" y="4056731"/>
              <a:ext cx="66235" cy="70447"/>
            </a:xfrm>
            <a:custGeom>
              <a:avLst/>
              <a:gdLst/>
              <a:ahLst/>
              <a:cxnLst/>
              <a:rect l="l" t="t" r="r" b="b"/>
              <a:pathLst>
                <a:path w="2374" h="2525" extrusionOk="0">
                  <a:moveTo>
                    <a:pt x="1504" y="0"/>
                  </a:moveTo>
                  <a:lnTo>
                    <a:pt x="0" y="1504"/>
                  </a:lnTo>
                  <a:lnTo>
                    <a:pt x="0" y="1966"/>
                  </a:lnTo>
                  <a:lnTo>
                    <a:pt x="560" y="2524"/>
                  </a:lnTo>
                  <a:lnTo>
                    <a:pt x="2331" y="2524"/>
                  </a:lnTo>
                  <a:cubicBezTo>
                    <a:pt x="2346" y="2393"/>
                    <a:pt x="2374" y="2261"/>
                    <a:pt x="2374" y="2130"/>
                  </a:cubicBezTo>
                  <a:cubicBezTo>
                    <a:pt x="2374" y="1416"/>
                    <a:pt x="2011" y="682"/>
                    <a:pt x="15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87" name="Google Shape;1287;p59"/>
            <p:cNvSpPr/>
            <p:nvPr/>
          </p:nvSpPr>
          <p:spPr>
            <a:xfrm>
              <a:off x="5707083" y="3972027"/>
              <a:ext cx="71954" cy="111042"/>
            </a:xfrm>
            <a:custGeom>
              <a:avLst/>
              <a:gdLst/>
              <a:ahLst/>
              <a:cxnLst/>
              <a:rect l="l" t="t" r="r" b="b"/>
              <a:pathLst>
                <a:path w="2579" h="3980" extrusionOk="0">
                  <a:moveTo>
                    <a:pt x="2578" y="1"/>
                  </a:moveTo>
                  <a:cubicBezTo>
                    <a:pt x="2135" y="303"/>
                    <a:pt x="960" y="1362"/>
                    <a:pt x="0" y="2424"/>
                  </a:cubicBezTo>
                  <a:lnTo>
                    <a:pt x="1556" y="3980"/>
                  </a:lnTo>
                  <a:lnTo>
                    <a:pt x="2018" y="3980"/>
                  </a:lnTo>
                  <a:lnTo>
                    <a:pt x="2578" y="3421"/>
                  </a:lnTo>
                  <a:lnTo>
                    <a:pt x="25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88" name="Google Shape;1288;p59"/>
            <p:cNvSpPr/>
            <p:nvPr/>
          </p:nvSpPr>
          <p:spPr>
            <a:xfrm>
              <a:off x="5845188" y="4149192"/>
              <a:ext cx="88276" cy="116817"/>
            </a:xfrm>
            <a:custGeom>
              <a:avLst/>
              <a:gdLst/>
              <a:ahLst/>
              <a:cxnLst/>
              <a:rect l="l" t="t" r="r" b="b"/>
              <a:pathLst>
                <a:path w="3164" h="4187" extrusionOk="0">
                  <a:moveTo>
                    <a:pt x="559" y="0"/>
                  </a:moveTo>
                  <a:lnTo>
                    <a:pt x="0" y="560"/>
                  </a:lnTo>
                  <a:lnTo>
                    <a:pt x="0" y="1024"/>
                  </a:lnTo>
                  <a:lnTo>
                    <a:pt x="3163" y="4187"/>
                  </a:lnTo>
                  <a:lnTo>
                    <a:pt x="3163" y="1188"/>
                  </a:lnTo>
                  <a:cubicBezTo>
                    <a:pt x="3163" y="749"/>
                    <a:pt x="3005" y="339"/>
                    <a:pt x="27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89" name="Google Shape;1289;p59"/>
            <p:cNvSpPr/>
            <p:nvPr/>
          </p:nvSpPr>
          <p:spPr>
            <a:xfrm>
              <a:off x="5646707" y="4193330"/>
              <a:ext cx="132358" cy="155152"/>
            </a:xfrm>
            <a:custGeom>
              <a:avLst/>
              <a:gdLst/>
              <a:ahLst/>
              <a:cxnLst/>
              <a:rect l="l" t="t" r="r" b="b"/>
              <a:pathLst>
                <a:path w="4744" h="5561" extrusionOk="0">
                  <a:moveTo>
                    <a:pt x="3722" y="0"/>
                  </a:moveTo>
                  <a:lnTo>
                    <a:pt x="0" y="3722"/>
                  </a:lnTo>
                  <a:lnTo>
                    <a:pt x="0" y="5560"/>
                  </a:lnTo>
                  <a:lnTo>
                    <a:pt x="4744" y="5560"/>
                  </a:lnTo>
                  <a:lnTo>
                    <a:pt x="4744" y="559"/>
                  </a:lnTo>
                  <a:lnTo>
                    <a:pt x="418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90" name="Google Shape;1290;p59"/>
            <p:cNvSpPr/>
            <p:nvPr/>
          </p:nvSpPr>
          <p:spPr>
            <a:xfrm>
              <a:off x="5801133" y="4193330"/>
              <a:ext cx="132358" cy="155152"/>
            </a:xfrm>
            <a:custGeom>
              <a:avLst/>
              <a:gdLst/>
              <a:ahLst/>
              <a:cxnLst/>
              <a:rect l="l" t="t" r="r" b="b"/>
              <a:pathLst>
                <a:path w="4744" h="5561" extrusionOk="0">
                  <a:moveTo>
                    <a:pt x="560" y="0"/>
                  </a:moveTo>
                  <a:lnTo>
                    <a:pt x="0" y="559"/>
                  </a:lnTo>
                  <a:lnTo>
                    <a:pt x="0" y="5560"/>
                  </a:lnTo>
                  <a:lnTo>
                    <a:pt x="4744" y="5560"/>
                  </a:lnTo>
                  <a:lnTo>
                    <a:pt x="4744" y="3722"/>
                  </a:lnTo>
                  <a:lnTo>
                    <a:pt x="10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91" name="Google Shape;1291;p59"/>
            <p:cNvSpPr/>
            <p:nvPr/>
          </p:nvSpPr>
          <p:spPr>
            <a:xfrm>
              <a:off x="5646707" y="4149276"/>
              <a:ext cx="88276" cy="116789"/>
            </a:xfrm>
            <a:custGeom>
              <a:avLst/>
              <a:gdLst/>
              <a:ahLst/>
              <a:cxnLst/>
              <a:rect l="l" t="t" r="r" b="b"/>
              <a:pathLst>
                <a:path w="3164" h="4186" extrusionOk="0">
                  <a:moveTo>
                    <a:pt x="415" y="0"/>
                  </a:moveTo>
                  <a:cubicBezTo>
                    <a:pt x="157" y="338"/>
                    <a:pt x="0" y="747"/>
                    <a:pt x="0" y="1186"/>
                  </a:cubicBezTo>
                  <a:lnTo>
                    <a:pt x="0" y="4185"/>
                  </a:lnTo>
                  <a:lnTo>
                    <a:pt x="3163" y="1021"/>
                  </a:lnTo>
                  <a:lnTo>
                    <a:pt x="3163" y="559"/>
                  </a:lnTo>
                  <a:lnTo>
                    <a:pt x="260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92" name="Google Shape;1292;p59"/>
            <p:cNvSpPr/>
            <p:nvPr/>
          </p:nvSpPr>
          <p:spPr>
            <a:xfrm>
              <a:off x="5668720" y="4056703"/>
              <a:ext cx="66263" cy="70447"/>
            </a:xfrm>
            <a:custGeom>
              <a:avLst/>
              <a:gdLst/>
              <a:ahLst/>
              <a:cxnLst/>
              <a:rect l="l" t="t" r="r" b="b"/>
              <a:pathLst>
                <a:path w="2375" h="2525" extrusionOk="0">
                  <a:moveTo>
                    <a:pt x="871" y="0"/>
                  </a:moveTo>
                  <a:cubicBezTo>
                    <a:pt x="363" y="680"/>
                    <a:pt x="1" y="1414"/>
                    <a:pt x="1" y="2129"/>
                  </a:cubicBezTo>
                  <a:cubicBezTo>
                    <a:pt x="1" y="2261"/>
                    <a:pt x="29" y="2394"/>
                    <a:pt x="43" y="2524"/>
                  </a:cubicBezTo>
                  <a:lnTo>
                    <a:pt x="1814" y="2524"/>
                  </a:lnTo>
                  <a:lnTo>
                    <a:pt x="2373" y="1965"/>
                  </a:lnTo>
                  <a:lnTo>
                    <a:pt x="2373" y="1502"/>
                  </a:lnTo>
                  <a:lnTo>
                    <a:pt x="2374" y="1502"/>
                  </a:lnTo>
                  <a:lnTo>
                    <a:pt x="87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5" name="TextBox 14">
            <a:extLst>
              <a:ext uri="{FF2B5EF4-FFF2-40B4-BE49-F238E27FC236}">
                <a16:creationId xmlns:a16="http://schemas.microsoft.com/office/drawing/2014/main" id="{C82F4B3C-B0BA-8ADC-2481-BA9C7AA01784}"/>
              </a:ext>
            </a:extLst>
          </p:cNvPr>
          <p:cNvSpPr txBox="1"/>
          <p:nvPr/>
        </p:nvSpPr>
        <p:spPr>
          <a:xfrm>
            <a:off x="5139025" y="2828463"/>
            <a:ext cx="3299375" cy="1600438"/>
          </a:xfrm>
          <a:prstGeom prst="rect">
            <a:avLst/>
          </a:prstGeom>
          <a:noFill/>
        </p:spPr>
        <p:txBody>
          <a:bodyPr wrap="square">
            <a:spAutoFit/>
          </a:bodyPr>
          <a:lstStyle/>
          <a:p>
            <a:pPr marL="285750" lvl="0" indent="-285750" algn="l" rtl="0">
              <a:spcBef>
                <a:spcPts val="0"/>
              </a:spcBef>
              <a:spcAft>
                <a:spcPts val="0"/>
              </a:spcAft>
              <a:buFont typeface="Arial" panose="020B0604020202020204" pitchFamily="34" charset="0"/>
              <a:buChar char="•"/>
            </a:pPr>
            <a:r>
              <a:rPr lang="en-US" dirty="0"/>
              <a:t>Cleared out of diacritics</a:t>
            </a:r>
          </a:p>
          <a:p>
            <a:pPr marL="285750" lvl="0" indent="-285750" algn="l" rtl="0">
              <a:spcBef>
                <a:spcPts val="0"/>
              </a:spcBef>
              <a:spcAft>
                <a:spcPts val="0"/>
              </a:spcAft>
              <a:buFont typeface="Arial" panose="020B0604020202020204" pitchFamily="34" charset="0"/>
              <a:buChar char="•"/>
            </a:pPr>
            <a:r>
              <a:rPr lang="en-US" dirty="0"/>
              <a:t>Each Hadith is in a separated line</a:t>
            </a:r>
          </a:p>
          <a:p>
            <a:pPr marL="285750" lvl="0" indent="-285750" algn="l" rtl="0">
              <a:spcBef>
                <a:spcPts val="0"/>
              </a:spcBef>
              <a:spcAft>
                <a:spcPts val="0"/>
              </a:spcAft>
              <a:buFont typeface="Arial" panose="020B0604020202020204" pitchFamily="34" charset="0"/>
              <a:buChar char="•"/>
            </a:pPr>
            <a:r>
              <a:rPr lang="en-US" dirty="0"/>
              <a:t>No vertical separation </a:t>
            </a:r>
          </a:p>
          <a:p>
            <a:pPr marL="285750" lvl="0" indent="-285750" algn="l" rtl="0">
              <a:spcBef>
                <a:spcPts val="0"/>
              </a:spcBef>
              <a:spcAft>
                <a:spcPts val="0"/>
              </a:spcAft>
              <a:buFont typeface="Arial" panose="020B0604020202020204" pitchFamily="34" charset="0"/>
              <a:buChar char="•"/>
            </a:pPr>
            <a:r>
              <a:rPr lang="en-US" dirty="0"/>
              <a:t>Sampled and clean</a:t>
            </a:r>
          </a:p>
          <a:p>
            <a:pPr marL="285750" lvl="0" indent="-285750" algn="l" rtl="0">
              <a:spcBef>
                <a:spcPts val="0"/>
              </a:spcBef>
              <a:spcAft>
                <a:spcPts val="0"/>
              </a:spcAft>
              <a:buFont typeface="Arial" panose="020B0604020202020204" pitchFamily="34" charset="0"/>
              <a:buChar char="•"/>
            </a:pPr>
            <a:r>
              <a:rPr lang="en-US" dirty="0"/>
              <a:t>69178 words – 611Kb – No OCR</a:t>
            </a:r>
          </a:p>
          <a:p>
            <a:pPr marL="285750" lvl="0" indent="-285750" algn="l" rtl="0">
              <a:spcBef>
                <a:spcPts val="0"/>
              </a:spcBef>
              <a:spcAft>
                <a:spcPts val="0"/>
              </a:spcAft>
              <a:buFont typeface="Arial" panose="020B0604020202020204" pitchFamily="34" charset="0"/>
              <a:buChar char="•"/>
            </a:pPr>
            <a:r>
              <a:rPr lang="en-US" dirty="0"/>
              <a:t>.txt file</a:t>
            </a:r>
          </a:p>
          <a:p>
            <a:pPr marL="285750" lvl="0" indent="-285750" algn="l" rtl="0">
              <a:spcBef>
                <a:spcPts val="0"/>
              </a:spcBef>
              <a:spcAft>
                <a:spcPts val="0"/>
              </a:spcAft>
              <a:buFont typeface="Arial" panose="020B0604020202020204" pitchFamily="34" charset="0"/>
              <a:buChar char="•"/>
            </a:pPr>
            <a:r>
              <a:rPr lang="en-US" dirty="0"/>
              <a:t>Provided by the professor</a:t>
            </a:r>
          </a:p>
        </p:txBody>
      </p:sp>
      <p:sp>
        <p:nvSpPr>
          <p:cNvPr id="16" name="TextBox 15">
            <a:extLst>
              <a:ext uri="{FF2B5EF4-FFF2-40B4-BE49-F238E27FC236}">
                <a16:creationId xmlns:a16="http://schemas.microsoft.com/office/drawing/2014/main" id="{4478D6FF-F97E-530E-4633-240FF5908BCB}"/>
              </a:ext>
            </a:extLst>
          </p:cNvPr>
          <p:cNvSpPr txBox="1"/>
          <p:nvPr/>
        </p:nvSpPr>
        <p:spPr>
          <a:xfrm>
            <a:off x="982540" y="2828463"/>
            <a:ext cx="3648625" cy="1600438"/>
          </a:xfrm>
          <a:prstGeom prst="rect">
            <a:avLst/>
          </a:prstGeom>
          <a:noFill/>
        </p:spPr>
        <p:txBody>
          <a:bodyPr wrap="square">
            <a:spAutoFit/>
          </a:bodyPr>
          <a:lstStyle/>
          <a:p>
            <a:pPr marL="285750" lvl="0" indent="-285750" algn="l" rtl="0">
              <a:spcBef>
                <a:spcPts val="0"/>
              </a:spcBef>
              <a:spcAft>
                <a:spcPts val="0"/>
              </a:spcAft>
              <a:buFont typeface="Arial" panose="020B0604020202020204" pitchFamily="34" charset="0"/>
              <a:buChar char="•"/>
            </a:pPr>
            <a:r>
              <a:rPr lang="en-US" dirty="0"/>
              <a:t>Cleared out of diacritics</a:t>
            </a:r>
          </a:p>
          <a:p>
            <a:pPr marL="285750" lvl="0" indent="-285750" algn="l" rtl="0">
              <a:spcBef>
                <a:spcPts val="0"/>
              </a:spcBef>
              <a:spcAft>
                <a:spcPts val="0"/>
              </a:spcAft>
              <a:buFont typeface="Arial" panose="020B0604020202020204" pitchFamily="34" charset="0"/>
              <a:buChar char="•"/>
            </a:pPr>
            <a:r>
              <a:rPr lang="en-US" dirty="0"/>
              <a:t>Each Ayah is in a single line</a:t>
            </a:r>
          </a:p>
          <a:p>
            <a:pPr marL="285750" lvl="0" indent="-285750" algn="l" rtl="0">
              <a:spcBef>
                <a:spcPts val="0"/>
              </a:spcBef>
              <a:spcAft>
                <a:spcPts val="0"/>
              </a:spcAft>
              <a:buFont typeface="Arial" panose="020B0604020202020204" pitchFamily="34" charset="0"/>
              <a:buChar char="•"/>
            </a:pPr>
            <a:r>
              <a:rPr lang="en-US" dirty="0"/>
              <a:t>Ayat are separated by vertical lines</a:t>
            </a:r>
          </a:p>
          <a:p>
            <a:pPr marL="285750" lvl="0" indent="-285750" algn="l" rtl="0">
              <a:spcBef>
                <a:spcPts val="0"/>
              </a:spcBef>
              <a:spcAft>
                <a:spcPts val="0"/>
              </a:spcAft>
              <a:buFont typeface="Arial" panose="020B0604020202020204" pitchFamily="34" charset="0"/>
              <a:buChar char="•"/>
            </a:pPr>
            <a:r>
              <a:rPr lang="en-US" dirty="0"/>
              <a:t>Sampled and clean </a:t>
            </a:r>
          </a:p>
          <a:p>
            <a:pPr marL="285750" lvl="0" indent="-285750" algn="l" rtl="0">
              <a:spcBef>
                <a:spcPts val="0"/>
              </a:spcBef>
              <a:spcAft>
                <a:spcPts val="0"/>
              </a:spcAft>
              <a:buFont typeface="Arial" panose="020B0604020202020204" pitchFamily="34" charset="0"/>
              <a:buChar char="•"/>
            </a:pPr>
            <a:r>
              <a:rPr lang="en-US" dirty="0"/>
              <a:t>77880 words – 763Kb – No OCR </a:t>
            </a:r>
          </a:p>
          <a:p>
            <a:pPr marL="285750" lvl="0" indent="-285750" algn="l" rtl="0">
              <a:spcBef>
                <a:spcPts val="0"/>
              </a:spcBef>
              <a:spcAft>
                <a:spcPts val="0"/>
              </a:spcAft>
              <a:buFont typeface="Arial" panose="020B0604020202020204" pitchFamily="34" charset="0"/>
              <a:buChar char="•"/>
            </a:pPr>
            <a:r>
              <a:rPr lang="en-US" dirty="0"/>
              <a:t>.txt file</a:t>
            </a:r>
          </a:p>
          <a:p>
            <a:pPr marL="285750" lvl="0" indent="-285750" algn="l" rtl="0">
              <a:spcBef>
                <a:spcPts val="0"/>
              </a:spcBef>
              <a:spcAft>
                <a:spcPts val="0"/>
              </a:spcAft>
              <a:buFont typeface="Arial" panose="020B0604020202020204" pitchFamily="34" charset="0"/>
              <a:buChar char="•"/>
            </a:pPr>
            <a:r>
              <a:rPr lang="en-US" dirty="0"/>
              <a:t>Provided by the professor </a:t>
            </a:r>
          </a:p>
        </p:txBody>
      </p:sp>
    </p:spTree>
    <p:extLst>
      <p:ext uri="{BB962C8B-B14F-4D97-AF65-F5344CB8AC3E}">
        <p14:creationId xmlns:p14="http://schemas.microsoft.com/office/powerpoint/2010/main" val="3950653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sp>
        <p:nvSpPr>
          <p:cNvPr id="953" name="Google Shape;953;p49"/>
          <p:cNvSpPr txBox="1">
            <a:spLocks noGrp="1"/>
          </p:cNvSpPr>
          <p:nvPr>
            <p:ph type="title"/>
          </p:nvPr>
        </p:nvSpPr>
        <p:spPr>
          <a:xfrm>
            <a:off x="713224" y="53443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mj-lt"/>
              </a:rPr>
              <a:t>Tools used in the process : </a:t>
            </a:r>
            <a:endParaRPr dirty="0">
              <a:latin typeface="+mj-lt"/>
            </a:endParaRPr>
          </a:p>
        </p:txBody>
      </p:sp>
      <p:sp>
        <p:nvSpPr>
          <p:cNvPr id="954" name="Google Shape;954;p49"/>
          <p:cNvSpPr txBox="1">
            <a:spLocks noGrp="1"/>
          </p:cNvSpPr>
          <p:nvPr>
            <p:ph type="subTitle" idx="1"/>
          </p:nvPr>
        </p:nvSpPr>
        <p:spPr>
          <a:xfrm>
            <a:off x="2589292" y="1868778"/>
            <a:ext cx="2046306" cy="63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dirty="0">
                <a:latin typeface="+mn-lt"/>
              </a:rPr>
              <a:t>Data plotting and graphs</a:t>
            </a:r>
            <a:endParaRPr sz="1800" dirty="0">
              <a:latin typeface="+mn-lt"/>
            </a:endParaRPr>
          </a:p>
        </p:txBody>
      </p:sp>
      <p:sp>
        <p:nvSpPr>
          <p:cNvPr id="958" name="Google Shape;958;p49"/>
          <p:cNvSpPr txBox="1">
            <a:spLocks noGrp="1"/>
          </p:cNvSpPr>
          <p:nvPr>
            <p:ph type="subTitle" idx="7"/>
          </p:nvPr>
        </p:nvSpPr>
        <p:spPr>
          <a:xfrm>
            <a:off x="2590433" y="1549231"/>
            <a:ext cx="1974791" cy="49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latin typeface="+mj-lt"/>
              </a:rPr>
              <a:t>Excel Sheet</a:t>
            </a:r>
            <a:endParaRPr dirty="0">
              <a:latin typeface="+mj-lt"/>
            </a:endParaRPr>
          </a:p>
        </p:txBody>
      </p:sp>
      <p:sp>
        <p:nvSpPr>
          <p:cNvPr id="969" name="Google Shape;969;p49"/>
          <p:cNvSpPr/>
          <p:nvPr/>
        </p:nvSpPr>
        <p:spPr>
          <a:xfrm>
            <a:off x="1671600" y="1583136"/>
            <a:ext cx="859625" cy="865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28" name="Picture 4" descr="Microsoft Excel logo and symbol, meaning, history, PNG">
            <a:extLst>
              <a:ext uri="{FF2B5EF4-FFF2-40B4-BE49-F238E27FC236}">
                <a16:creationId xmlns:a16="http://schemas.microsoft.com/office/drawing/2014/main" id="{58B3E110-BACA-2E84-7692-80E9951EDA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3015" y="1616049"/>
            <a:ext cx="1315619" cy="822262"/>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969;p49">
            <a:extLst>
              <a:ext uri="{FF2B5EF4-FFF2-40B4-BE49-F238E27FC236}">
                <a16:creationId xmlns:a16="http://schemas.microsoft.com/office/drawing/2014/main" id="{8555B0F4-69CE-214B-1ABB-6C8D6D72374E}"/>
              </a:ext>
            </a:extLst>
          </p:cNvPr>
          <p:cNvSpPr/>
          <p:nvPr/>
        </p:nvSpPr>
        <p:spPr>
          <a:xfrm>
            <a:off x="4997275" y="1594280"/>
            <a:ext cx="859625" cy="865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30" name="Picture 6" descr="Teach you the usage of antconc software for data analysis">
            <a:extLst>
              <a:ext uri="{FF2B5EF4-FFF2-40B4-BE49-F238E27FC236}">
                <a16:creationId xmlns:a16="http://schemas.microsoft.com/office/drawing/2014/main" id="{5BCBE886-3201-EBB0-0F02-03E8A83C090B}"/>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3483" b="94630" l="294" r="96618">
                        <a14:foregroundMark x1="10588" y1="59942" x2="5882" y2="55733"/>
                        <a14:foregroundMark x1="8971" y1="51959" x2="10441" y2="49492"/>
                        <a14:foregroundMark x1="8088" y1="49492" x2="2059" y2="59216"/>
                        <a14:foregroundMark x1="1176" y1="58345" x2="3235" y2="57620"/>
                        <a14:foregroundMark x1="47500" y1="89985" x2="51324" y2="94485"/>
                        <a14:foregroundMark x1="55588" y1="94340" x2="75147" y2="82874"/>
                        <a14:foregroundMark x1="58088" y1="92598" x2="50588" y2="86357"/>
                        <a14:foregroundMark x1="61029" y1="87083" x2="84853" y2="74311"/>
                        <a14:foregroundMark x1="84853" y1="74311" x2="80441" y2="75327"/>
                        <a14:foregroundMark x1="82647" y1="73730" x2="92794" y2="67925"/>
                        <a14:foregroundMark x1="96029" y1="58055" x2="96618" y2="58055"/>
                        <a14:foregroundMark x1="30294" y1="39623" x2="29265" y2="40203"/>
                        <a14:foregroundMark x1="88971" y1="72424" x2="84853" y2="70827"/>
                        <a14:foregroundMark x1="85735" y1="72859" x2="62941" y2="83745"/>
                        <a14:foregroundMark x1="62941" y1="83745" x2="55735" y2="93469"/>
                        <a14:foregroundMark x1="55735" y1="93469" x2="55441" y2="94630"/>
                        <a14:foregroundMark x1="45882" y1="78084" x2="37206" y2="60958"/>
                        <a14:foregroundMark x1="37206" y1="60958" x2="55588" y2="53266"/>
                        <a14:foregroundMark x1="71912" y1="67344" x2="84412" y2="64441"/>
                        <a14:foregroundMark x1="84412" y1="64441" x2="63235" y2="53846"/>
                        <a14:foregroundMark x1="63235" y1="53846" x2="60441" y2="53846"/>
                        <a14:foregroundMark x1="27059" y1="25835" x2="20441" y2="33962"/>
                        <a14:foregroundMark x1="20441" y1="33962" x2="20147" y2="34978"/>
                        <a14:foregroundMark x1="26029" y1="26560" x2="17941" y2="36430"/>
                        <a14:foregroundMark x1="17941" y1="36430" x2="17794" y2="38462"/>
                        <a14:foregroundMark x1="22794" y1="18433" x2="15735" y2="25544"/>
                        <a14:foregroundMark x1="21074" y1="7950" x2="13382" y2="5080"/>
                        <a14:foregroundMark x1="25441" y1="9579" x2="24107" y2="9081"/>
                        <a14:foregroundMark x1="32951" y1="4870" x2="32206" y2="3483"/>
                        <a14:foregroundMark x1="37353" y1="13062" x2="37224" y2="12822"/>
                        <a14:backgroundMark x1="35147" y1="9144" x2="35147" y2="9869"/>
                        <a14:backgroundMark x1="35294" y1="8418" x2="36324" y2="11321"/>
                        <a14:backgroundMark x1="34118" y1="7692" x2="35147" y2="8563"/>
                        <a14:backgroundMark x1="33235" y1="6096" x2="35147" y2="8128"/>
                        <a14:backgroundMark x1="33382" y1="6241" x2="33529" y2="6676"/>
                        <a14:backgroundMark x1="32059" y1="5951" x2="34118" y2="6676"/>
                        <a14:backgroundMark x1="36324" y1="10885" x2="36765" y2="12917"/>
                        <a14:backgroundMark x1="20147" y1="9144" x2="23382" y2="10015"/>
                      </a14:backgroundRemoval>
                    </a14:imgEffect>
                  </a14:imgLayer>
                </a14:imgProps>
              </a:ext>
              <a:ext uri="{28A0092B-C50C-407E-A947-70E740481C1C}">
                <a14:useLocalDpi xmlns:a14="http://schemas.microsoft.com/office/drawing/2010/main" val="0"/>
              </a:ext>
            </a:extLst>
          </a:blip>
          <a:srcRect/>
          <a:stretch>
            <a:fillRect/>
          </a:stretch>
        </p:blipFill>
        <p:spPr bwMode="auto">
          <a:xfrm>
            <a:off x="4991096" y="1601568"/>
            <a:ext cx="869111" cy="880525"/>
          </a:xfrm>
          <a:prstGeom prst="rect">
            <a:avLst/>
          </a:prstGeom>
          <a:noFill/>
          <a:extLst>
            <a:ext uri="{909E8E84-426E-40DD-AFC4-6F175D3DCCD1}">
              <a14:hiddenFill xmlns:a14="http://schemas.microsoft.com/office/drawing/2010/main">
                <a:solidFill>
                  <a:srgbClr val="FFFFFF"/>
                </a:solidFill>
              </a14:hiddenFill>
            </a:ext>
          </a:extLst>
        </p:spPr>
      </p:pic>
      <p:sp>
        <p:nvSpPr>
          <p:cNvPr id="11" name="Google Shape;969;p49">
            <a:extLst>
              <a:ext uri="{FF2B5EF4-FFF2-40B4-BE49-F238E27FC236}">
                <a16:creationId xmlns:a16="http://schemas.microsoft.com/office/drawing/2014/main" id="{D9FF9199-2578-6ED6-199F-BC788EC9519C}"/>
              </a:ext>
            </a:extLst>
          </p:cNvPr>
          <p:cNvSpPr/>
          <p:nvPr/>
        </p:nvSpPr>
        <p:spPr>
          <a:xfrm>
            <a:off x="1671600" y="3227971"/>
            <a:ext cx="859625" cy="865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969;p49">
            <a:extLst>
              <a:ext uri="{FF2B5EF4-FFF2-40B4-BE49-F238E27FC236}">
                <a16:creationId xmlns:a16="http://schemas.microsoft.com/office/drawing/2014/main" id="{103503A9-A83B-7D4F-C157-6F643D57ABF7}"/>
              </a:ext>
            </a:extLst>
          </p:cNvPr>
          <p:cNvSpPr/>
          <p:nvPr/>
        </p:nvSpPr>
        <p:spPr>
          <a:xfrm>
            <a:off x="4997408" y="3260473"/>
            <a:ext cx="859625" cy="865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32" name="Picture 8" descr="Quran.com">
            <a:extLst>
              <a:ext uri="{FF2B5EF4-FFF2-40B4-BE49-F238E27FC236}">
                <a16:creationId xmlns:a16="http://schemas.microsoft.com/office/drawing/2014/main" id="{B6E04DCC-BA7C-AF16-8AD5-512A244049F5}"/>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889" b="97778" l="2667" r="97778">
                        <a14:foregroundMark x1="43556" y1="35556" x2="38667" y2="21333"/>
                        <a14:foregroundMark x1="46222" y1="27556" x2="25778" y2="30667"/>
                        <a14:foregroundMark x1="32889" y1="34222" x2="32444" y2="41333"/>
                        <a14:foregroundMark x1="28000" y1="31111" x2="31111" y2="40889"/>
                        <a14:foregroundMark x1="33333" y1="37333" x2="40444" y2="42667"/>
                        <a14:foregroundMark x1="38222" y1="32444" x2="45778" y2="49778"/>
                        <a14:foregroundMark x1="46222" y1="32444" x2="52444" y2="52444"/>
                        <a14:foregroundMark x1="61778" y1="27556" x2="56444" y2="50667"/>
                        <a14:foregroundMark x1="56444" y1="50667" x2="53778" y2="52889"/>
                        <a14:foregroundMark x1="62222" y1="28889" x2="65333" y2="42222"/>
                        <a14:foregroundMark x1="63111" y1="32889" x2="58222" y2="28889"/>
                        <a14:foregroundMark x1="49778" y1="35556" x2="56444" y2="30667"/>
                        <a14:foregroundMark x1="51556" y1="27111" x2="57778" y2="37333"/>
                        <a14:foregroundMark x1="70667" y1="40000" x2="69778" y2="66667"/>
                        <a14:foregroundMark x1="69778" y1="66667" x2="71111" y2="62667"/>
                        <a14:foregroundMark x1="92444" y1="48000" x2="81778" y2="53778"/>
                        <a14:foregroundMark x1="79556" y1="56000" x2="70667" y2="59556"/>
                        <a14:foregroundMark x1="77778" y1="53778" x2="82222" y2="56444"/>
                        <a14:foregroundMark x1="83111" y1="56444" x2="80000" y2="55111"/>
                        <a14:foregroundMark x1="84889" y1="54222" x2="88444" y2="53778"/>
                        <a14:foregroundMark x1="87111" y1="53778" x2="55111" y2="56889"/>
                        <a14:foregroundMark x1="55111" y1="56889" x2="67111" y2="54222"/>
                        <a14:foregroundMark x1="74667" y1="53778" x2="40889" y2="52889"/>
                        <a14:foregroundMark x1="40889" y1="52889" x2="67556" y2="56889"/>
                        <a14:foregroundMark x1="63556" y1="56889" x2="12889" y2="59111"/>
                        <a14:foregroundMark x1="12889" y1="59111" x2="14222" y2="56444"/>
                        <a14:foregroundMark x1="15556" y1="55111" x2="22667" y2="53778"/>
                        <a14:foregroundMark x1="18222" y1="49778" x2="24444" y2="64444"/>
                        <a14:foregroundMark x1="57778" y1="66222" x2="59556" y2="68000"/>
                        <a14:foregroundMark x1="56889" y1="89778" x2="32000" y2="92000"/>
                        <a14:foregroundMark x1="32000" y1="92000" x2="32000" y2="92000"/>
                        <a14:foregroundMark x1="26222" y1="89778" x2="7556" y2="64000"/>
                        <a14:foregroundMark x1="7556" y1="64000" x2="3315" y2="34318"/>
                        <a14:foregroundMark x1="8603" y1="27509" x2="24889" y2="11556"/>
                        <a14:foregroundMark x1="24889" y1="11556" x2="52000" y2="6667"/>
                        <a14:foregroundMark x1="52000" y1="6667" x2="85778" y2="26222"/>
                        <a14:foregroundMark x1="85778" y1="26222" x2="95111" y2="59556"/>
                        <a14:foregroundMark x1="95111" y1="59556" x2="77778" y2="80889"/>
                        <a14:foregroundMark x1="77778" y1="80889" x2="33333" y2="93333"/>
                        <a14:foregroundMark x1="33333" y1="93333" x2="24444" y2="90222"/>
                        <a14:foregroundMark x1="37778" y1="94667" x2="60889" y2="92444"/>
                        <a14:foregroundMark x1="60889" y1="92444" x2="81778" y2="75556"/>
                        <a14:foregroundMark x1="81778" y1="75556" x2="82667" y2="73333"/>
                        <a14:foregroundMark x1="50222" y1="97778" x2="71111" y2="88444"/>
                        <a14:foregroundMark x1="68000" y1="93333" x2="77333" y2="87111"/>
                        <a14:foregroundMark x1="76000" y1="81778" x2="84444" y2="84889"/>
                        <a14:foregroundMark x1="71556" y1="89778" x2="61333" y2="97778"/>
                        <a14:foregroundMark x1="45778" y1="93778" x2="18667" y2="83111"/>
                        <a14:foregroundMark x1="18667" y1="83111" x2="12444" y2="72889"/>
                        <a14:foregroundMark x1="25333" y1="91556" x2="6222" y2="68444"/>
                        <a14:foregroundMark x1="18667" y1="84000" x2="4444" y2="61333"/>
                        <a14:foregroundMark x1="4444" y1="61333" x2="4000" y2="38222"/>
                        <a14:foregroundMark x1="4000" y1="38222" x2="4889" y2="37333"/>
                        <a14:foregroundMark x1="5778" y1="64444" x2="3111" y2="41333"/>
                        <a14:foregroundMark x1="4444" y1="62222" x2="5333" y2="38222"/>
                        <a14:foregroundMark x1="11478" y1="27689" x2="17778" y2="16889"/>
                        <a14:foregroundMark x1="5333" y1="38222" x2="7459" y2="34577"/>
                        <a14:foregroundMark x1="17778" y1="16889" x2="22222" y2="13778"/>
                        <a14:foregroundMark x1="10222" y1="37778" x2="24000" y2="16889"/>
                        <a14:foregroundMark x1="24000" y1="16889" x2="39111" y2="9778"/>
                        <a14:foregroundMark x1="24000" y1="12444" x2="52444" y2="4444"/>
                        <a14:foregroundMark x1="52444" y1="4444" x2="56889" y2="5333"/>
                        <a14:foregroundMark x1="28000" y1="8444" x2="53778" y2="4444"/>
                        <a14:foregroundMark x1="53778" y1="4444" x2="60444" y2="4444"/>
                        <a14:foregroundMark x1="32444" y1="7111" x2="58222" y2="4000"/>
                        <a14:foregroundMark x1="34667" y1="5778" x2="56889" y2="4444"/>
                        <a14:foregroundMark x1="35556" y1="3111" x2="71556" y2="5778"/>
                        <a14:foregroundMark x1="71556" y1="5778" x2="94667" y2="34667"/>
                        <a14:foregroundMark x1="94667" y1="34667" x2="96000" y2="61333"/>
                        <a14:foregroundMark x1="96000" y1="61333" x2="94222" y2="64444"/>
                        <a14:foregroundMark x1="84444" y1="83111" x2="89778" y2="62667"/>
                        <a14:foregroundMark x1="86222" y1="80000" x2="94222" y2="57333"/>
                        <a14:foregroundMark x1="92444" y1="67556" x2="97778" y2="39556"/>
                        <a14:foregroundMark x1="91556" y1="48444" x2="34222" y2="33778"/>
                        <a14:foregroundMark x1="34222" y1="33778" x2="25333" y2="36889"/>
                        <a14:foregroundMark x1="56889" y1="6667" x2="48444" y2="889"/>
                        <a14:foregroundMark x1="50222" y1="4444" x2="48444" y2="4889"/>
                        <a14:foregroundMark x1="69333" y1="30667" x2="77778" y2="38222"/>
                        <a14:foregroundMark x1="72444" y1="33333" x2="77333" y2="44889"/>
                        <a14:backgroundMark x1="2222" y1="27111" x2="1778" y2="34222"/>
                      </a14:backgroundRemoval>
                    </a14:imgEffect>
                  </a14:imgLayer>
                </a14:imgProps>
              </a:ext>
              <a:ext uri="{28A0092B-C50C-407E-A947-70E740481C1C}">
                <a14:useLocalDpi xmlns:a14="http://schemas.microsoft.com/office/drawing/2010/main" val="0"/>
              </a:ext>
            </a:extLst>
          </a:blip>
          <a:srcRect/>
          <a:stretch>
            <a:fillRect/>
          </a:stretch>
        </p:blipFill>
        <p:spPr bwMode="auto">
          <a:xfrm>
            <a:off x="4997408" y="3256115"/>
            <a:ext cx="887813" cy="887813"/>
          </a:xfrm>
          <a:prstGeom prst="rect">
            <a:avLst/>
          </a:prstGeom>
          <a:noFill/>
          <a:extLst>
            <a:ext uri="{909E8E84-426E-40DD-AFC4-6F175D3DCCD1}">
              <a14:hiddenFill xmlns:a14="http://schemas.microsoft.com/office/drawing/2010/main">
                <a:solidFill>
                  <a:srgbClr val="FFFFFF"/>
                </a:solidFill>
              </a14:hiddenFill>
            </a:ext>
          </a:extLst>
        </p:spPr>
      </p:pic>
      <p:sp>
        <p:nvSpPr>
          <p:cNvPr id="14" name="Google Shape;958;p49">
            <a:extLst>
              <a:ext uri="{FF2B5EF4-FFF2-40B4-BE49-F238E27FC236}">
                <a16:creationId xmlns:a16="http://schemas.microsoft.com/office/drawing/2014/main" id="{D5974922-A6E5-C29F-1FB2-8E3E6752EB5F}"/>
              </a:ext>
            </a:extLst>
          </p:cNvPr>
          <p:cNvSpPr txBox="1">
            <a:spLocks/>
          </p:cNvSpPr>
          <p:nvPr/>
        </p:nvSpPr>
        <p:spPr>
          <a:xfrm>
            <a:off x="6029112" y="1549231"/>
            <a:ext cx="1978200" cy="492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Bebas Neue"/>
              <a:buNone/>
              <a:defRPr sz="2500" b="1" i="0" u="none" strike="noStrike" cap="none">
                <a:solidFill>
                  <a:schemeClr val="dk1"/>
                </a:solidFill>
                <a:latin typeface="Philosopher"/>
                <a:ea typeface="Philosopher"/>
                <a:cs typeface="Philosopher"/>
                <a:sym typeface="Philosopher"/>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dirty="0">
                <a:latin typeface="+mj-lt"/>
              </a:rPr>
              <a:t>AntConc</a:t>
            </a:r>
          </a:p>
        </p:txBody>
      </p:sp>
      <p:sp>
        <p:nvSpPr>
          <p:cNvPr id="15" name="Google Shape;954;p49">
            <a:extLst>
              <a:ext uri="{FF2B5EF4-FFF2-40B4-BE49-F238E27FC236}">
                <a16:creationId xmlns:a16="http://schemas.microsoft.com/office/drawing/2014/main" id="{48FA5FE2-4FEC-43E0-6F67-A7822C43C461}"/>
              </a:ext>
            </a:extLst>
          </p:cNvPr>
          <p:cNvSpPr txBox="1">
            <a:spLocks/>
          </p:cNvSpPr>
          <p:nvPr/>
        </p:nvSpPr>
        <p:spPr>
          <a:xfrm>
            <a:off x="6029112" y="1874986"/>
            <a:ext cx="1978200" cy="635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1pPr>
            <a:lvl2pPr marL="914400" marR="0" lvl="1"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2pPr>
            <a:lvl3pPr marL="1371600" marR="0" lvl="2"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3pPr>
            <a:lvl4pPr marL="1828800" marR="0" lvl="3"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4pPr>
            <a:lvl5pPr marL="2286000" marR="0" lvl="4"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5pPr>
            <a:lvl6pPr marL="2743200" marR="0" lvl="5"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6pPr>
            <a:lvl7pPr marL="3200400" marR="0" lvl="6"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7pPr>
            <a:lvl8pPr marL="3657600" marR="0" lvl="7"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8pPr>
            <a:lvl9pPr marL="4114800" marR="0" lvl="8"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9pPr>
          </a:lstStyle>
          <a:p>
            <a:pPr marL="0" indent="0"/>
            <a:r>
              <a:rPr lang="en-US" sz="1800" dirty="0">
                <a:latin typeface="+mn-lt"/>
              </a:rPr>
              <a:t>Data analysis</a:t>
            </a:r>
          </a:p>
        </p:txBody>
      </p:sp>
      <p:sp>
        <p:nvSpPr>
          <p:cNvPr id="16" name="Google Shape;958;p49">
            <a:extLst>
              <a:ext uri="{FF2B5EF4-FFF2-40B4-BE49-F238E27FC236}">
                <a16:creationId xmlns:a16="http://schemas.microsoft.com/office/drawing/2014/main" id="{8F4238B5-B4D1-96B7-3E33-31AB11158BBA}"/>
              </a:ext>
            </a:extLst>
          </p:cNvPr>
          <p:cNvSpPr txBox="1">
            <a:spLocks/>
          </p:cNvSpPr>
          <p:nvPr/>
        </p:nvSpPr>
        <p:spPr>
          <a:xfrm>
            <a:off x="5975654" y="3321631"/>
            <a:ext cx="1978200" cy="492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Bebas Neue"/>
              <a:buNone/>
              <a:defRPr sz="2500" b="1" i="0" u="none" strike="noStrike" cap="none">
                <a:solidFill>
                  <a:schemeClr val="dk1"/>
                </a:solidFill>
                <a:latin typeface="Philosopher"/>
                <a:ea typeface="Philosopher"/>
                <a:cs typeface="Philosopher"/>
                <a:sym typeface="Philosopher"/>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dirty="0">
                <a:latin typeface="+mj-lt"/>
              </a:rPr>
              <a:t>Quran.com</a:t>
            </a:r>
          </a:p>
        </p:txBody>
      </p:sp>
      <p:sp>
        <p:nvSpPr>
          <p:cNvPr id="17" name="Google Shape;954;p49">
            <a:extLst>
              <a:ext uri="{FF2B5EF4-FFF2-40B4-BE49-F238E27FC236}">
                <a16:creationId xmlns:a16="http://schemas.microsoft.com/office/drawing/2014/main" id="{EEF43E26-A5CB-A10C-4EBD-89CEFEC05257}"/>
              </a:ext>
            </a:extLst>
          </p:cNvPr>
          <p:cNvSpPr txBox="1">
            <a:spLocks/>
          </p:cNvSpPr>
          <p:nvPr/>
        </p:nvSpPr>
        <p:spPr>
          <a:xfrm>
            <a:off x="6029112" y="3660871"/>
            <a:ext cx="1978200" cy="635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1pPr>
            <a:lvl2pPr marL="914400" marR="0" lvl="1"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2pPr>
            <a:lvl3pPr marL="1371600" marR="0" lvl="2"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3pPr>
            <a:lvl4pPr marL="1828800" marR="0" lvl="3"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4pPr>
            <a:lvl5pPr marL="2286000" marR="0" lvl="4"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5pPr>
            <a:lvl6pPr marL="2743200" marR="0" lvl="5"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6pPr>
            <a:lvl7pPr marL="3200400" marR="0" lvl="6"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7pPr>
            <a:lvl8pPr marL="3657600" marR="0" lvl="7"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8pPr>
            <a:lvl9pPr marL="4114800" marR="0" lvl="8"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9pPr>
          </a:lstStyle>
          <a:p>
            <a:pPr marL="0" indent="0"/>
            <a:r>
              <a:rPr lang="en-US" sz="1800" dirty="0">
                <a:latin typeface="+mn-lt"/>
              </a:rPr>
              <a:t>Data analysis </a:t>
            </a:r>
          </a:p>
          <a:p>
            <a:pPr marL="0" indent="0"/>
            <a:r>
              <a:rPr lang="en-US" sz="1800" dirty="0">
                <a:latin typeface="+mn-lt"/>
              </a:rPr>
              <a:t>(</a:t>
            </a:r>
            <a:r>
              <a:rPr lang="en-US" sz="1800" dirty="0" err="1">
                <a:latin typeface="+mn-lt"/>
              </a:rPr>
              <a:t>Makiah</a:t>
            </a:r>
            <a:r>
              <a:rPr lang="en-US" sz="1800" dirty="0">
                <a:latin typeface="+mn-lt"/>
              </a:rPr>
              <a:t> or Madaniah)</a:t>
            </a:r>
          </a:p>
        </p:txBody>
      </p:sp>
      <p:pic>
        <p:nvPicPr>
          <p:cNvPr id="33" name="Picture 32">
            <a:extLst>
              <a:ext uri="{FF2B5EF4-FFF2-40B4-BE49-F238E27FC236}">
                <a16:creationId xmlns:a16="http://schemas.microsoft.com/office/drawing/2014/main" id="{AF9EB45A-36DE-7E6D-C86F-117DCAA3AC8E}"/>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3279" b="98689" l="324" r="99353">
                        <a14:foregroundMark x1="64725" y1="80656" x2="34951" y2="68197"/>
                        <a14:foregroundMark x1="53398" y1="58361" x2="11003" y2="62295"/>
                        <a14:foregroundMark x1="59547" y1="58689" x2="34951" y2="27869"/>
                        <a14:foregroundMark x1="77994" y1="36393" x2="45631" y2="34426"/>
                        <a14:foregroundMark x1="47249" y1="25574" x2="58576" y2="43934"/>
                        <a14:foregroundMark x1="57929" y1="23607" x2="71521" y2="47869"/>
                        <a14:foregroundMark x1="71521" y1="37377" x2="74110" y2="50164"/>
                        <a14:foregroundMark x1="67314" y1="26557" x2="61165" y2="66885"/>
                        <a14:foregroundMark x1="61165" y1="66885" x2="41424" y2="45902"/>
                        <a14:foregroundMark x1="40777" y1="40984" x2="49838" y2="75738"/>
                        <a14:foregroundMark x1="49838" y1="75738" x2="31392" y2="51803"/>
                        <a14:foregroundMark x1="51456" y1="57049" x2="63430" y2="99344"/>
                        <a14:foregroundMark x1="16828" y1="45902" x2="34951" y2="93443"/>
                        <a14:foregroundMark x1="28155" y1="66557" x2="18447" y2="79016"/>
                        <a14:foregroundMark x1="13916" y1="67541" x2="21683" y2="85574"/>
                        <a14:foregroundMark x1="13916" y1="69508" x2="13916" y2="85902"/>
                        <a14:foregroundMark x1="2265" y1="62295" x2="28155" y2="99344"/>
                        <a14:foregroundMark x1="13592" y1="65574" x2="5502" y2="72131"/>
                        <a14:foregroundMark x1="2589" y1="61639" x2="10032" y2="67213"/>
                        <a14:foregroundMark x1="10356" y1="56721" x2="8414" y2="53770"/>
                        <a14:foregroundMark x1="8091" y1="50820" x2="10356" y2="84918"/>
                        <a14:foregroundMark x1="10356" y1="84918" x2="11003" y2="83934"/>
                        <a14:foregroundMark x1="9061" y1="64262" x2="34628" y2="94754"/>
                        <a14:foregroundMark x1="19741" y1="88525" x2="35922" y2="98689"/>
                        <a14:foregroundMark x1="31068" y1="92787" x2="56958" y2="96721"/>
                        <a14:foregroundMark x1="45307" y1="91803" x2="58576" y2="94754"/>
                        <a14:foregroundMark x1="50485" y1="94426" x2="71521" y2="91803"/>
                        <a14:foregroundMark x1="70227" y1="91475" x2="73139" y2="90492"/>
                        <a14:foregroundMark x1="88350" y1="90492" x2="85437" y2="91475"/>
                        <a14:foregroundMark x1="87379" y1="87869" x2="82524" y2="89836"/>
                        <a14:foregroundMark x1="79935" y1="89836" x2="79935" y2="89836"/>
                        <a14:foregroundMark x1="77670" y1="90492" x2="76052" y2="93443"/>
                        <a14:foregroundMark x1="76052" y1="95410" x2="79935" y2="96393"/>
                        <a14:foregroundMark x1="81877" y1="96393" x2="81877" y2="96393"/>
                        <a14:foregroundMark x1="82848" y1="95738" x2="84466" y2="95738"/>
                        <a14:foregroundMark x1="84790" y1="95410" x2="88673" y2="93443"/>
                        <a14:foregroundMark x1="89644" y1="92787" x2="89644" y2="92787"/>
                        <a14:foregroundMark x1="91262" y1="91803" x2="91262" y2="91803"/>
                        <a14:foregroundMark x1="92233" y1="91803" x2="92233" y2="91803"/>
                        <a14:foregroundMark x1="93204" y1="88852" x2="93204" y2="83934"/>
                        <a14:foregroundMark x1="92557" y1="83934" x2="91586" y2="80000"/>
                        <a14:foregroundMark x1="91262" y1="75410" x2="91262" y2="74098"/>
                        <a14:foregroundMark x1="91262" y1="73443" x2="91262" y2="73443"/>
                        <a14:foregroundMark x1="91262" y1="71148" x2="91262" y2="71148"/>
                        <a14:foregroundMark x1="94175" y1="73443" x2="93528" y2="82623"/>
                        <a14:foregroundMark x1="94175" y1="83607" x2="94175" y2="83607"/>
                        <a14:foregroundMark x1="94175" y1="84590" x2="94175" y2="79672"/>
                        <a14:foregroundMark x1="92557" y1="73443" x2="86408" y2="70164"/>
                        <a14:foregroundMark x1="82848" y1="65246" x2="82848" y2="65246"/>
                        <a14:foregroundMark x1="82848" y1="62623" x2="83819" y2="61311"/>
                        <a14:foregroundMark x1="84790" y1="60328" x2="84790" y2="60328"/>
                        <a14:foregroundMark x1="86731" y1="59672" x2="89644" y2="61639"/>
                        <a14:foregroundMark x1="81553" y1="62623" x2="78641" y2="62623"/>
                        <a14:foregroundMark x1="77023" y1="61639" x2="77023" y2="61639"/>
                        <a14:foregroundMark x1="74434" y1="64590" x2="74434" y2="64590"/>
                        <a14:foregroundMark x1="76052" y1="62623" x2="85437" y2="62623"/>
                        <a14:foregroundMark x1="71197" y1="64262" x2="65696" y2="64262"/>
                        <a14:foregroundMark x1="64725" y1="62623" x2="64725" y2="62623"/>
                        <a14:foregroundMark x1="64725" y1="64262" x2="63430" y2="70164"/>
                        <a14:foregroundMark x1="63430" y1="70164" x2="64725" y2="70164"/>
                        <a14:foregroundMark x1="65372" y1="59344" x2="70227" y2="59344"/>
                        <a14:foregroundMark x1="82848" y1="59344" x2="88673" y2="57049"/>
                        <a14:foregroundMark x1="97087" y1="57705" x2="98706" y2="62623"/>
                        <a14:foregroundMark x1="97735" y1="68197" x2="97735" y2="68197"/>
                        <a14:foregroundMark x1="91586" y1="69508" x2="91586" y2="69508"/>
                        <a14:foregroundMark x1="90291" y1="51148" x2="90291" y2="51148"/>
                        <a14:foregroundMark x1="90291" y1="50820" x2="90615" y2="43934"/>
                        <a14:foregroundMark x1="91262" y1="40984" x2="93528" y2="41311"/>
                        <a14:foregroundMark x1="95146" y1="46230" x2="95146" y2="46230"/>
                        <a14:foregroundMark x1="95146" y1="49180" x2="95146" y2="49180"/>
                        <a14:foregroundMark x1="86408" y1="34426" x2="86408" y2="34426"/>
                        <a14:foregroundMark x1="85437" y1="31475" x2="85437" y2="31475"/>
                        <a14:foregroundMark x1="85437" y1="31475" x2="85437" y2="31475"/>
                        <a14:foregroundMark x1="87702" y1="31803" x2="88350" y2="33770"/>
                        <a14:foregroundMark x1="88350" y1="34754" x2="91262" y2="44262"/>
                        <a14:foregroundMark x1="89320" y1="44262" x2="79935" y2="21967"/>
                        <a14:foregroundMark x1="95146" y1="40328" x2="78964" y2="16066"/>
                        <a14:foregroundMark x1="87702" y1="23934" x2="76966" y2="12068"/>
                        <a14:foregroundMark x1="93204" y1="26885" x2="83614" y2="12754"/>
                        <a14:foregroundMark x1="69887" y1="11338" x2="37864" y2="19672"/>
                        <a14:foregroundMark x1="37864" y1="19672" x2="33981" y2="21967"/>
                        <a14:foregroundMark x1="64725" y1="18033" x2="647" y2="38033"/>
                        <a14:foregroundMark x1="647" y1="38033" x2="647" y2="38033"/>
                        <a14:foregroundMark x1="11003" y1="47869" x2="17476" y2="20984"/>
                        <a14:foregroundMark x1="11327" y1="24590" x2="21381" y2="7712"/>
                        <a14:foregroundMark x1="13916" y1="23607" x2="13916" y2="23607"/>
                        <a14:foregroundMark x1="8414" y1="21639" x2="8414" y2="21639"/>
                        <a14:foregroundMark x1="7120" y1="20984" x2="7120" y2="20984"/>
                        <a14:foregroundMark x1="8414" y1="15082" x2="8414" y2="15082"/>
                        <a14:foregroundMark x1="7120" y1="24918" x2="6149" y2="27869"/>
                        <a14:foregroundMark x1="12945" y1="16721" x2="34951" y2="15738"/>
                        <a14:foregroundMark x1="7802" y1="11283" x2="36570" y2="12131"/>
                        <a14:foregroundMark x1="27508" y1="12459" x2="54369" y2="10492"/>
                        <a14:foregroundMark x1="53398" y1="10164" x2="83495" y2="17705"/>
                        <a14:foregroundMark x1="82249" y1="12613" x2="97735" y2="29508"/>
                        <a14:foregroundMark x1="88673" y1="15738" x2="85550" y2="12953"/>
                        <a14:foregroundMark x1="95146" y1="16721" x2="98058" y2="93443"/>
                        <a14:foregroundMark x1="43366" y1="97377" x2="8091" y2="95082"/>
                        <a14:foregroundMark x1="8091" y1="95082" x2="3560" y2="96393"/>
                        <a14:foregroundMark x1="647" y1="14426" x2="54179" y2="9719"/>
                        <a14:foregroundMark x1="97087" y1="21639" x2="99676" y2="31475"/>
                        <a14:foregroundMark x1="96117" y1="44262" x2="96117" y2="27541"/>
                        <a14:foregroundMark x1="39809" y1="8237" x2="21359" y2="8525"/>
                        <a14:foregroundMark x1="17115" y1="7675" x2="12945" y2="10492"/>
                        <a14:foregroundMark x1="8320" y1="10111" x2="8414" y2="10492"/>
                        <a14:foregroundMark x1="12398" y1="5293" x2="13592" y2="5246"/>
                        <a14:foregroundMark x1="14958" y1="4581" x2="13084" y2="4086"/>
                        <a14:foregroundMark x1="12188" y1="5662" x2="13592" y2="7213"/>
                        <a14:foregroundMark x1="13592" y1="7213" x2="16049" y2="6146"/>
                        <a14:foregroundMark x1="26537" y1="9508" x2="31068" y2="8197"/>
                        <a14:foregroundMark x1="21683" y1="8197" x2="28155" y2="10492"/>
                        <a14:foregroundMark x1="36490" y1="8197" x2="43366" y2="8197"/>
                        <a14:foregroundMark x1="25243" y1="8197" x2="36167" y2="8197"/>
                        <a14:foregroundMark x1="54369" y1="9180" x2="81877" y2="10164"/>
                        <a14:foregroundMark x1="82848" y1="10164" x2="76790" y2="7422"/>
                        <a14:foregroundMark x1="56634" y1="8525" x2="50645" y2="7767"/>
                        <a14:foregroundMark x1="86408" y1="11475" x2="83819" y2="10492"/>
                        <a14:foregroundMark x1="84466" y1="10164" x2="78641" y2="6230"/>
                        <a14:foregroundMark x1="72492" y1="8525" x2="63754" y2="8525"/>
                        <a14:foregroundMark x1="70550" y1="5574" x2="63430" y2="5574"/>
                        <a14:foregroundMark x1="56958" y1="5574" x2="40777" y2="5574"/>
                        <a14:foregroundMark x1="63754" y1="4590" x2="89320" y2="6557"/>
                        <a14:foregroundMark x1="95469" y1="14098" x2="95469" y2="11148"/>
                        <a14:foregroundMark x1="96117" y1="17049" x2="87702" y2="8525"/>
                        <a14:foregroundMark x1="91262" y1="6230" x2="97087" y2="10492"/>
                        <a14:foregroundMark x1="95146" y1="7213" x2="95146" y2="7213"/>
                        <a14:foregroundMark x1="95146" y1="7213" x2="87379" y2="6230"/>
                        <a14:foregroundMark x1="73139" y1="3279" x2="57605" y2="5574"/>
                        <a14:foregroundMark x1="58576" y1="5246" x2="56958" y2="11148"/>
                        <a14:foregroundMark x1="60841" y1="10492" x2="57605" y2="9180"/>
                        <a14:foregroundMark x1="52104" y1="5246" x2="58576" y2="4590"/>
                        <a14:foregroundMark x1="36570" y1="5246" x2="6149" y2="5574"/>
                        <a14:foregroundMark x1="11003" y1="5574" x2="324" y2="3279"/>
                        <a14:foregroundMark x1="8091" y1="6230" x2="13592" y2="19672"/>
                        <a14:foregroundMark x1="31392" y1="5574" x2="34951" y2="5574"/>
                        <a14:foregroundMark x1="4207" y1="11148" x2="5178" y2="15738"/>
                        <a14:foregroundMark x1="647" y1="8197" x2="3236" y2="12459"/>
                        <a14:foregroundMark x1="2589" y1="10492" x2="6149" y2="21639"/>
                        <a14:foregroundMark x1="6472" y1="5574" x2="6149" y2="10164"/>
                        <a14:foregroundMark x1="4207" y1="10492" x2="4207" y2="10492"/>
                        <a14:foregroundMark x1="2589" y1="9508" x2="4531" y2="14098"/>
                        <a14:foregroundMark x1="5502" y1="14426" x2="8091" y2="14426"/>
                      </a14:backgroundRemoval>
                    </a14:imgEffect>
                  </a14:imgLayer>
                </a14:imgProps>
              </a:ext>
            </a:extLst>
          </a:blip>
          <a:stretch>
            <a:fillRect/>
          </a:stretch>
        </p:blipFill>
        <p:spPr>
          <a:xfrm>
            <a:off x="1691347" y="3256115"/>
            <a:ext cx="820129" cy="809512"/>
          </a:xfrm>
          <a:prstGeom prst="rect">
            <a:avLst/>
          </a:prstGeom>
        </p:spPr>
      </p:pic>
      <p:sp>
        <p:nvSpPr>
          <p:cNvPr id="34" name="Google Shape;958;p49">
            <a:extLst>
              <a:ext uri="{FF2B5EF4-FFF2-40B4-BE49-F238E27FC236}">
                <a16:creationId xmlns:a16="http://schemas.microsoft.com/office/drawing/2014/main" id="{9B955694-8030-04B8-9D30-50A725A921C3}"/>
              </a:ext>
            </a:extLst>
          </p:cNvPr>
          <p:cNvSpPr txBox="1">
            <a:spLocks/>
          </p:cNvSpPr>
          <p:nvPr/>
        </p:nvSpPr>
        <p:spPr>
          <a:xfrm>
            <a:off x="2579846" y="3321631"/>
            <a:ext cx="1978200" cy="492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Bebas Neue"/>
              <a:buNone/>
              <a:defRPr sz="2500" b="1" i="0" u="none" strike="noStrike" cap="none">
                <a:solidFill>
                  <a:schemeClr val="dk1"/>
                </a:solidFill>
                <a:latin typeface="Philosopher"/>
                <a:ea typeface="Philosopher"/>
                <a:cs typeface="Philosopher"/>
                <a:sym typeface="Philosopher"/>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dirty="0">
                <a:latin typeface="+mj-lt"/>
              </a:rPr>
              <a:t>Ayat.apk</a:t>
            </a:r>
          </a:p>
        </p:txBody>
      </p:sp>
      <p:sp>
        <p:nvSpPr>
          <p:cNvPr id="35" name="Google Shape;954;p49">
            <a:extLst>
              <a:ext uri="{FF2B5EF4-FFF2-40B4-BE49-F238E27FC236}">
                <a16:creationId xmlns:a16="http://schemas.microsoft.com/office/drawing/2014/main" id="{B7051337-CEDE-3915-8495-64313B14CA99}"/>
              </a:ext>
            </a:extLst>
          </p:cNvPr>
          <p:cNvSpPr txBox="1">
            <a:spLocks/>
          </p:cNvSpPr>
          <p:nvPr/>
        </p:nvSpPr>
        <p:spPr>
          <a:xfrm>
            <a:off x="2531222" y="3628077"/>
            <a:ext cx="2494377" cy="104409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1pPr>
            <a:lvl2pPr marL="914400" marR="0" lvl="1"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2pPr>
            <a:lvl3pPr marL="1371600" marR="0" lvl="2"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3pPr>
            <a:lvl4pPr marL="1828800" marR="0" lvl="3"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4pPr>
            <a:lvl5pPr marL="2286000" marR="0" lvl="4"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5pPr>
            <a:lvl6pPr marL="2743200" marR="0" lvl="5"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6pPr>
            <a:lvl7pPr marL="3200400" marR="0" lvl="6"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7pPr>
            <a:lvl8pPr marL="3657600" marR="0" lvl="7"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8pPr>
            <a:lvl9pPr marL="4114800" marR="0" lvl="8"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9pPr>
          </a:lstStyle>
          <a:p>
            <a:pPr marL="0" indent="0"/>
            <a:r>
              <a:rPr lang="en-US" sz="1800" dirty="0">
                <a:latin typeface="+mn-lt"/>
              </a:rPr>
              <a:t>Tafseer and contextual analysis</a:t>
            </a:r>
          </a:p>
          <a:p>
            <a:pPr marL="0" indent="0"/>
            <a:r>
              <a:rPr lang="en-US" sz="1800" dirty="0">
                <a:latin typeface="+mn-lt"/>
              </a:rPr>
              <a:t>(Al-</a:t>
            </a:r>
            <a:r>
              <a:rPr lang="en-US" sz="1800" dirty="0" err="1">
                <a:latin typeface="+mn-lt"/>
              </a:rPr>
              <a:t>Saadi</a:t>
            </a:r>
            <a:r>
              <a:rPr lang="en-US" sz="1800" dirty="0">
                <a:latin typeface="+mn-lt"/>
              </a:rPr>
              <a:t>) </a:t>
            </a:r>
          </a:p>
        </p:txBody>
      </p:sp>
    </p:spTree>
    <p:extLst>
      <p:ext uri="{BB962C8B-B14F-4D97-AF65-F5344CB8AC3E}">
        <p14:creationId xmlns:p14="http://schemas.microsoft.com/office/powerpoint/2010/main" val="3803760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38"/>
          <p:cNvSpPr/>
          <p:nvPr/>
        </p:nvSpPr>
        <p:spPr>
          <a:xfrm>
            <a:off x="1022201" y="1612977"/>
            <a:ext cx="1514478" cy="2805657"/>
          </a:xfrm>
          <a:custGeom>
            <a:avLst/>
            <a:gdLst/>
            <a:ahLst/>
            <a:cxnLst/>
            <a:rect l="l" t="t" r="r" b="b"/>
            <a:pathLst>
              <a:path w="15918" h="29489" extrusionOk="0">
                <a:moveTo>
                  <a:pt x="7788" y="1"/>
                </a:moveTo>
                <a:lnTo>
                  <a:pt x="7675" y="2402"/>
                </a:lnTo>
                <a:cubicBezTo>
                  <a:pt x="7514" y="2499"/>
                  <a:pt x="7397" y="2766"/>
                  <a:pt x="7397" y="3083"/>
                </a:cubicBezTo>
                <a:cubicBezTo>
                  <a:pt x="7397" y="3211"/>
                  <a:pt x="7418" y="3329"/>
                  <a:pt x="7449" y="3433"/>
                </a:cubicBezTo>
                <a:lnTo>
                  <a:pt x="7076" y="3433"/>
                </a:lnTo>
                <a:lnTo>
                  <a:pt x="7076" y="4132"/>
                </a:lnTo>
                <a:lnTo>
                  <a:pt x="6565" y="4132"/>
                </a:lnTo>
                <a:lnTo>
                  <a:pt x="6565" y="4631"/>
                </a:lnTo>
                <a:lnTo>
                  <a:pt x="7186" y="4631"/>
                </a:lnTo>
                <a:cubicBezTo>
                  <a:pt x="7186" y="4631"/>
                  <a:pt x="5616" y="5130"/>
                  <a:pt x="5398" y="6429"/>
                </a:cubicBezTo>
                <a:cubicBezTo>
                  <a:pt x="5179" y="7727"/>
                  <a:pt x="5398" y="8226"/>
                  <a:pt x="5398" y="8226"/>
                </a:cubicBezTo>
                <a:cubicBezTo>
                  <a:pt x="5398" y="8226"/>
                  <a:pt x="1533" y="9524"/>
                  <a:pt x="1" y="13516"/>
                </a:cubicBezTo>
                <a:lnTo>
                  <a:pt x="1" y="29489"/>
                </a:lnTo>
                <a:lnTo>
                  <a:pt x="7806" y="29314"/>
                </a:lnTo>
                <a:lnTo>
                  <a:pt x="7806" y="29489"/>
                </a:lnTo>
                <a:lnTo>
                  <a:pt x="15918" y="29489"/>
                </a:lnTo>
                <a:lnTo>
                  <a:pt x="15918" y="13635"/>
                </a:lnTo>
                <a:cubicBezTo>
                  <a:pt x="14317" y="9593"/>
                  <a:pt x="10271" y="8280"/>
                  <a:pt x="10271" y="8280"/>
                </a:cubicBezTo>
                <a:cubicBezTo>
                  <a:pt x="10271" y="8280"/>
                  <a:pt x="10499" y="7777"/>
                  <a:pt x="10271" y="6462"/>
                </a:cubicBezTo>
                <a:cubicBezTo>
                  <a:pt x="10042" y="5150"/>
                  <a:pt x="8399" y="4644"/>
                  <a:pt x="8399" y="4644"/>
                </a:cubicBezTo>
                <a:lnTo>
                  <a:pt x="9048" y="4644"/>
                </a:lnTo>
                <a:lnTo>
                  <a:pt x="9048" y="4139"/>
                </a:lnTo>
                <a:lnTo>
                  <a:pt x="8514" y="4139"/>
                </a:lnTo>
                <a:lnTo>
                  <a:pt x="8514" y="3433"/>
                </a:lnTo>
                <a:lnTo>
                  <a:pt x="8166" y="3433"/>
                </a:lnTo>
                <a:cubicBezTo>
                  <a:pt x="8199" y="3329"/>
                  <a:pt x="8219" y="3211"/>
                  <a:pt x="8219" y="3083"/>
                </a:cubicBezTo>
                <a:cubicBezTo>
                  <a:pt x="8219" y="2740"/>
                  <a:pt x="8083" y="2456"/>
                  <a:pt x="7903" y="2381"/>
                </a:cubicBezTo>
                <a:lnTo>
                  <a:pt x="778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2" name="Google Shape;632;p38"/>
          <p:cNvGrpSpPr/>
          <p:nvPr/>
        </p:nvGrpSpPr>
        <p:grpSpPr>
          <a:xfrm>
            <a:off x="-1066800" y="1054955"/>
            <a:ext cx="4744050" cy="3507145"/>
            <a:chOff x="0" y="1054955"/>
            <a:chExt cx="4744050" cy="3507145"/>
          </a:xfrm>
        </p:grpSpPr>
        <p:sp>
          <p:nvSpPr>
            <p:cNvPr id="633" name="Google Shape;633;p38"/>
            <p:cNvSpPr/>
            <p:nvPr/>
          </p:nvSpPr>
          <p:spPr>
            <a:xfrm flipH="1">
              <a:off x="0" y="1054955"/>
              <a:ext cx="4060624" cy="3409260"/>
            </a:xfrm>
            <a:custGeom>
              <a:avLst/>
              <a:gdLst/>
              <a:ahLst/>
              <a:cxnLst/>
              <a:rect l="l" t="t" r="r" b="b"/>
              <a:pathLst>
                <a:path w="78262" h="65708" extrusionOk="0">
                  <a:moveTo>
                    <a:pt x="58138" y="9062"/>
                  </a:moveTo>
                  <a:cubicBezTo>
                    <a:pt x="58575" y="9062"/>
                    <a:pt x="58575" y="9689"/>
                    <a:pt x="58575" y="9689"/>
                  </a:cubicBezTo>
                  <a:lnTo>
                    <a:pt x="58575" y="11484"/>
                  </a:lnTo>
                  <a:lnTo>
                    <a:pt x="57701" y="11484"/>
                  </a:lnTo>
                  <a:lnTo>
                    <a:pt x="57701" y="9779"/>
                  </a:lnTo>
                  <a:cubicBezTo>
                    <a:pt x="57701" y="9779"/>
                    <a:pt x="57701" y="9062"/>
                    <a:pt x="58138" y="9062"/>
                  </a:cubicBezTo>
                  <a:close/>
                  <a:moveTo>
                    <a:pt x="56880" y="9089"/>
                  </a:moveTo>
                  <a:cubicBezTo>
                    <a:pt x="57317" y="9089"/>
                    <a:pt x="57317" y="9716"/>
                    <a:pt x="57317" y="9716"/>
                  </a:cubicBezTo>
                  <a:lnTo>
                    <a:pt x="57317" y="11510"/>
                  </a:lnTo>
                  <a:lnTo>
                    <a:pt x="56443" y="11510"/>
                  </a:lnTo>
                  <a:lnTo>
                    <a:pt x="56443" y="9806"/>
                  </a:lnTo>
                  <a:cubicBezTo>
                    <a:pt x="56443" y="9806"/>
                    <a:pt x="56443" y="9089"/>
                    <a:pt x="56880" y="9089"/>
                  </a:cubicBezTo>
                  <a:close/>
                  <a:moveTo>
                    <a:pt x="59233" y="9091"/>
                  </a:moveTo>
                  <a:cubicBezTo>
                    <a:pt x="59507" y="9091"/>
                    <a:pt x="59507" y="9717"/>
                    <a:pt x="59507" y="9717"/>
                  </a:cubicBezTo>
                  <a:lnTo>
                    <a:pt x="59507" y="11512"/>
                  </a:lnTo>
                  <a:lnTo>
                    <a:pt x="58960" y="11512"/>
                  </a:lnTo>
                  <a:lnTo>
                    <a:pt x="58960" y="9807"/>
                  </a:lnTo>
                  <a:lnTo>
                    <a:pt x="58959" y="9807"/>
                  </a:lnTo>
                  <a:cubicBezTo>
                    <a:pt x="58959" y="9807"/>
                    <a:pt x="58959" y="9091"/>
                    <a:pt x="59233" y="9091"/>
                  </a:cubicBezTo>
                  <a:close/>
                  <a:moveTo>
                    <a:pt x="55705" y="9117"/>
                  </a:moveTo>
                  <a:cubicBezTo>
                    <a:pt x="55979" y="9117"/>
                    <a:pt x="55979" y="9744"/>
                    <a:pt x="55979" y="9744"/>
                  </a:cubicBezTo>
                  <a:lnTo>
                    <a:pt x="55979" y="11538"/>
                  </a:lnTo>
                  <a:lnTo>
                    <a:pt x="55431" y="11538"/>
                  </a:lnTo>
                  <a:lnTo>
                    <a:pt x="55431" y="9834"/>
                  </a:lnTo>
                  <a:cubicBezTo>
                    <a:pt x="55431" y="9834"/>
                    <a:pt x="55431" y="9117"/>
                    <a:pt x="55705" y="9117"/>
                  </a:cubicBezTo>
                  <a:close/>
                  <a:moveTo>
                    <a:pt x="15537" y="25977"/>
                  </a:moveTo>
                  <a:cubicBezTo>
                    <a:pt x="15838" y="25977"/>
                    <a:pt x="15838" y="26802"/>
                    <a:pt x="15838" y="26802"/>
                  </a:cubicBezTo>
                  <a:lnTo>
                    <a:pt x="15838" y="29162"/>
                  </a:lnTo>
                  <a:lnTo>
                    <a:pt x="15238" y="29162"/>
                  </a:lnTo>
                  <a:lnTo>
                    <a:pt x="15238" y="26920"/>
                  </a:lnTo>
                  <a:cubicBezTo>
                    <a:pt x="15238" y="26920"/>
                    <a:pt x="15238" y="25977"/>
                    <a:pt x="15537" y="25977"/>
                  </a:cubicBezTo>
                  <a:close/>
                  <a:moveTo>
                    <a:pt x="17847" y="25800"/>
                  </a:moveTo>
                  <a:cubicBezTo>
                    <a:pt x="18940" y="25800"/>
                    <a:pt x="18940" y="26672"/>
                    <a:pt x="18940" y="26672"/>
                  </a:cubicBezTo>
                  <a:lnTo>
                    <a:pt x="18940" y="29162"/>
                  </a:lnTo>
                  <a:lnTo>
                    <a:pt x="16752" y="29162"/>
                  </a:lnTo>
                  <a:lnTo>
                    <a:pt x="16752" y="26795"/>
                  </a:lnTo>
                  <a:cubicBezTo>
                    <a:pt x="16752" y="26795"/>
                    <a:pt x="16752" y="25800"/>
                    <a:pt x="17847" y="25800"/>
                  </a:cubicBezTo>
                  <a:close/>
                  <a:moveTo>
                    <a:pt x="20097" y="26018"/>
                  </a:moveTo>
                  <a:cubicBezTo>
                    <a:pt x="20398" y="26018"/>
                    <a:pt x="20398" y="26843"/>
                    <a:pt x="20398" y="26843"/>
                  </a:cubicBezTo>
                  <a:lnTo>
                    <a:pt x="20398" y="29203"/>
                  </a:lnTo>
                  <a:lnTo>
                    <a:pt x="19796" y="29203"/>
                  </a:lnTo>
                  <a:lnTo>
                    <a:pt x="19796" y="26961"/>
                  </a:lnTo>
                  <a:cubicBezTo>
                    <a:pt x="19796" y="26961"/>
                    <a:pt x="19796" y="26018"/>
                    <a:pt x="20097" y="26018"/>
                  </a:cubicBezTo>
                  <a:close/>
                  <a:moveTo>
                    <a:pt x="43351" y="28212"/>
                  </a:moveTo>
                  <a:cubicBezTo>
                    <a:pt x="43625" y="28212"/>
                    <a:pt x="43625" y="28489"/>
                    <a:pt x="43625" y="28489"/>
                  </a:cubicBezTo>
                  <a:lnTo>
                    <a:pt x="43625" y="29286"/>
                  </a:lnTo>
                  <a:lnTo>
                    <a:pt x="43077" y="29286"/>
                  </a:lnTo>
                  <a:lnTo>
                    <a:pt x="43077" y="28530"/>
                  </a:lnTo>
                  <a:cubicBezTo>
                    <a:pt x="43077" y="28530"/>
                    <a:pt x="43077" y="28212"/>
                    <a:pt x="43351" y="28212"/>
                  </a:cubicBezTo>
                  <a:close/>
                  <a:moveTo>
                    <a:pt x="45235" y="28221"/>
                  </a:moveTo>
                  <a:cubicBezTo>
                    <a:pt x="45509" y="28221"/>
                    <a:pt x="45509" y="28499"/>
                    <a:pt x="45509" y="28499"/>
                  </a:cubicBezTo>
                  <a:lnTo>
                    <a:pt x="45509" y="29294"/>
                  </a:lnTo>
                  <a:lnTo>
                    <a:pt x="44961" y="29294"/>
                  </a:lnTo>
                  <a:lnTo>
                    <a:pt x="44961" y="28538"/>
                  </a:lnTo>
                  <a:cubicBezTo>
                    <a:pt x="44961" y="28538"/>
                    <a:pt x="44961" y="28221"/>
                    <a:pt x="45235" y="28221"/>
                  </a:cubicBezTo>
                  <a:close/>
                  <a:moveTo>
                    <a:pt x="44306" y="28232"/>
                  </a:moveTo>
                  <a:cubicBezTo>
                    <a:pt x="44580" y="28232"/>
                    <a:pt x="44580" y="28509"/>
                    <a:pt x="44580" y="28509"/>
                  </a:cubicBezTo>
                  <a:lnTo>
                    <a:pt x="44580" y="29304"/>
                  </a:lnTo>
                  <a:lnTo>
                    <a:pt x="44032" y="29304"/>
                  </a:lnTo>
                  <a:lnTo>
                    <a:pt x="44032" y="28549"/>
                  </a:lnTo>
                  <a:cubicBezTo>
                    <a:pt x="44032" y="28549"/>
                    <a:pt x="44032" y="28232"/>
                    <a:pt x="44306" y="28232"/>
                  </a:cubicBezTo>
                  <a:close/>
                  <a:moveTo>
                    <a:pt x="40564" y="28250"/>
                  </a:moveTo>
                  <a:cubicBezTo>
                    <a:pt x="40838" y="28250"/>
                    <a:pt x="40838" y="28528"/>
                    <a:pt x="40838" y="28528"/>
                  </a:cubicBezTo>
                  <a:lnTo>
                    <a:pt x="40838" y="29324"/>
                  </a:lnTo>
                  <a:lnTo>
                    <a:pt x="40290" y="29324"/>
                  </a:lnTo>
                  <a:lnTo>
                    <a:pt x="40290" y="28569"/>
                  </a:lnTo>
                  <a:cubicBezTo>
                    <a:pt x="40290" y="28569"/>
                    <a:pt x="40290" y="28250"/>
                    <a:pt x="40564" y="28250"/>
                  </a:cubicBezTo>
                  <a:close/>
                  <a:moveTo>
                    <a:pt x="41492" y="28250"/>
                  </a:moveTo>
                  <a:cubicBezTo>
                    <a:pt x="41766" y="28250"/>
                    <a:pt x="41766" y="28528"/>
                    <a:pt x="41766" y="28528"/>
                  </a:cubicBezTo>
                  <a:lnTo>
                    <a:pt x="41766" y="29324"/>
                  </a:lnTo>
                  <a:lnTo>
                    <a:pt x="41218" y="29324"/>
                  </a:lnTo>
                  <a:lnTo>
                    <a:pt x="41218" y="28569"/>
                  </a:lnTo>
                  <a:cubicBezTo>
                    <a:pt x="41218" y="28569"/>
                    <a:pt x="41218" y="28250"/>
                    <a:pt x="41492" y="28250"/>
                  </a:cubicBezTo>
                  <a:close/>
                  <a:moveTo>
                    <a:pt x="42440" y="28250"/>
                  </a:moveTo>
                  <a:cubicBezTo>
                    <a:pt x="42714" y="28250"/>
                    <a:pt x="42714" y="28528"/>
                    <a:pt x="42714" y="28528"/>
                  </a:cubicBezTo>
                  <a:lnTo>
                    <a:pt x="42714" y="29324"/>
                  </a:lnTo>
                  <a:lnTo>
                    <a:pt x="42166" y="29324"/>
                  </a:lnTo>
                  <a:lnTo>
                    <a:pt x="42166" y="28569"/>
                  </a:lnTo>
                  <a:cubicBezTo>
                    <a:pt x="42166" y="28569"/>
                    <a:pt x="42166" y="28250"/>
                    <a:pt x="42440" y="28250"/>
                  </a:cubicBezTo>
                  <a:close/>
                  <a:moveTo>
                    <a:pt x="38603" y="28284"/>
                  </a:moveTo>
                  <a:cubicBezTo>
                    <a:pt x="38877" y="28284"/>
                    <a:pt x="38877" y="28562"/>
                    <a:pt x="38877" y="28562"/>
                  </a:cubicBezTo>
                  <a:lnTo>
                    <a:pt x="38877" y="29358"/>
                  </a:lnTo>
                  <a:lnTo>
                    <a:pt x="38329" y="29358"/>
                  </a:lnTo>
                  <a:lnTo>
                    <a:pt x="38329" y="28601"/>
                  </a:lnTo>
                  <a:cubicBezTo>
                    <a:pt x="38329" y="28601"/>
                    <a:pt x="38329" y="28284"/>
                    <a:pt x="38603" y="28284"/>
                  </a:cubicBezTo>
                  <a:close/>
                  <a:moveTo>
                    <a:pt x="39583" y="28291"/>
                  </a:moveTo>
                  <a:cubicBezTo>
                    <a:pt x="39857" y="28291"/>
                    <a:pt x="39857" y="28569"/>
                    <a:pt x="39857" y="28569"/>
                  </a:cubicBezTo>
                  <a:lnTo>
                    <a:pt x="39857" y="29365"/>
                  </a:lnTo>
                  <a:lnTo>
                    <a:pt x="39309" y="29365"/>
                  </a:lnTo>
                  <a:lnTo>
                    <a:pt x="39309" y="28608"/>
                  </a:lnTo>
                  <a:cubicBezTo>
                    <a:pt x="39309" y="28608"/>
                    <a:pt x="39309" y="28291"/>
                    <a:pt x="39583" y="28291"/>
                  </a:cubicBezTo>
                  <a:close/>
                  <a:moveTo>
                    <a:pt x="30102" y="28319"/>
                  </a:moveTo>
                  <a:cubicBezTo>
                    <a:pt x="30376" y="28319"/>
                    <a:pt x="30376" y="28597"/>
                    <a:pt x="30376" y="28597"/>
                  </a:cubicBezTo>
                  <a:lnTo>
                    <a:pt x="30376" y="29393"/>
                  </a:lnTo>
                  <a:lnTo>
                    <a:pt x="29828" y="29393"/>
                  </a:lnTo>
                  <a:lnTo>
                    <a:pt x="29828" y="28637"/>
                  </a:lnTo>
                  <a:cubicBezTo>
                    <a:pt x="29828" y="28637"/>
                    <a:pt x="29828" y="28319"/>
                    <a:pt x="30102" y="28319"/>
                  </a:cubicBezTo>
                  <a:close/>
                  <a:moveTo>
                    <a:pt x="31031" y="28319"/>
                  </a:moveTo>
                  <a:cubicBezTo>
                    <a:pt x="31305" y="28319"/>
                    <a:pt x="31305" y="28597"/>
                    <a:pt x="31305" y="28597"/>
                  </a:cubicBezTo>
                  <a:lnTo>
                    <a:pt x="31305" y="29393"/>
                  </a:lnTo>
                  <a:lnTo>
                    <a:pt x="30757" y="29393"/>
                  </a:lnTo>
                  <a:lnTo>
                    <a:pt x="30757" y="28637"/>
                  </a:lnTo>
                  <a:cubicBezTo>
                    <a:pt x="30757" y="28637"/>
                    <a:pt x="30757" y="28319"/>
                    <a:pt x="31031" y="28319"/>
                  </a:cubicBezTo>
                  <a:close/>
                  <a:moveTo>
                    <a:pt x="31960" y="28319"/>
                  </a:moveTo>
                  <a:cubicBezTo>
                    <a:pt x="32234" y="28319"/>
                    <a:pt x="32234" y="28597"/>
                    <a:pt x="32234" y="28597"/>
                  </a:cubicBezTo>
                  <a:lnTo>
                    <a:pt x="32234" y="29393"/>
                  </a:lnTo>
                  <a:lnTo>
                    <a:pt x="31686" y="29393"/>
                  </a:lnTo>
                  <a:lnTo>
                    <a:pt x="31686" y="28637"/>
                  </a:lnTo>
                  <a:cubicBezTo>
                    <a:pt x="31686" y="28637"/>
                    <a:pt x="31686" y="28319"/>
                    <a:pt x="31960" y="28319"/>
                  </a:cubicBezTo>
                  <a:close/>
                  <a:moveTo>
                    <a:pt x="37615" y="28325"/>
                  </a:moveTo>
                  <a:cubicBezTo>
                    <a:pt x="37889" y="28325"/>
                    <a:pt x="37889" y="28601"/>
                    <a:pt x="37889" y="28601"/>
                  </a:cubicBezTo>
                  <a:lnTo>
                    <a:pt x="37889" y="29398"/>
                  </a:lnTo>
                  <a:lnTo>
                    <a:pt x="37341" y="29398"/>
                  </a:lnTo>
                  <a:lnTo>
                    <a:pt x="37341" y="28642"/>
                  </a:lnTo>
                  <a:cubicBezTo>
                    <a:pt x="37341" y="28642"/>
                    <a:pt x="37341" y="28325"/>
                    <a:pt x="37615" y="28325"/>
                  </a:cubicBezTo>
                  <a:close/>
                  <a:moveTo>
                    <a:pt x="32850" y="28332"/>
                  </a:moveTo>
                  <a:cubicBezTo>
                    <a:pt x="33124" y="28332"/>
                    <a:pt x="33124" y="28608"/>
                    <a:pt x="33124" y="28608"/>
                  </a:cubicBezTo>
                  <a:lnTo>
                    <a:pt x="33124" y="29405"/>
                  </a:lnTo>
                  <a:lnTo>
                    <a:pt x="32576" y="29405"/>
                  </a:lnTo>
                  <a:lnTo>
                    <a:pt x="32576" y="28649"/>
                  </a:lnTo>
                  <a:cubicBezTo>
                    <a:pt x="32576" y="28649"/>
                    <a:pt x="32576" y="28332"/>
                    <a:pt x="32850" y="28332"/>
                  </a:cubicBezTo>
                  <a:close/>
                  <a:moveTo>
                    <a:pt x="36578" y="28334"/>
                  </a:moveTo>
                  <a:cubicBezTo>
                    <a:pt x="36852" y="28334"/>
                    <a:pt x="36852" y="28613"/>
                    <a:pt x="36852" y="28613"/>
                  </a:cubicBezTo>
                  <a:lnTo>
                    <a:pt x="36852" y="29408"/>
                  </a:lnTo>
                  <a:lnTo>
                    <a:pt x="36304" y="29408"/>
                  </a:lnTo>
                  <a:lnTo>
                    <a:pt x="36304" y="28653"/>
                  </a:lnTo>
                  <a:cubicBezTo>
                    <a:pt x="36304" y="28653"/>
                    <a:pt x="36304" y="28334"/>
                    <a:pt x="36578" y="28334"/>
                  </a:cubicBezTo>
                  <a:close/>
                  <a:moveTo>
                    <a:pt x="33767" y="28346"/>
                  </a:moveTo>
                  <a:cubicBezTo>
                    <a:pt x="34041" y="28346"/>
                    <a:pt x="34041" y="28623"/>
                    <a:pt x="34041" y="28623"/>
                  </a:cubicBezTo>
                  <a:lnTo>
                    <a:pt x="34041" y="29419"/>
                  </a:lnTo>
                  <a:lnTo>
                    <a:pt x="33492" y="29419"/>
                  </a:lnTo>
                  <a:lnTo>
                    <a:pt x="33492" y="28663"/>
                  </a:lnTo>
                  <a:cubicBezTo>
                    <a:pt x="33492" y="28663"/>
                    <a:pt x="33492" y="28346"/>
                    <a:pt x="33767" y="28346"/>
                  </a:cubicBezTo>
                  <a:close/>
                  <a:moveTo>
                    <a:pt x="35635" y="28346"/>
                  </a:moveTo>
                  <a:cubicBezTo>
                    <a:pt x="35909" y="28346"/>
                    <a:pt x="35909" y="28623"/>
                    <a:pt x="35909" y="28623"/>
                  </a:cubicBezTo>
                  <a:lnTo>
                    <a:pt x="35909" y="29419"/>
                  </a:lnTo>
                  <a:lnTo>
                    <a:pt x="35360" y="29419"/>
                  </a:lnTo>
                  <a:lnTo>
                    <a:pt x="35360" y="28663"/>
                  </a:lnTo>
                  <a:cubicBezTo>
                    <a:pt x="35360" y="28663"/>
                    <a:pt x="35360" y="28346"/>
                    <a:pt x="35635" y="28346"/>
                  </a:cubicBezTo>
                  <a:close/>
                  <a:moveTo>
                    <a:pt x="34684" y="28360"/>
                  </a:moveTo>
                  <a:cubicBezTo>
                    <a:pt x="34958" y="28360"/>
                    <a:pt x="34958" y="28637"/>
                    <a:pt x="34958" y="28637"/>
                  </a:cubicBezTo>
                  <a:lnTo>
                    <a:pt x="34958" y="29434"/>
                  </a:lnTo>
                  <a:lnTo>
                    <a:pt x="34410" y="29434"/>
                  </a:lnTo>
                  <a:lnTo>
                    <a:pt x="34410" y="28677"/>
                  </a:lnTo>
                  <a:cubicBezTo>
                    <a:pt x="34410" y="28677"/>
                    <a:pt x="34410" y="28360"/>
                    <a:pt x="34684" y="28360"/>
                  </a:cubicBezTo>
                  <a:close/>
                  <a:moveTo>
                    <a:pt x="3590" y="42479"/>
                  </a:moveTo>
                  <a:cubicBezTo>
                    <a:pt x="3742" y="42479"/>
                    <a:pt x="3742" y="42861"/>
                    <a:pt x="3742" y="42861"/>
                  </a:cubicBezTo>
                  <a:lnTo>
                    <a:pt x="3742" y="43956"/>
                  </a:lnTo>
                  <a:lnTo>
                    <a:pt x="3440" y="43956"/>
                  </a:lnTo>
                  <a:lnTo>
                    <a:pt x="3440" y="42916"/>
                  </a:lnTo>
                  <a:cubicBezTo>
                    <a:pt x="3440" y="42916"/>
                    <a:pt x="3440" y="42479"/>
                    <a:pt x="3590" y="42479"/>
                  </a:cubicBezTo>
                  <a:close/>
                  <a:moveTo>
                    <a:pt x="4743" y="42397"/>
                  </a:moveTo>
                  <a:cubicBezTo>
                    <a:pt x="5289" y="42397"/>
                    <a:pt x="5289" y="42802"/>
                    <a:pt x="5289" y="42802"/>
                  </a:cubicBezTo>
                  <a:lnTo>
                    <a:pt x="5289" y="43956"/>
                  </a:lnTo>
                  <a:lnTo>
                    <a:pt x="4197" y="43956"/>
                  </a:lnTo>
                  <a:lnTo>
                    <a:pt x="4197" y="42860"/>
                  </a:lnTo>
                  <a:cubicBezTo>
                    <a:pt x="4197" y="42860"/>
                    <a:pt x="4197" y="42397"/>
                    <a:pt x="4743" y="42397"/>
                  </a:cubicBezTo>
                  <a:close/>
                  <a:moveTo>
                    <a:pt x="5871" y="42498"/>
                  </a:moveTo>
                  <a:cubicBezTo>
                    <a:pt x="6022" y="42498"/>
                    <a:pt x="6022" y="42881"/>
                    <a:pt x="6022" y="42881"/>
                  </a:cubicBezTo>
                  <a:lnTo>
                    <a:pt x="6022" y="43976"/>
                  </a:lnTo>
                  <a:lnTo>
                    <a:pt x="5719" y="43976"/>
                  </a:lnTo>
                  <a:lnTo>
                    <a:pt x="5719" y="42936"/>
                  </a:lnTo>
                  <a:cubicBezTo>
                    <a:pt x="5719" y="42936"/>
                    <a:pt x="5719" y="42498"/>
                    <a:pt x="5871" y="42498"/>
                  </a:cubicBezTo>
                  <a:close/>
                  <a:moveTo>
                    <a:pt x="57522" y="1"/>
                  </a:moveTo>
                  <a:lnTo>
                    <a:pt x="57480" y="959"/>
                  </a:lnTo>
                  <a:cubicBezTo>
                    <a:pt x="57335" y="968"/>
                    <a:pt x="57220" y="1024"/>
                    <a:pt x="57220" y="1094"/>
                  </a:cubicBezTo>
                  <a:cubicBezTo>
                    <a:pt x="57220" y="1162"/>
                    <a:pt x="57328" y="1218"/>
                    <a:pt x="57469" y="1228"/>
                  </a:cubicBezTo>
                  <a:lnTo>
                    <a:pt x="57446" y="1718"/>
                  </a:lnTo>
                  <a:lnTo>
                    <a:pt x="57451" y="1718"/>
                  </a:lnTo>
                  <a:cubicBezTo>
                    <a:pt x="57170" y="1741"/>
                    <a:pt x="56954" y="1852"/>
                    <a:pt x="56954" y="1987"/>
                  </a:cubicBezTo>
                  <a:cubicBezTo>
                    <a:pt x="56954" y="2123"/>
                    <a:pt x="57170" y="2233"/>
                    <a:pt x="57451" y="2257"/>
                  </a:cubicBezTo>
                  <a:cubicBezTo>
                    <a:pt x="57085" y="2919"/>
                    <a:pt x="55801" y="5124"/>
                    <a:pt x="54191" y="6438"/>
                  </a:cubicBezTo>
                  <a:cubicBezTo>
                    <a:pt x="52852" y="7532"/>
                    <a:pt x="55313" y="9064"/>
                    <a:pt x="55313" y="9064"/>
                  </a:cubicBezTo>
                  <a:lnTo>
                    <a:pt x="55341" y="11580"/>
                  </a:lnTo>
                  <a:lnTo>
                    <a:pt x="54520" y="11580"/>
                  </a:lnTo>
                  <a:lnTo>
                    <a:pt x="54520" y="12238"/>
                  </a:lnTo>
                  <a:lnTo>
                    <a:pt x="55313" y="12620"/>
                  </a:lnTo>
                  <a:lnTo>
                    <a:pt x="54547" y="12620"/>
                  </a:lnTo>
                  <a:lnTo>
                    <a:pt x="54519" y="13032"/>
                  </a:lnTo>
                  <a:lnTo>
                    <a:pt x="53286" y="13032"/>
                  </a:lnTo>
                  <a:lnTo>
                    <a:pt x="53286" y="14173"/>
                  </a:lnTo>
                  <a:lnTo>
                    <a:pt x="54790" y="15521"/>
                  </a:lnTo>
                  <a:lnTo>
                    <a:pt x="54832" y="36876"/>
                  </a:lnTo>
                  <a:lnTo>
                    <a:pt x="53670" y="36876"/>
                  </a:lnTo>
                  <a:lnTo>
                    <a:pt x="53670" y="37897"/>
                  </a:lnTo>
                  <a:lnTo>
                    <a:pt x="54835" y="37897"/>
                  </a:lnTo>
                  <a:lnTo>
                    <a:pt x="54836" y="38937"/>
                  </a:lnTo>
                  <a:lnTo>
                    <a:pt x="48475" y="38937"/>
                  </a:lnTo>
                  <a:lnTo>
                    <a:pt x="48475" y="37568"/>
                  </a:lnTo>
                  <a:cubicBezTo>
                    <a:pt x="48475" y="36300"/>
                    <a:pt x="47446" y="35271"/>
                    <a:pt x="46178" y="35271"/>
                  </a:cubicBezTo>
                  <a:lnTo>
                    <a:pt x="46117" y="34397"/>
                  </a:lnTo>
                  <a:lnTo>
                    <a:pt x="46760" y="34397"/>
                  </a:lnTo>
                  <a:lnTo>
                    <a:pt x="46760" y="29259"/>
                  </a:lnTo>
                  <a:lnTo>
                    <a:pt x="45933" y="29287"/>
                  </a:lnTo>
                  <a:lnTo>
                    <a:pt x="45900" y="27959"/>
                  </a:lnTo>
                  <a:cubicBezTo>
                    <a:pt x="49828" y="22324"/>
                    <a:pt x="39348" y="18256"/>
                    <a:pt x="39348" y="18256"/>
                  </a:cubicBezTo>
                  <a:lnTo>
                    <a:pt x="39348" y="17764"/>
                  </a:lnTo>
                  <a:lnTo>
                    <a:pt x="38865" y="17764"/>
                  </a:lnTo>
                  <a:lnTo>
                    <a:pt x="38865" y="16342"/>
                  </a:lnTo>
                  <a:lnTo>
                    <a:pt x="39348" y="16342"/>
                  </a:lnTo>
                  <a:lnTo>
                    <a:pt x="39348" y="15576"/>
                  </a:lnTo>
                  <a:lnTo>
                    <a:pt x="38804" y="15576"/>
                  </a:lnTo>
                  <a:lnTo>
                    <a:pt x="38804" y="15084"/>
                  </a:lnTo>
                  <a:lnTo>
                    <a:pt x="37401" y="15084"/>
                  </a:lnTo>
                  <a:lnTo>
                    <a:pt x="37380" y="14692"/>
                  </a:lnTo>
                  <a:cubicBezTo>
                    <a:pt x="37591" y="14613"/>
                    <a:pt x="37743" y="14412"/>
                    <a:pt x="37743" y="14173"/>
                  </a:cubicBezTo>
                  <a:cubicBezTo>
                    <a:pt x="37743" y="13913"/>
                    <a:pt x="37563" y="13698"/>
                    <a:pt x="37323" y="13638"/>
                  </a:cubicBezTo>
                  <a:lnTo>
                    <a:pt x="37300" y="13234"/>
                  </a:lnTo>
                  <a:cubicBezTo>
                    <a:pt x="37479" y="13185"/>
                    <a:pt x="37612" y="13021"/>
                    <a:pt x="37612" y="12827"/>
                  </a:cubicBezTo>
                  <a:cubicBezTo>
                    <a:pt x="37612" y="12613"/>
                    <a:pt x="37456" y="12440"/>
                    <a:pt x="37254" y="12408"/>
                  </a:cubicBezTo>
                  <a:lnTo>
                    <a:pt x="37189" y="11234"/>
                  </a:lnTo>
                  <a:lnTo>
                    <a:pt x="37120" y="12408"/>
                  </a:lnTo>
                  <a:cubicBezTo>
                    <a:pt x="36918" y="12441"/>
                    <a:pt x="36763" y="12613"/>
                    <a:pt x="36763" y="12824"/>
                  </a:cubicBezTo>
                  <a:cubicBezTo>
                    <a:pt x="36763" y="13018"/>
                    <a:pt x="36894" y="13179"/>
                    <a:pt x="37071" y="13230"/>
                  </a:cubicBezTo>
                  <a:lnTo>
                    <a:pt x="37049" y="13638"/>
                  </a:lnTo>
                  <a:cubicBezTo>
                    <a:pt x="36811" y="13699"/>
                    <a:pt x="36634" y="13913"/>
                    <a:pt x="36634" y="14172"/>
                  </a:cubicBezTo>
                  <a:cubicBezTo>
                    <a:pt x="36634" y="14408"/>
                    <a:pt x="36782" y="14606"/>
                    <a:pt x="36987" y="14686"/>
                  </a:cubicBezTo>
                  <a:lnTo>
                    <a:pt x="36964" y="15080"/>
                  </a:lnTo>
                  <a:lnTo>
                    <a:pt x="35725" y="15080"/>
                  </a:lnTo>
                  <a:lnTo>
                    <a:pt x="35725" y="15572"/>
                  </a:lnTo>
                  <a:lnTo>
                    <a:pt x="35233" y="15572"/>
                  </a:lnTo>
                  <a:lnTo>
                    <a:pt x="35233" y="16338"/>
                  </a:lnTo>
                  <a:lnTo>
                    <a:pt x="35670" y="16338"/>
                  </a:lnTo>
                  <a:lnTo>
                    <a:pt x="35670" y="17762"/>
                  </a:lnTo>
                  <a:lnTo>
                    <a:pt x="35233" y="17762"/>
                  </a:lnTo>
                  <a:lnTo>
                    <a:pt x="35233" y="18254"/>
                  </a:lnTo>
                  <a:cubicBezTo>
                    <a:pt x="35233" y="18254"/>
                    <a:pt x="25767" y="22521"/>
                    <a:pt x="29323" y="28156"/>
                  </a:cubicBezTo>
                  <a:lnTo>
                    <a:pt x="29269" y="29414"/>
                  </a:lnTo>
                  <a:lnTo>
                    <a:pt x="28524" y="29414"/>
                  </a:lnTo>
                  <a:lnTo>
                    <a:pt x="28524" y="34391"/>
                  </a:lnTo>
                  <a:lnTo>
                    <a:pt x="29104" y="34391"/>
                  </a:lnTo>
                  <a:lnTo>
                    <a:pt x="29049" y="35267"/>
                  </a:lnTo>
                  <a:cubicBezTo>
                    <a:pt x="27902" y="35267"/>
                    <a:pt x="26971" y="36197"/>
                    <a:pt x="26971" y="37344"/>
                  </a:cubicBezTo>
                  <a:lnTo>
                    <a:pt x="26971" y="38931"/>
                  </a:lnTo>
                  <a:lnTo>
                    <a:pt x="20406" y="38931"/>
                  </a:lnTo>
                  <a:lnTo>
                    <a:pt x="20442" y="30125"/>
                  </a:lnTo>
                  <a:lnTo>
                    <a:pt x="21171" y="30125"/>
                  </a:lnTo>
                  <a:lnTo>
                    <a:pt x="21171" y="29240"/>
                  </a:lnTo>
                  <a:lnTo>
                    <a:pt x="20832" y="29240"/>
                  </a:lnTo>
                  <a:lnTo>
                    <a:pt x="20832" y="26643"/>
                  </a:lnTo>
                  <a:lnTo>
                    <a:pt x="21171" y="26288"/>
                  </a:lnTo>
                  <a:lnTo>
                    <a:pt x="20720" y="25934"/>
                  </a:lnTo>
                  <a:cubicBezTo>
                    <a:pt x="21002" y="23278"/>
                    <a:pt x="18571" y="22393"/>
                    <a:pt x="18571" y="22393"/>
                  </a:cubicBezTo>
                  <a:lnTo>
                    <a:pt x="18571" y="21333"/>
                  </a:lnTo>
                  <a:lnTo>
                    <a:pt x="18004" y="21333"/>
                  </a:lnTo>
                  <a:lnTo>
                    <a:pt x="17778" y="18854"/>
                  </a:lnTo>
                  <a:lnTo>
                    <a:pt x="17559" y="21333"/>
                  </a:lnTo>
                  <a:lnTo>
                    <a:pt x="17012" y="21333"/>
                  </a:lnTo>
                  <a:lnTo>
                    <a:pt x="17012" y="22396"/>
                  </a:lnTo>
                  <a:cubicBezTo>
                    <a:pt x="17012" y="22396"/>
                    <a:pt x="14659" y="23281"/>
                    <a:pt x="14933" y="25936"/>
                  </a:cubicBezTo>
                  <a:lnTo>
                    <a:pt x="14496" y="26292"/>
                  </a:lnTo>
                  <a:lnTo>
                    <a:pt x="14825" y="26646"/>
                  </a:lnTo>
                  <a:lnTo>
                    <a:pt x="14825" y="29244"/>
                  </a:lnTo>
                  <a:lnTo>
                    <a:pt x="14496" y="29244"/>
                  </a:lnTo>
                  <a:lnTo>
                    <a:pt x="14496" y="30129"/>
                  </a:lnTo>
                  <a:lnTo>
                    <a:pt x="15225" y="30129"/>
                  </a:lnTo>
                  <a:lnTo>
                    <a:pt x="15261" y="38934"/>
                  </a:lnTo>
                  <a:lnTo>
                    <a:pt x="14114" y="38934"/>
                  </a:lnTo>
                  <a:lnTo>
                    <a:pt x="14114" y="41888"/>
                  </a:lnTo>
                  <a:lnTo>
                    <a:pt x="8533" y="41888"/>
                  </a:lnTo>
                  <a:lnTo>
                    <a:pt x="8533" y="44953"/>
                  </a:lnTo>
                  <a:lnTo>
                    <a:pt x="8042" y="44953"/>
                  </a:lnTo>
                  <a:lnTo>
                    <a:pt x="8042" y="46211"/>
                  </a:lnTo>
                  <a:lnTo>
                    <a:pt x="7603" y="46211"/>
                  </a:lnTo>
                  <a:lnTo>
                    <a:pt x="7603" y="46757"/>
                  </a:lnTo>
                  <a:lnTo>
                    <a:pt x="6619" y="47632"/>
                  </a:lnTo>
                  <a:lnTo>
                    <a:pt x="6619" y="48561"/>
                  </a:lnTo>
                  <a:lnTo>
                    <a:pt x="6017" y="48561"/>
                  </a:lnTo>
                  <a:lnTo>
                    <a:pt x="6034" y="44404"/>
                  </a:lnTo>
                  <a:lnTo>
                    <a:pt x="6400" y="44404"/>
                  </a:lnTo>
                  <a:lnTo>
                    <a:pt x="6400" y="43993"/>
                  </a:lnTo>
                  <a:lnTo>
                    <a:pt x="6230" y="43993"/>
                  </a:lnTo>
                  <a:lnTo>
                    <a:pt x="6230" y="42789"/>
                  </a:lnTo>
                  <a:lnTo>
                    <a:pt x="6400" y="42626"/>
                  </a:lnTo>
                  <a:lnTo>
                    <a:pt x="6173" y="42463"/>
                  </a:lnTo>
                  <a:cubicBezTo>
                    <a:pt x="6314" y="41231"/>
                    <a:pt x="5100" y="40822"/>
                    <a:pt x="5100" y="40822"/>
                  </a:cubicBezTo>
                  <a:lnTo>
                    <a:pt x="5100" y="40330"/>
                  </a:lnTo>
                  <a:lnTo>
                    <a:pt x="4817" y="40330"/>
                  </a:lnTo>
                  <a:lnTo>
                    <a:pt x="4705" y="39181"/>
                  </a:lnTo>
                  <a:lnTo>
                    <a:pt x="4595" y="40330"/>
                  </a:lnTo>
                  <a:lnTo>
                    <a:pt x="4321" y="40330"/>
                  </a:lnTo>
                  <a:lnTo>
                    <a:pt x="4321" y="40822"/>
                  </a:lnTo>
                  <a:cubicBezTo>
                    <a:pt x="4321" y="40822"/>
                    <a:pt x="3146" y="41233"/>
                    <a:pt x="3281" y="42463"/>
                  </a:cubicBezTo>
                  <a:lnTo>
                    <a:pt x="3062" y="42626"/>
                  </a:lnTo>
                  <a:lnTo>
                    <a:pt x="3225" y="42789"/>
                  </a:lnTo>
                  <a:lnTo>
                    <a:pt x="3225" y="43993"/>
                  </a:lnTo>
                  <a:lnTo>
                    <a:pt x="3062" y="43993"/>
                  </a:lnTo>
                  <a:lnTo>
                    <a:pt x="3062" y="44404"/>
                  </a:lnTo>
                  <a:lnTo>
                    <a:pt x="3427" y="44404"/>
                  </a:lnTo>
                  <a:lnTo>
                    <a:pt x="3444" y="48561"/>
                  </a:lnTo>
                  <a:lnTo>
                    <a:pt x="0" y="48561"/>
                  </a:lnTo>
                  <a:lnTo>
                    <a:pt x="0" y="65707"/>
                  </a:lnTo>
                  <a:lnTo>
                    <a:pt x="78262" y="65707"/>
                  </a:lnTo>
                  <a:lnTo>
                    <a:pt x="78262" y="48561"/>
                  </a:lnTo>
                  <a:lnTo>
                    <a:pt x="77203" y="48561"/>
                  </a:lnTo>
                  <a:lnTo>
                    <a:pt x="77203" y="40268"/>
                  </a:lnTo>
                  <a:cubicBezTo>
                    <a:pt x="75981" y="36227"/>
                    <a:pt x="72891" y="34915"/>
                    <a:pt x="72891" y="34915"/>
                  </a:cubicBezTo>
                  <a:cubicBezTo>
                    <a:pt x="72891" y="34915"/>
                    <a:pt x="73065" y="34411"/>
                    <a:pt x="72891" y="33096"/>
                  </a:cubicBezTo>
                  <a:cubicBezTo>
                    <a:pt x="72717" y="31784"/>
                    <a:pt x="71464" y="31278"/>
                    <a:pt x="71464" y="31278"/>
                  </a:cubicBezTo>
                  <a:lnTo>
                    <a:pt x="71961" y="31278"/>
                  </a:lnTo>
                  <a:lnTo>
                    <a:pt x="71961" y="30773"/>
                  </a:lnTo>
                  <a:lnTo>
                    <a:pt x="71553" y="30773"/>
                  </a:lnTo>
                  <a:lnTo>
                    <a:pt x="71553" y="30067"/>
                  </a:lnTo>
                  <a:lnTo>
                    <a:pt x="71287" y="30067"/>
                  </a:lnTo>
                  <a:cubicBezTo>
                    <a:pt x="71311" y="29963"/>
                    <a:pt x="71327" y="29845"/>
                    <a:pt x="71327" y="29717"/>
                  </a:cubicBezTo>
                  <a:cubicBezTo>
                    <a:pt x="71327" y="29374"/>
                    <a:pt x="71224" y="29091"/>
                    <a:pt x="71086" y="29015"/>
                  </a:cubicBezTo>
                  <a:lnTo>
                    <a:pt x="71001" y="26636"/>
                  </a:lnTo>
                  <a:lnTo>
                    <a:pt x="70915" y="29036"/>
                  </a:lnTo>
                  <a:cubicBezTo>
                    <a:pt x="70791" y="29133"/>
                    <a:pt x="70701" y="29400"/>
                    <a:pt x="70701" y="29717"/>
                  </a:cubicBezTo>
                  <a:cubicBezTo>
                    <a:pt x="70701" y="29845"/>
                    <a:pt x="70718" y="29963"/>
                    <a:pt x="70742" y="30067"/>
                  </a:cubicBezTo>
                  <a:lnTo>
                    <a:pt x="70458" y="30067"/>
                  </a:lnTo>
                  <a:lnTo>
                    <a:pt x="70458" y="30766"/>
                  </a:lnTo>
                  <a:lnTo>
                    <a:pt x="70067" y="30766"/>
                  </a:lnTo>
                  <a:lnTo>
                    <a:pt x="70067" y="31265"/>
                  </a:lnTo>
                  <a:lnTo>
                    <a:pt x="70539" y="31265"/>
                  </a:lnTo>
                  <a:cubicBezTo>
                    <a:pt x="70539" y="31265"/>
                    <a:pt x="69343" y="31764"/>
                    <a:pt x="69176" y="33063"/>
                  </a:cubicBezTo>
                  <a:cubicBezTo>
                    <a:pt x="69010" y="34362"/>
                    <a:pt x="69176" y="34860"/>
                    <a:pt x="69176" y="34860"/>
                  </a:cubicBezTo>
                  <a:cubicBezTo>
                    <a:pt x="69176" y="34860"/>
                    <a:pt x="66227" y="36159"/>
                    <a:pt x="65058" y="40151"/>
                  </a:cubicBezTo>
                  <a:lnTo>
                    <a:pt x="65058" y="41888"/>
                  </a:lnTo>
                  <a:lnTo>
                    <a:pt x="62686" y="41888"/>
                  </a:lnTo>
                  <a:lnTo>
                    <a:pt x="62686" y="38935"/>
                  </a:lnTo>
                  <a:lnTo>
                    <a:pt x="57563" y="38935"/>
                  </a:lnTo>
                  <a:lnTo>
                    <a:pt x="57563" y="38925"/>
                  </a:lnTo>
                  <a:lnTo>
                    <a:pt x="60071" y="38925"/>
                  </a:lnTo>
                  <a:lnTo>
                    <a:pt x="60072" y="37897"/>
                  </a:lnTo>
                  <a:lnTo>
                    <a:pt x="61174" y="37897"/>
                  </a:lnTo>
                  <a:lnTo>
                    <a:pt x="61174" y="36876"/>
                  </a:lnTo>
                  <a:lnTo>
                    <a:pt x="60073" y="36876"/>
                  </a:lnTo>
                  <a:lnTo>
                    <a:pt x="60113" y="15513"/>
                  </a:lnTo>
                  <a:lnTo>
                    <a:pt x="61520" y="14165"/>
                  </a:lnTo>
                  <a:lnTo>
                    <a:pt x="61520" y="13023"/>
                  </a:lnTo>
                  <a:lnTo>
                    <a:pt x="60367" y="13023"/>
                  </a:lnTo>
                  <a:lnTo>
                    <a:pt x="60341" y="12612"/>
                  </a:lnTo>
                  <a:lnTo>
                    <a:pt x="59624" y="12612"/>
                  </a:lnTo>
                  <a:lnTo>
                    <a:pt x="60367" y="12229"/>
                  </a:lnTo>
                  <a:lnTo>
                    <a:pt x="60367" y="11571"/>
                  </a:lnTo>
                  <a:lnTo>
                    <a:pt x="59600" y="11571"/>
                  </a:lnTo>
                  <a:lnTo>
                    <a:pt x="59625" y="9055"/>
                  </a:lnTo>
                  <a:cubicBezTo>
                    <a:pt x="59625" y="9055"/>
                    <a:pt x="61929" y="7523"/>
                    <a:pt x="60675" y="6428"/>
                  </a:cubicBezTo>
                  <a:cubicBezTo>
                    <a:pt x="59178" y="5124"/>
                    <a:pt x="57979" y="2934"/>
                    <a:pt x="57629" y="2259"/>
                  </a:cubicBezTo>
                  <a:cubicBezTo>
                    <a:pt x="57930" y="2244"/>
                    <a:pt x="58162" y="2130"/>
                    <a:pt x="58162" y="1990"/>
                  </a:cubicBezTo>
                  <a:cubicBezTo>
                    <a:pt x="58162" y="1853"/>
                    <a:pt x="57948" y="1744"/>
                    <a:pt x="57667" y="1720"/>
                  </a:cubicBezTo>
                  <a:lnTo>
                    <a:pt x="57670" y="1720"/>
                  </a:lnTo>
                  <a:lnTo>
                    <a:pt x="57628" y="1223"/>
                  </a:lnTo>
                  <a:cubicBezTo>
                    <a:pt x="57742" y="1204"/>
                    <a:pt x="57825" y="1155"/>
                    <a:pt x="57825" y="1094"/>
                  </a:cubicBezTo>
                  <a:cubicBezTo>
                    <a:pt x="57825" y="1031"/>
                    <a:pt x="57732" y="980"/>
                    <a:pt x="57605" y="963"/>
                  </a:cubicBezTo>
                  <a:lnTo>
                    <a:pt x="575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8"/>
            <p:cNvSpPr/>
            <p:nvPr/>
          </p:nvSpPr>
          <p:spPr>
            <a:xfrm>
              <a:off x="3870075" y="3720225"/>
              <a:ext cx="521100" cy="841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8"/>
            <p:cNvSpPr/>
            <p:nvPr/>
          </p:nvSpPr>
          <p:spPr>
            <a:xfrm>
              <a:off x="4025700" y="3930900"/>
              <a:ext cx="521100" cy="631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8"/>
            <p:cNvSpPr/>
            <p:nvPr/>
          </p:nvSpPr>
          <p:spPr>
            <a:xfrm>
              <a:off x="4222950" y="4220400"/>
              <a:ext cx="521100" cy="341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7" name="Google Shape;637;p38"/>
          <p:cNvSpPr txBox="1">
            <a:spLocks noGrp="1"/>
          </p:cNvSpPr>
          <p:nvPr>
            <p:ph type="title"/>
          </p:nvPr>
        </p:nvSpPr>
        <p:spPr>
          <a:xfrm>
            <a:off x="4422111" y="2150850"/>
            <a:ext cx="4204988"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mj-lt"/>
              </a:rPr>
              <a:t>Methodology</a:t>
            </a:r>
            <a:endParaRPr dirty="0">
              <a:latin typeface="+mj-lt"/>
            </a:endParaRPr>
          </a:p>
        </p:txBody>
      </p:sp>
      <p:sp>
        <p:nvSpPr>
          <p:cNvPr id="639" name="Google Shape;639;p38"/>
          <p:cNvSpPr txBox="1">
            <a:spLocks noGrp="1"/>
          </p:cNvSpPr>
          <p:nvPr>
            <p:ph type="title" idx="2"/>
          </p:nvPr>
        </p:nvSpPr>
        <p:spPr>
          <a:xfrm>
            <a:off x="3603475" y="1836450"/>
            <a:ext cx="670500" cy="147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mj-lt"/>
              </a:rPr>
              <a:t>3</a:t>
            </a:r>
            <a:endParaRPr dirty="0">
              <a:latin typeface="+mj-lt"/>
            </a:endParaRPr>
          </a:p>
        </p:txBody>
      </p:sp>
      <p:grpSp>
        <p:nvGrpSpPr>
          <p:cNvPr id="640" name="Google Shape;640;p38"/>
          <p:cNvGrpSpPr/>
          <p:nvPr/>
        </p:nvGrpSpPr>
        <p:grpSpPr>
          <a:xfrm flipH="1">
            <a:off x="6151279" y="245011"/>
            <a:ext cx="3240392" cy="1156891"/>
            <a:chOff x="-3505263" y="-2342175"/>
            <a:chExt cx="2645434" cy="944478"/>
          </a:xfrm>
        </p:grpSpPr>
        <p:sp>
          <p:nvSpPr>
            <p:cNvPr id="641" name="Google Shape;641;p38"/>
            <p:cNvSpPr/>
            <p:nvPr/>
          </p:nvSpPr>
          <p:spPr>
            <a:xfrm>
              <a:off x="-3505263" y="-2342175"/>
              <a:ext cx="2645434" cy="944478"/>
            </a:xfrm>
            <a:custGeom>
              <a:avLst/>
              <a:gdLst/>
              <a:ahLst/>
              <a:cxnLst/>
              <a:rect l="l" t="t" r="r" b="b"/>
              <a:pathLst>
                <a:path w="58411" h="20854" extrusionOk="0">
                  <a:moveTo>
                    <a:pt x="8551" y="1"/>
                  </a:moveTo>
                  <a:cubicBezTo>
                    <a:pt x="8250" y="1"/>
                    <a:pt x="7943" y="29"/>
                    <a:pt x="7633" y="88"/>
                  </a:cubicBezTo>
                  <a:cubicBezTo>
                    <a:pt x="5925" y="410"/>
                    <a:pt x="4521" y="1672"/>
                    <a:pt x="4247" y="3134"/>
                  </a:cubicBezTo>
                  <a:cubicBezTo>
                    <a:pt x="3866" y="2557"/>
                    <a:pt x="2723" y="1765"/>
                    <a:pt x="1752" y="1765"/>
                  </a:cubicBezTo>
                  <a:cubicBezTo>
                    <a:pt x="1405" y="1765"/>
                    <a:pt x="1080" y="1865"/>
                    <a:pt x="819" y="2113"/>
                  </a:cubicBezTo>
                  <a:cubicBezTo>
                    <a:pt x="324" y="8386"/>
                    <a:pt x="81" y="14564"/>
                    <a:pt x="0" y="20854"/>
                  </a:cubicBezTo>
                  <a:cubicBezTo>
                    <a:pt x="350" y="20567"/>
                    <a:pt x="381" y="19928"/>
                    <a:pt x="730" y="19642"/>
                  </a:cubicBezTo>
                  <a:cubicBezTo>
                    <a:pt x="788" y="19644"/>
                    <a:pt x="846" y="19645"/>
                    <a:pt x="904" y="19645"/>
                  </a:cubicBezTo>
                  <a:cubicBezTo>
                    <a:pt x="3080" y="19645"/>
                    <a:pt x="5185" y="18137"/>
                    <a:pt x="5834" y="16082"/>
                  </a:cubicBezTo>
                  <a:cubicBezTo>
                    <a:pt x="6196" y="16509"/>
                    <a:pt x="6762" y="16749"/>
                    <a:pt x="7326" y="16749"/>
                  </a:cubicBezTo>
                  <a:cubicBezTo>
                    <a:pt x="7543" y="16749"/>
                    <a:pt x="7760" y="16713"/>
                    <a:pt x="7965" y="16639"/>
                  </a:cubicBezTo>
                  <a:cubicBezTo>
                    <a:pt x="8533" y="16432"/>
                    <a:pt x="8975" y="15935"/>
                    <a:pt x="9142" y="15363"/>
                  </a:cubicBezTo>
                  <a:lnTo>
                    <a:pt x="9142" y="15363"/>
                  </a:lnTo>
                  <a:cubicBezTo>
                    <a:pt x="9004" y="17346"/>
                    <a:pt x="10520" y="18964"/>
                    <a:pt x="12634" y="18964"/>
                  </a:cubicBezTo>
                  <a:cubicBezTo>
                    <a:pt x="12665" y="18964"/>
                    <a:pt x="12696" y="18964"/>
                    <a:pt x="12727" y="18963"/>
                  </a:cubicBezTo>
                  <a:cubicBezTo>
                    <a:pt x="14564" y="18921"/>
                    <a:pt x="16273" y="17502"/>
                    <a:pt x="16617" y="15763"/>
                  </a:cubicBezTo>
                  <a:cubicBezTo>
                    <a:pt x="17355" y="17516"/>
                    <a:pt x="19074" y="18685"/>
                    <a:pt x="21000" y="18782"/>
                  </a:cubicBezTo>
                  <a:cubicBezTo>
                    <a:pt x="21086" y="18786"/>
                    <a:pt x="21170" y="18788"/>
                    <a:pt x="21252" y="18788"/>
                  </a:cubicBezTo>
                  <a:cubicBezTo>
                    <a:pt x="22967" y="18788"/>
                    <a:pt x="23962" y="17894"/>
                    <a:pt x="25456" y="17227"/>
                  </a:cubicBezTo>
                  <a:cubicBezTo>
                    <a:pt x="25685" y="17125"/>
                    <a:pt x="25902" y="17082"/>
                    <a:pt x="26112" y="17082"/>
                  </a:cubicBezTo>
                  <a:cubicBezTo>
                    <a:pt x="27102" y="17082"/>
                    <a:pt x="27927" y="18043"/>
                    <a:pt x="29144" y="18237"/>
                  </a:cubicBezTo>
                  <a:cubicBezTo>
                    <a:pt x="29299" y="18262"/>
                    <a:pt x="29448" y="18273"/>
                    <a:pt x="29593" y="18273"/>
                  </a:cubicBezTo>
                  <a:cubicBezTo>
                    <a:pt x="30588" y="18273"/>
                    <a:pt x="31363" y="17755"/>
                    <a:pt x="32313" y="17735"/>
                  </a:cubicBezTo>
                  <a:cubicBezTo>
                    <a:pt x="32327" y="17735"/>
                    <a:pt x="32341" y="17734"/>
                    <a:pt x="32355" y="17734"/>
                  </a:cubicBezTo>
                  <a:cubicBezTo>
                    <a:pt x="33320" y="17734"/>
                    <a:pt x="34036" y="18444"/>
                    <a:pt x="35058" y="18444"/>
                  </a:cubicBezTo>
                  <a:cubicBezTo>
                    <a:pt x="35149" y="18444"/>
                    <a:pt x="35241" y="18438"/>
                    <a:pt x="35337" y="18426"/>
                  </a:cubicBezTo>
                  <a:cubicBezTo>
                    <a:pt x="35590" y="18395"/>
                    <a:pt x="38241" y="17272"/>
                    <a:pt x="37919" y="17007"/>
                  </a:cubicBezTo>
                  <a:lnTo>
                    <a:pt x="37919" y="17007"/>
                  </a:lnTo>
                  <a:cubicBezTo>
                    <a:pt x="39122" y="17997"/>
                    <a:pt x="40691" y="18512"/>
                    <a:pt x="42256" y="18512"/>
                  </a:cubicBezTo>
                  <a:cubicBezTo>
                    <a:pt x="43295" y="18512"/>
                    <a:pt x="44333" y="18285"/>
                    <a:pt x="45260" y="17818"/>
                  </a:cubicBezTo>
                  <a:cubicBezTo>
                    <a:pt x="45406" y="17745"/>
                    <a:pt x="45571" y="17713"/>
                    <a:pt x="45751" y="17713"/>
                  </a:cubicBezTo>
                  <a:cubicBezTo>
                    <a:pt x="46688" y="17713"/>
                    <a:pt x="47996" y="18569"/>
                    <a:pt x="48717" y="18783"/>
                  </a:cubicBezTo>
                  <a:cubicBezTo>
                    <a:pt x="50082" y="19193"/>
                    <a:pt x="52228" y="19736"/>
                    <a:pt x="54110" y="19736"/>
                  </a:cubicBezTo>
                  <a:cubicBezTo>
                    <a:pt x="55100" y="19736"/>
                    <a:pt x="56016" y="19586"/>
                    <a:pt x="56709" y="19188"/>
                  </a:cubicBezTo>
                  <a:cubicBezTo>
                    <a:pt x="57780" y="18573"/>
                    <a:pt x="58411" y="17143"/>
                    <a:pt x="57838" y="16058"/>
                  </a:cubicBezTo>
                  <a:cubicBezTo>
                    <a:pt x="57595" y="15598"/>
                    <a:pt x="57056" y="15261"/>
                    <a:pt x="56560" y="15261"/>
                  </a:cubicBezTo>
                  <a:cubicBezTo>
                    <a:pt x="56335" y="15261"/>
                    <a:pt x="56120" y="15330"/>
                    <a:pt x="55944" y="15487"/>
                  </a:cubicBezTo>
                  <a:cubicBezTo>
                    <a:pt x="55762" y="14546"/>
                    <a:pt x="54832" y="13810"/>
                    <a:pt x="53866" y="13810"/>
                  </a:cubicBezTo>
                  <a:cubicBezTo>
                    <a:pt x="53816" y="13810"/>
                    <a:pt x="53767" y="13812"/>
                    <a:pt x="53718" y="13816"/>
                  </a:cubicBezTo>
                  <a:cubicBezTo>
                    <a:pt x="53399" y="13843"/>
                    <a:pt x="53014" y="14048"/>
                    <a:pt x="53071" y="14360"/>
                  </a:cubicBezTo>
                  <a:lnTo>
                    <a:pt x="53071" y="14360"/>
                  </a:lnTo>
                  <a:cubicBezTo>
                    <a:pt x="52806" y="13837"/>
                    <a:pt x="52199" y="13568"/>
                    <a:pt x="51598" y="13568"/>
                  </a:cubicBezTo>
                  <a:cubicBezTo>
                    <a:pt x="51448" y="13568"/>
                    <a:pt x="51299" y="13584"/>
                    <a:pt x="51155" y="13618"/>
                  </a:cubicBezTo>
                  <a:cubicBezTo>
                    <a:pt x="50516" y="13765"/>
                    <a:pt x="50169" y="14318"/>
                    <a:pt x="49609" y="14516"/>
                  </a:cubicBezTo>
                  <a:cubicBezTo>
                    <a:pt x="49490" y="14558"/>
                    <a:pt x="49356" y="14568"/>
                    <a:pt x="49218" y="14568"/>
                  </a:cubicBezTo>
                  <a:cubicBezTo>
                    <a:pt x="49092" y="14568"/>
                    <a:pt x="48962" y="14560"/>
                    <a:pt x="48834" y="14560"/>
                  </a:cubicBezTo>
                  <a:cubicBezTo>
                    <a:pt x="48723" y="14560"/>
                    <a:pt x="48614" y="14566"/>
                    <a:pt x="48510" y="14589"/>
                  </a:cubicBezTo>
                  <a:cubicBezTo>
                    <a:pt x="48857" y="13692"/>
                    <a:pt x="48836" y="12676"/>
                    <a:pt x="48357" y="11827"/>
                  </a:cubicBezTo>
                  <a:cubicBezTo>
                    <a:pt x="47787" y="10814"/>
                    <a:pt x="46294" y="10136"/>
                    <a:pt x="44911" y="10136"/>
                  </a:cubicBezTo>
                  <a:cubicBezTo>
                    <a:pt x="43733" y="10136"/>
                    <a:pt x="42635" y="10628"/>
                    <a:pt x="42254" y="11820"/>
                  </a:cubicBezTo>
                  <a:cubicBezTo>
                    <a:pt x="42990" y="9521"/>
                    <a:pt x="41690" y="7020"/>
                    <a:pt x="39190" y="6591"/>
                  </a:cubicBezTo>
                  <a:cubicBezTo>
                    <a:pt x="38942" y="6549"/>
                    <a:pt x="38708" y="6529"/>
                    <a:pt x="38485" y="6529"/>
                  </a:cubicBezTo>
                  <a:cubicBezTo>
                    <a:pt x="36817" y="6529"/>
                    <a:pt x="35788" y="7644"/>
                    <a:pt x="34620" y="8798"/>
                  </a:cubicBezTo>
                  <a:cubicBezTo>
                    <a:pt x="34329" y="7821"/>
                    <a:pt x="33816" y="6805"/>
                    <a:pt x="32805" y="6341"/>
                  </a:cubicBezTo>
                  <a:cubicBezTo>
                    <a:pt x="32504" y="6203"/>
                    <a:pt x="32167" y="6135"/>
                    <a:pt x="31832" y="6135"/>
                  </a:cubicBezTo>
                  <a:cubicBezTo>
                    <a:pt x="31094" y="6135"/>
                    <a:pt x="30362" y="6464"/>
                    <a:pt x="30011" y="7097"/>
                  </a:cubicBezTo>
                  <a:cubicBezTo>
                    <a:pt x="29695" y="6025"/>
                    <a:pt x="28691" y="5182"/>
                    <a:pt x="27565" y="5045"/>
                  </a:cubicBezTo>
                  <a:cubicBezTo>
                    <a:pt x="27457" y="5032"/>
                    <a:pt x="27347" y="5026"/>
                    <a:pt x="27238" y="5026"/>
                  </a:cubicBezTo>
                  <a:cubicBezTo>
                    <a:pt x="26218" y="5026"/>
                    <a:pt x="25204" y="5582"/>
                    <a:pt x="24690" y="6456"/>
                  </a:cubicBezTo>
                  <a:cubicBezTo>
                    <a:pt x="24546" y="6072"/>
                    <a:pt x="24129" y="5865"/>
                    <a:pt x="23719" y="5865"/>
                  </a:cubicBezTo>
                  <a:cubicBezTo>
                    <a:pt x="23394" y="5865"/>
                    <a:pt x="23072" y="5996"/>
                    <a:pt x="22897" y="6272"/>
                  </a:cubicBezTo>
                  <a:cubicBezTo>
                    <a:pt x="22793" y="3886"/>
                    <a:pt x="21309" y="1514"/>
                    <a:pt x="19036" y="691"/>
                  </a:cubicBezTo>
                  <a:cubicBezTo>
                    <a:pt x="18516" y="502"/>
                    <a:pt x="17962" y="412"/>
                    <a:pt x="17407" y="412"/>
                  </a:cubicBezTo>
                  <a:cubicBezTo>
                    <a:pt x="15538" y="412"/>
                    <a:pt x="13653" y="1433"/>
                    <a:pt x="12971" y="3146"/>
                  </a:cubicBezTo>
                  <a:cubicBezTo>
                    <a:pt x="12260" y="1231"/>
                    <a:pt x="10536" y="1"/>
                    <a:pt x="85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8"/>
            <p:cNvSpPr/>
            <p:nvPr/>
          </p:nvSpPr>
          <p:spPr>
            <a:xfrm>
              <a:off x="-3477455" y="-2105490"/>
              <a:ext cx="2162824" cy="651950"/>
            </a:xfrm>
            <a:custGeom>
              <a:avLst/>
              <a:gdLst/>
              <a:ahLst/>
              <a:cxnLst/>
              <a:rect l="l" t="t" r="r" b="b"/>
              <a:pathLst>
                <a:path w="47755" h="14395" extrusionOk="0">
                  <a:moveTo>
                    <a:pt x="8566" y="0"/>
                  </a:moveTo>
                  <a:cubicBezTo>
                    <a:pt x="6796" y="0"/>
                    <a:pt x="4938" y="1048"/>
                    <a:pt x="4310" y="2704"/>
                  </a:cubicBezTo>
                  <a:cubicBezTo>
                    <a:pt x="3967" y="2497"/>
                    <a:pt x="3573" y="2401"/>
                    <a:pt x="3174" y="2401"/>
                  </a:cubicBezTo>
                  <a:cubicBezTo>
                    <a:pt x="2493" y="2401"/>
                    <a:pt x="1798" y="2681"/>
                    <a:pt x="1316" y="3165"/>
                  </a:cubicBezTo>
                  <a:cubicBezTo>
                    <a:pt x="555" y="3933"/>
                    <a:pt x="307" y="5111"/>
                    <a:pt x="535" y="6164"/>
                  </a:cubicBezTo>
                  <a:cubicBezTo>
                    <a:pt x="489" y="6088"/>
                    <a:pt x="403" y="6053"/>
                    <a:pt x="314" y="6053"/>
                  </a:cubicBezTo>
                  <a:cubicBezTo>
                    <a:pt x="189" y="6053"/>
                    <a:pt x="60" y="6123"/>
                    <a:pt x="34" y="6246"/>
                  </a:cubicBezTo>
                  <a:lnTo>
                    <a:pt x="1" y="14391"/>
                  </a:lnTo>
                  <a:cubicBezTo>
                    <a:pt x="58" y="14393"/>
                    <a:pt x="115" y="14394"/>
                    <a:pt x="172" y="14394"/>
                  </a:cubicBezTo>
                  <a:cubicBezTo>
                    <a:pt x="2351" y="14394"/>
                    <a:pt x="4457" y="12885"/>
                    <a:pt x="5106" y="10829"/>
                  </a:cubicBezTo>
                  <a:cubicBezTo>
                    <a:pt x="5468" y="11256"/>
                    <a:pt x="6034" y="11496"/>
                    <a:pt x="6597" y="11496"/>
                  </a:cubicBezTo>
                  <a:cubicBezTo>
                    <a:pt x="6815" y="11496"/>
                    <a:pt x="7032" y="11461"/>
                    <a:pt x="7237" y="11386"/>
                  </a:cubicBezTo>
                  <a:cubicBezTo>
                    <a:pt x="7805" y="11179"/>
                    <a:pt x="8247" y="10682"/>
                    <a:pt x="8414" y="10110"/>
                  </a:cubicBezTo>
                  <a:lnTo>
                    <a:pt x="8414" y="10110"/>
                  </a:lnTo>
                  <a:cubicBezTo>
                    <a:pt x="8276" y="12093"/>
                    <a:pt x="9792" y="13712"/>
                    <a:pt x="11905" y="13712"/>
                  </a:cubicBezTo>
                  <a:cubicBezTo>
                    <a:pt x="11936" y="13712"/>
                    <a:pt x="11966" y="13711"/>
                    <a:pt x="11997" y="13711"/>
                  </a:cubicBezTo>
                  <a:cubicBezTo>
                    <a:pt x="13836" y="13668"/>
                    <a:pt x="15545" y="12249"/>
                    <a:pt x="15889" y="10512"/>
                  </a:cubicBezTo>
                  <a:cubicBezTo>
                    <a:pt x="16627" y="12263"/>
                    <a:pt x="18346" y="13432"/>
                    <a:pt x="20272" y="13529"/>
                  </a:cubicBezTo>
                  <a:cubicBezTo>
                    <a:pt x="20358" y="13534"/>
                    <a:pt x="20442" y="13536"/>
                    <a:pt x="20524" y="13536"/>
                  </a:cubicBezTo>
                  <a:cubicBezTo>
                    <a:pt x="22239" y="13536"/>
                    <a:pt x="23234" y="12641"/>
                    <a:pt x="24728" y="11975"/>
                  </a:cubicBezTo>
                  <a:cubicBezTo>
                    <a:pt x="24957" y="11872"/>
                    <a:pt x="25175" y="11829"/>
                    <a:pt x="25384" y="11829"/>
                  </a:cubicBezTo>
                  <a:cubicBezTo>
                    <a:pt x="26374" y="11829"/>
                    <a:pt x="27199" y="12790"/>
                    <a:pt x="28415" y="12985"/>
                  </a:cubicBezTo>
                  <a:cubicBezTo>
                    <a:pt x="28569" y="13010"/>
                    <a:pt x="28718" y="13021"/>
                    <a:pt x="28863" y="13021"/>
                  </a:cubicBezTo>
                  <a:cubicBezTo>
                    <a:pt x="29859" y="13021"/>
                    <a:pt x="30635" y="12502"/>
                    <a:pt x="31584" y="12482"/>
                  </a:cubicBezTo>
                  <a:cubicBezTo>
                    <a:pt x="31598" y="12482"/>
                    <a:pt x="31612" y="12482"/>
                    <a:pt x="31625" y="12482"/>
                  </a:cubicBezTo>
                  <a:cubicBezTo>
                    <a:pt x="32593" y="12482"/>
                    <a:pt x="33309" y="13192"/>
                    <a:pt x="34333" y="13192"/>
                  </a:cubicBezTo>
                  <a:cubicBezTo>
                    <a:pt x="34422" y="13192"/>
                    <a:pt x="34514" y="13187"/>
                    <a:pt x="34609" y="13175"/>
                  </a:cubicBezTo>
                  <a:cubicBezTo>
                    <a:pt x="34862" y="13143"/>
                    <a:pt x="37513" y="12020"/>
                    <a:pt x="37191" y="11755"/>
                  </a:cubicBezTo>
                  <a:lnTo>
                    <a:pt x="37191" y="11755"/>
                  </a:lnTo>
                  <a:cubicBezTo>
                    <a:pt x="38060" y="12468"/>
                    <a:pt x="39201" y="12821"/>
                    <a:pt x="40332" y="12821"/>
                  </a:cubicBezTo>
                  <a:cubicBezTo>
                    <a:pt x="40424" y="12821"/>
                    <a:pt x="40515" y="12819"/>
                    <a:pt x="40607" y="12814"/>
                  </a:cubicBezTo>
                  <a:cubicBezTo>
                    <a:pt x="41227" y="12783"/>
                    <a:pt x="41842" y="12645"/>
                    <a:pt x="42413" y="12406"/>
                  </a:cubicBezTo>
                  <a:cubicBezTo>
                    <a:pt x="42566" y="12343"/>
                    <a:pt x="43787" y="11535"/>
                    <a:pt x="43800" y="11535"/>
                  </a:cubicBezTo>
                  <a:cubicBezTo>
                    <a:pt x="43800" y="11535"/>
                    <a:pt x="43800" y="11535"/>
                    <a:pt x="43800" y="11535"/>
                  </a:cubicBezTo>
                  <a:cubicBezTo>
                    <a:pt x="44365" y="11815"/>
                    <a:pt x="44991" y="11975"/>
                    <a:pt x="45622" y="12001"/>
                  </a:cubicBezTo>
                  <a:cubicBezTo>
                    <a:pt x="45672" y="12004"/>
                    <a:pt x="45723" y="12005"/>
                    <a:pt x="45774" y="12005"/>
                  </a:cubicBezTo>
                  <a:cubicBezTo>
                    <a:pt x="46297" y="12005"/>
                    <a:pt x="46840" y="11887"/>
                    <a:pt x="47212" y="11531"/>
                  </a:cubicBezTo>
                  <a:cubicBezTo>
                    <a:pt x="47664" y="11092"/>
                    <a:pt x="47754" y="10368"/>
                    <a:pt x="47524" y="9788"/>
                  </a:cubicBezTo>
                  <a:cubicBezTo>
                    <a:pt x="47293" y="9204"/>
                    <a:pt x="46793" y="8756"/>
                    <a:pt x="46230" y="8468"/>
                  </a:cubicBezTo>
                  <a:cubicBezTo>
                    <a:pt x="45848" y="8272"/>
                    <a:pt x="45406" y="8146"/>
                    <a:pt x="44979" y="8146"/>
                  </a:cubicBezTo>
                  <a:cubicBezTo>
                    <a:pt x="44644" y="8146"/>
                    <a:pt x="44317" y="8223"/>
                    <a:pt x="44035" y="8405"/>
                  </a:cubicBezTo>
                  <a:cubicBezTo>
                    <a:pt x="43544" y="7920"/>
                    <a:pt x="42848" y="7662"/>
                    <a:pt x="42155" y="7662"/>
                  </a:cubicBezTo>
                  <a:cubicBezTo>
                    <a:pt x="41743" y="7662"/>
                    <a:pt x="41332" y="7753"/>
                    <a:pt x="40967" y="7942"/>
                  </a:cubicBezTo>
                  <a:cubicBezTo>
                    <a:pt x="40742" y="7079"/>
                    <a:pt x="40511" y="6206"/>
                    <a:pt x="40087" y="5421"/>
                  </a:cubicBezTo>
                  <a:cubicBezTo>
                    <a:pt x="39661" y="4633"/>
                    <a:pt x="39014" y="3931"/>
                    <a:pt x="38171" y="3610"/>
                  </a:cubicBezTo>
                  <a:cubicBezTo>
                    <a:pt x="37771" y="3458"/>
                    <a:pt x="37346" y="3397"/>
                    <a:pt x="36916" y="3397"/>
                  </a:cubicBezTo>
                  <a:cubicBezTo>
                    <a:pt x="36578" y="3397"/>
                    <a:pt x="36238" y="3435"/>
                    <a:pt x="35906" y="3493"/>
                  </a:cubicBezTo>
                  <a:cubicBezTo>
                    <a:pt x="34861" y="3680"/>
                    <a:pt x="33729" y="4200"/>
                    <a:pt x="33430" y="5205"/>
                  </a:cubicBezTo>
                  <a:cubicBezTo>
                    <a:pt x="32603" y="4549"/>
                    <a:pt x="31667" y="3973"/>
                    <a:pt x="30619" y="3814"/>
                  </a:cubicBezTo>
                  <a:cubicBezTo>
                    <a:pt x="30450" y="3788"/>
                    <a:pt x="30278" y="3775"/>
                    <a:pt x="30105" y="3775"/>
                  </a:cubicBezTo>
                  <a:cubicBezTo>
                    <a:pt x="29205" y="3775"/>
                    <a:pt x="28295" y="4128"/>
                    <a:pt x="27788" y="4848"/>
                  </a:cubicBezTo>
                  <a:cubicBezTo>
                    <a:pt x="27273" y="4408"/>
                    <a:pt x="26670" y="4032"/>
                    <a:pt x="25996" y="3943"/>
                  </a:cubicBezTo>
                  <a:cubicBezTo>
                    <a:pt x="25913" y="3933"/>
                    <a:pt x="25829" y="3927"/>
                    <a:pt x="25745" y="3927"/>
                  </a:cubicBezTo>
                  <a:cubicBezTo>
                    <a:pt x="25142" y="3927"/>
                    <a:pt x="24525" y="4195"/>
                    <a:pt x="24239" y="4711"/>
                  </a:cubicBezTo>
                  <a:cubicBezTo>
                    <a:pt x="23759" y="4120"/>
                    <a:pt x="23002" y="3789"/>
                    <a:pt x="22243" y="3755"/>
                  </a:cubicBezTo>
                  <a:cubicBezTo>
                    <a:pt x="22221" y="3754"/>
                    <a:pt x="22200" y="3754"/>
                    <a:pt x="22179" y="3754"/>
                  </a:cubicBezTo>
                  <a:cubicBezTo>
                    <a:pt x="21801" y="3754"/>
                    <a:pt x="21487" y="3889"/>
                    <a:pt x="21125" y="3931"/>
                  </a:cubicBezTo>
                  <a:cubicBezTo>
                    <a:pt x="20970" y="3949"/>
                    <a:pt x="20876" y="3966"/>
                    <a:pt x="20812" y="3966"/>
                  </a:cubicBezTo>
                  <a:cubicBezTo>
                    <a:pt x="20667" y="3966"/>
                    <a:pt x="20682" y="3879"/>
                    <a:pt x="20517" y="3522"/>
                  </a:cubicBezTo>
                  <a:cubicBezTo>
                    <a:pt x="19891" y="2171"/>
                    <a:pt x="18685" y="1090"/>
                    <a:pt x="17167" y="841"/>
                  </a:cubicBezTo>
                  <a:cubicBezTo>
                    <a:pt x="16953" y="806"/>
                    <a:pt x="16734" y="788"/>
                    <a:pt x="16514" y="788"/>
                  </a:cubicBezTo>
                  <a:cubicBezTo>
                    <a:pt x="15729" y="788"/>
                    <a:pt x="14933" y="1015"/>
                    <a:pt x="14310" y="1482"/>
                  </a:cubicBezTo>
                  <a:cubicBezTo>
                    <a:pt x="13773" y="1884"/>
                    <a:pt x="12908" y="2912"/>
                    <a:pt x="13064" y="3657"/>
                  </a:cubicBezTo>
                  <a:cubicBezTo>
                    <a:pt x="12679" y="1821"/>
                    <a:pt x="11046" y="307"/>
                    <a:pt x="9164" y="41"/>
                  </a:cubicBezTo>
                  <a:cubicBezTo>
                    <a:pt x="8967" y="14"/>
                    <a:pt x="8767" y="0"/>
                    <a:pt x="856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3" name="Google Shape;643;p38"/>
          <p:cNvGrpSpPr/>
          <p:nvPr/>
        </p:nvGrpSpPr>
        <p:grpSpPr>
          <a:xfrm flipH="1">
            <a:off x="-97892" y="-633232"/>
            <a:ext cx="2397448" cy="1746190"/>
            <a:chOff x="-390075" y="-1053725"/>
            <a:chExt cx="1516125" cy="1104275"/>
          </a:xfrm>
        </p:grpSpPr>
        <p:sp>
          <p:nvSpPr>
            <p:cNvPr id="644" name="Google Shape;644;p38"/>
            <p:cNvSpPr/>
            <p:nvPr/>
          </p:nvSpPr>
          <p:spPr>
            <a:xfrm>
              <a:off x="-390075" y="-1053725"/>
              <a:ext cx="1514475" cy="1104275"/>
            </a:xfrm>
            <a:custGeom>
              <a:avLst/>
              <a:gdLst/>
              <a:ahLst/>
              <a:cxnLst/>
              <a:rect l="l" t="t" r="r" b="b"/>
              <a:pathLst>
                <a:path w="60579" h="44171" extrusionOk="0">
                  <a:moveTo>
                    <a:pt x="59573" y="1"/>
                  </a:moveTo>
                  <a:cubicBezTo>
                    <a:pt x="58295" y="1"/>
                    <a:pt x="57056" y="438"/>
                    <a:pt x="56015" y="1230"/>
                  </a:cubicBezTo>
                  <a:cubicBezTo>
                    <a:pt x="54702" y="2230"/>
                    <a:pt x="53832" y="3798"/>
                    <a:pt x="53676" y="5448"/>
                  </a:cubicBezTo>
                  <a:cubicBezTo>
                    <a:pt x="53253" y="5416"/>
                    <a:pt x="52812" y="5392"/>
                    <a:pt x="52371" y="5392"/>
                  </a:cubicBezTo>
                  <a:cubicBezTo>
                    <a:pt x="50891" y="5392"/>
                    <a:pt x="49405" y="5665"/>
                    <a:pt x="48573" y="6823"/>
                  </a:cubicBezTo>
                  <a:cubicBezTo>
                    <a:pt x="47432" y="3555"/>
                    <a:pt x="44387" y="1521"/>
                    <a:pt x="41022" y="1521"/>
                  </a:cubicBezTo>
                  <a:cubicBezTo>
                    <a:pt x="40632" y="1521"/>
                    <a:pt x="40239" y="1548"/>
                    <a:pt x="39843" y="1604"/>
                  </a:cubicBezTo>
                  <a:cubicBezTo>
                    <a:pt x="37572" y="1926"/>
                    <a:pt x="35461" y="3225"/>
                    <a:pt x="34043" y="4986"/>
                  </a:cubicBezTo>
                  <a:cubicBezTo>
                    <a:pt x="33057" y="6212"/>
                    <a:pt x="32357" y="7680"/>
                    <a:pt x="32169" y="9241"/>
                  </a:cubicBezTo>
                  <a:cubicBezTo>
                    <a:pt x="32020" y="10486"/>
                    <a:pt x="32011" y="11851"/>
                    <a:pt x="32890" y="12849"/>
                  </a:cubicBezTo>
                  <a:cubicBezTo>
                    <a:pt x="32523" y="13135"/>
                    <a:pt x="32222" y="13504"/>
                    <a:pt x="32018" y="13921"/>
                  </a:cubicBezTo>
                  <a:cubicBezTo>
                    <a:pt x="31404" y="13599"/>
                    <a:pt x="30715" y="13445"/>
                    <a:pt x="30022" y="13445"/>
                  </a:cubicBezTo>
                  <a:cubicBezTo>
                    <a:pt x="28894" y="13445"/>
                    <a:pt x="27755" y="13851"/>
                    <a:pt x="26909" y="14593"/>
                  </a:cubicBezTo>
                  <a:cubicBezTo>
                    <a:pt x="25449" y="15872"/>
                    <a:pt x="24836" y="18090"/>
                    <a:pt x="25467" y="19917"/>
                  </a:cubicBezTo>
                  <a:cubicBezTo>
                    <a:pt x="25594" y="20283"/>
                    <a:pt x="26074" y="21788"/>
                    <a:pt x="26473" y="21909"/>
                  </a:cubicBezTo>
                  <a:cubicBezTo>
                    <a:pt x="26367" y="21877"/>
                    <a:pt x="26258" y="21862"/>
                    <a:pt x="26149" y="21862"/>
                  </a:cubicBezTo>
                  <a:cubicBezTo>
                    <a:pt x="25756" y="21862"/>
                    <a:pt x="25360" y="22056"/>
                    <a:pt x="25071" y="22331"/>
                  </a:cubicBezTo>
                  <a:cubicBezTo>
                    <a:pt x="24704" y="22685"/>
                    <a:pt x="24476" y="23150"/>
                    <a:pt x="24254" y="23607"/>
                  </a:cubicBezTo>
                  <a:cubicBezTo>
                    <a:pt x="23740" y="23198"/>
                    <a:pt x="23211" y="22779"/>
                    <a:pt x="22586" y="22565"/>
                  </a:cubicBezTo>
                  <a:cubicBezTo>
                    <a:pt x="22235" y="22445"/>
                    <a:pt x="21896" y="22390"/>
                    <a:pt x="21572" y="22390"/>
                  </a:cubicBezTo>
                  <a:cubicBezTo>
                    <a:pt x="19026" y="22390"/>
                    <a:pt x="17380" y="25817"/>
                    <a:pt x="17839" y="28099"/>
                  </a:cubicBezTo>
                  <a:cubicBezTo>
                    <a:pt x="17627" y="28027"/>
                    <a:pt x="17403" y="27992"/>
                    <a:pt x="17179" y="27992"/>
                  </a:cubicBezTo>
                  <a:cubicBezTo>
                    <a:pt x="16695" y="27992"/>
                    <a:pt x="16210" y="28155"/>
                    <a:pt x="15835" y="28462"/>
                  </a:cubicBezTo>
                  <a:cubicBezTo>
                    <a:pt x="15285" y="28909"/>
                    <a:pt x="14990" y="29651"/>
                    <a:pt x="15080" y="30354"/>
                  </a:cubicBezTo>
                  <a:cubicBezTo>
                    <a:pt x="14977" y="30183"/>
                    <a:pt x="14776" y="30098"/>
                    <a:pt x="14574" y="30098"/>
                  </a:cubicBezTo>
                  <a:cubicBezTo>
                    <a:pt x="14500" y="30098"/>
                    <a:pt x="14426" y="30109"/>
                    <a:pt x="14357" y="30132"/>
                  </a:cubicBezTo>
                  <a:cubicBezTo>
                    <a:pt x="14099" y="30215"/>
                    <a:pt x="13899" y="30420"/>
                    <a:pt x="13740" y="30642"/>
                  </a:cubicBezTo>
                  <a:cubicBezTo>
                    <a:pt x="12447" y="32443"/>
                    <a:pt x="13872" y="33512"/>
                    <a:pt x="14373" y="35140"/>
                  </a:cubicBezTo>
                  <a:cubicBezTo>
                    <a:pt x="13465" y="35255"/>
                    <a:pt x="12543" y="35375"/>
                    <a:pt x="11695" y="35719"/>
                  </a:cubicBezTo>
                  <a:cubicBezTo>
                    <a:pt x="10849" y="36066"/>
                    <a:pt x="10069" y="36668"/>
                    <a:pt x="9720" y="37504"/>
                  </a:cubicBezTo>
                  <a:cubicBezTo>
                    <a:pt x="8727" y="36783"/>
                    <a:pt x="7500" y="36435"/>
                    <a:pt x="6273" y="36435"/>
                  </a:cubicBezTo>
                  <a:cubicBezTo>
                    <a:pt x="5738" y="36435"/>
                    <a:pt x="5203" y="36501"/>
                    <a:pt x="4687" y="36631"/>
                  </a:cubicBezTo>
                  <a:cubicBezTo>
                    <a:pt x="3936" y="36821"/>
                    <a:pt x="2875" y="37188"/>
                    <a:pt x="2355" y="37792"/>
                  </a:cubicBezTo>
                  <a:cubicBezTo>
                    <a:pt x="1777" y="38464"/>
                    <a:pt x="2185" y="39334"/>
                    <a:pt x="2580" y="40082"/>
                  </a:cubicBezTo>
                  <a:cubicBezTo>
                    <a:pt x="2449" y="40001"/>
                    <a:pt x="2305" y="39965"/>
                    <a:pt x="2159" y="39965"/>
                  </a:cubicBezTo>
                  <a:cubicBezTo>
                    <a:pt x="1744" y="39965"/>
                    <a:pt x="1311" y="40255"/>
                    <a:pt x="1108" y="40643"/>
                  </a:cubicBezTo>
                  <a:cubicBezTo>
                    <a:pt x="836" y="41168"/>
                    <a:pt x="871" y="41795"/>
                    <a:pt x="928" y="42384"/>
                  </a:cubicBezTo>
                  <a:cubicBezTo>
                    <a:pt x="511" y="42388"/>
                    <a:pt x="126" y="42745"/>
                    <a:pt x="88" y="43166"/>
                  </a:cubicBezTo>
                  <a:cubicBezTo>
                    <a:pt x="1" y="44106"/>
                    <a:pt x="987" y="44162"/>
                    <a:pt x="1624" y="44169"/>
                  </a:cubicBezTo>
                  <a:cubicBezTo>
                    <a:pt x="1665" y="44170"/>
                    <a:pt x="1705" y="44170"/>
                    <a:pt x="1746" y="44170"/>
                  </a:cubicBezTo>
                  <a:cubicBezTo>
                    <a:pt x="2906" y="44170"/>
                    <a:pt x="4136" y="43965"/>
                    <a:pt x="4849" y="42913"/>
                  </a:cubicBezTo>
                  <a:cubicBezTo>
                    <a:pt x="6472" y="43457"/>
                    <a:pt x="8638" y="43663"/>
                    <a:pt x="10371" y="43696"/>
                  </a:cubicBezTo>
                  <a:cubicBezTo>
                    <a:pt x="10468" y="43697"/>
                    <a:pt x="10566" y="43698"/>
                    <a:pt x="10664" y="43698"/>
                  </a:cubicBezTo>
                  <a:cubicBezTo>
                    <a:pt x="12076" y="43698"/>
                    <a:pt x="13601" y="43487"/>
                    <a:pt x="14491" y="42410"/>
                  </a:cubicBezTo>
                  <a:cubicBezTo>
                    <a:pt x="14910" y="43067"/>
                    <a:pt x="15717" y="43304"/>
                    <a:pt x="16517" y="43304"/>
                  </a:cubicBezTo>
                  <a:cubicBezTo>
                    <a:pt x="16726" y="43304"/>
                    <a:pt x="16935" y="43288"/>
                    <a:pt x="17136" y="43258"/>
                  </a:cubicBezTo>
                  <a:cubicBezTo>
                    <a:pt x="17971" y="43136"/>
                    <a:pt x="18799" y="42856"/>
                    <a:pt x="19632" y="42856"/>
                  </a:cubicBezTo>
                  <a:cubicBezTo>
                    <a:pt x="19768" y="42856"/>
                    <a:pt x="19904" y="42864"/>
                    <a:pt x="20040" y="42880"/>
                  </a:cubicBezTo>
                  <a:cubicBezTo>
                    <a:pt x="20467" y="42933"/>
                    <a:pt x="20890" y="43078"/>
                    <a:pt x="21319" y="43078"/>
                  </a:cubicBezTo>
                  <a:cubicBezTo>
                    <a:pt x="21352" y="43078"/>
                    <a:pt x="21385" y="43078"/>
                    <a:pt x="21418" y="43076"/>
                  </a:cubicBezTo>
                  <a:cubicBezTo>
                    <a:pt x="22870" y="42997"/>
                    <a:pt x="23593" y="41213"/>
                    <a:pt x="23544" y="39750"/>
                  </a:cubicBezTo>
                  <a:lnTo>
                    <a:pt x="23544" y="39750"/>
                  </a:lnTo>
                  <a:cubicBezTo>
                    <a:pt x="23744" y="39792"/>
                    <a:pt x="23946" y="39812"/>
                    <a:pt x="24147" y="39812"/>
                  </a:cubicBezTo>
                  <a:cubicBezTo>
                    <a:pt x="25920" y="39812"/>
                    <a:pt x="27636" y="38259"/>
                    <a:pt x="27675" y="36446"/>
                  </a:cubicBezTo>
                  <a:cubicBezTo>
                    <a:pt x="28057" y="36586"/>
                    <a:pt x="28461" y="36653"/>
                    <a:pt x="28866" y="36653"/>
                  </a:cubicBezTo>
                  <a:cubicBezTo>
                    <a:pt x="29743" y="36653"/>
                    <a:pt x="30621" y="36336"/>
                    <a:pt x="31275" y="35746"/>
                  </a:cubicBezTo>
                  <a:cubicBezTo>
                    <a:pt x="31470" y="36963"/>
                    <a:pt x="32624" y="37796"/>
                    <a:pt x="33782" y="38198"/>
                  </a:cubicBezTo>
                  <a:cubicBezTo>
                    <a:pt x="34550" y="38466"/>
                    <a:pt x="35359" y="38595"/>
                    <a:pt x="36170" y="38595"/>
                  </a:cubicBezTo>
                  <a:cubicBezTo>
                    <a:pt x="38287" y="38595"/>
                    <a:pt x="40414" y="37716"/>
                    <a:pt x="41845" y="36139"/>
                  </a:cubicBezTo>
                  <a:cubicBezTo>
                    <a:pt x="43068" y="35954"/>
                    <a:pt x="44265" y="35592"/>
                    <a:pt x="45390" y="35071"/>
                  </a:cubicBezTo>
                  <a:cubicBezTo>
                    <a:pt x="46292" y="34651"/>
                    <a:pt x="47275" y="33880"/>
                    <a:pt x="47114" y="32892"/>
                  </a:cubicBezTo>
                  <a:lnTo>
                    <a:pt x="47114" y="32892"/>
                  </a:lnTo>
                  <a:cubicBezTo>
                    <a:pt x="48037" y="33944"/>
                    <a:pt x="49434" y="34491"/>
                    <a:pt x="50825" y="34491"/>
                  </a:cubicBezTo>
                  <a:cubicBezTo>
                    <a:pt x="51907" y="34491"/>
                    <a:pt x="52986" y="34159"/>
                    <a:pt x="53833" y="33476"/>
                  </a:cubicBezTo>
                  <a:cubicBezTo>
                    <a:pt x="54773" y="34494"/>
                    <a:pt x="56092" y="35018"/>
                    <a:pt x="57408" y="35018"/>
                  </a:cubicBezTo>
                  <a:cubicBezTo>
                    <a:pt x="58550" y="35018"/>
                    <a:pt x="59690" y="34623"/>
                    <a:pt x="60577" y="33813"/>
                  </a:cubicBezTo>
                  <a:lnTo>
                    <a:pt x="60579" y="92"/>
                  </a:lnTo>
                  <a:cubicBezTo>
                    <a:pt x="60243" y="30"/>
                    <a:pt x="59906" y="1"/>
                    <a:pt x="595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8"/>
            <p:cNvSpPr/>
            <p:nvPr/>
          </p:nvSpPr>
          <p:spPr>
            <a:xfrm>
              <a:off x="-54850" y="-958750"/>
              <a:ext cx="1180900" cy="914075"/>
            </a:xfrm>
            <a:custGeom>
              <a:avLst/>
              <a:gdLst/>
              <a:ahLst/>
              <a:cxnLst/>
              <a:rect l="l" t="t" r="r" b="b"/>
              <a:pathLst>
                <a:path w="47236" h="36563" extrusionOk="0">
                  <a:moveTo>
                    <a:pt x="27799" y="1"/>
                  </a:moveTo>
                  <a:cubicBezTo>
                    <a:pt x="25737" y="1"/>
                    <a:pt x="23667" y="863"/>
                    <a:pt x="22306" y="2398"/>
                  </a:cubicBezTo>
                  <a:cubicBezTo>
                    <a:pt x="20442" y="4501"/>
                    <a:pt x="20025" y="7740"/>
                    <a:pt x="21298" y="10236"/>
                  </a:cubicBezTo>
                  <a:cubicBezTo>
                    <a:pt x="20655" y="10312"/>
                    <a:pt x="20077" y="10777"/>
                    <a:pt x="19872" y="11383"/>
                  </a:cubicBezTo>
                  <a:cubicBezTo>
                    <a:pt x="19466" y="11273"/>
                    <a:pt x="19048" y="11221"/>
                    <a:pt x="18630" y="11221"/>
                  </a:cubicBezTo>
                  <a:cubicBezTo>
                    <a:pt x="17007" y="11221"/>
                    <a:pt x="15378" y="12011"/>
                    <a:pt x="14455" y="13335"/>
                  </a:cubicBezTo>
                  <a:cubicBezTo>
                    <a:pt x="13291" y="15001"/>
                    <a:pt x="13330" y="17392"/>
                    <a:pt x="14542" y="19022"/>
                  </a:cubicBezTo>
                  <a:cubicBezTo>
                    <a:pt x="14504" y="19021"/>
                    <a:pt x="14467" y="19020"/>
                    <a:pt x="14430" y="19020"/>
                  </a:cubicBezTo>
                  <a:cubicBezTo>
                    <a:pt x="12573" y="19020"/>
                    <a:pt x="10840" y="20592"/>
                    <a:pt x="10709" y="22425"/>
                  </a:cubicBezTo>
                  <a:cubicBezTo>
                    <a:pt x="10377" y="21470"/>
                    <a:pt x="9357" y="20827"/>
                    <a:pt x="8345" y="20827"/>
                  </a:cubicBezTo>
                  <a:cubicBezTo>
                    <a:pt x="8091" y="20827"/>
                    <a:pt x="7836" y="20868"/>
                    <a:pt x="7594" y="20955"/>
                  </a:cubicBezTo>
                  <a:cubicBezTo>
                    <a:pt x="7068" y="21145"/>
                    <a:pt x="6641" y="21537"/>
                    <a:pt x="6365" y="22011"/>
                  </a:cubicBezTo>
                  <a:cubicBezTo>
                    <a:pt x="6045" y="22562"/>
                    <a:pt x="6281" y="23246"/>
                    <a:pt x="6058" y="23711"/>
                  </a:cubicBezTo>
                  <a:cubicBezTo>
                    <a:pt x="5843" y="24158"/>
                    <a:pt x="4991" y="24208"/>
                    <a:pt x="4504" y="24463"/>
                  </a:cubicBezTo>
                  <a:cubicBezTo>
                    <a:pt x="3866" y="24799"/>
                    <a:pt x="3303" y="25277"/>
                    <a:pt x="2881" y="25859"/>
                  </a:cubicBezTo>
                  <a:cubicBezTo>
                    <a:pt x="2099" y="26934"/>
                    <a:pt x="1816" y="28348"/>
                    <a:pt x="2123" y="29636"/>
                  </a:cubicBezTo>
                  <a:cubicBezTo>
                    <a:pt x="999" y="29871"/>
                    <a:pt x="178" y="30964"/>
                    <a:pt x="89" y="32096"/>
                  </a:cubicBezTo>
                  <a:cubicBezTo>
                    <a:pt x="1" y="33227"/>
                    <a:pt x="549" y="34347"/>
                    <a:pt x="1370" y="35143"/>
                  </a:cubicBezTo>
                  <a:cubicBezTo>
                    <a:pt x="2285" y="36031"/>
                    <a:pt x="3559" y="36562"/>
                    <a:pt x="4840" y="36562"/>
                  </a:cubicBezTo>
                  <a:cubicBezTo>
                    <a:pt x="5012" y="36562"/>
                    <a:pt x="5184" y="36553"/>
                    <a:pt x="5356" y="36533"/>
                  </a:cubicBezTo>
                  <a:cubicBezTo>
                    <a:pt x="6804" y="36366"/>
                    <a:pt x="8159" y="35462"/>
                    <a:pt x="8793" y="34167"/>
                  </a:cubicBezTo>
                  <a:cubicBezTo>
                    <a:pt x="9186" y="34872"/>
                    <a:pt x="10031" y="35232"/>
                    <a:pt x="10854" y="35232"/>
                  </a:cubicBezTo>
                  <a:cubicBezTo>
                    <a:pt x="10958" y="35232"/>
                    <a:pt x="11062" y="35226"/>
                    <a:pt x="11164" y="35215"/>
                  </a:cubicBezTo>
                  <a:cubicBezTo>
                    <a:pt x="12627" y="35052"/>
                    <a:pt x="14284" y="34224"/>
                    <a:pt x="14317" y="32648"/>
                  </a:cubicBezTo>
                  <a:cubicBezTo>
                    <a:pt x="14698" y="32788"/>
                    <a:pt x="15103" y="32856"/>
                    <a:pt x="15508" y="32856"/>
                  </a:cubicBezTo>
                  <a:cubicBezTo>
                    <a:pt x="16385" y="32856"/>
                    <a:pt x="17264" y="32538"/>
                    <a:pt x="17918" y="31948"/>
                  </a:cubicBezTo>
                  <a:cubicBezTo>
                    <a:pt x="18112" y="33167"/>
                    <a:pt x="19267" y="33999"/>
                    <a:pt x="20424" y="34401"/>
                  </a:cubicBezTo>
                  <a:cubicBezTo>
                    <a:pt x="21192" y="34669"/>
                    <a:pt x="22002" y="34797"/>
                    <a:pt x="22813" y="34797"/>
                  </a:cubicBezTo>
                  <a:cubicBezTo>
                    <a:pt x="24929" y="34797"/>
                    <a:pt x="27056" y="33919"/>
                    <a:pt x="28488" y="32342"/>
                  </a:cubicBezTo>
                  <a:cubicBezTo>
                    <a:pt x="29711" y="32156"/>
                    <a:pt x="30907" y="31796"/>
                    <a:pt x="32031" y="31273"/>
                  </a:cubicBezTo>
                  <a:cubicBezTo>
                    <a:pt x="32934" y="30855"/>
                    <a:pt x="33916" y="30083"/>
                    <a:pt x="33756" y="29095"/>
                  </a:cubicBezTo>
                  <a:lnTo>
                    <a:pt x="33756" y="29095"/>
                  </a:lnTo>
                  <a:cubicBezTo>
                    <a:pt x="34679" y="30147"/>
                    <a:pt x="36076" y="30695"/>
                    <a:pt x="37466" y="30695"/>
                  </a:cubicBezTo>
                  <a:cubicBezTo>
                    <a:pt x="38549" y="30695"/>
                    <a:pt x="39627" y="30362"/>
                    <a:pt x="40475" y="29678"/>
                  </a:cubicBezTo>
                  <a:cubicBezTo>
                    <a:pt x="41415" y="30695"/>
                    <a:pt x="42734" y="31220"/>
                    <a:pt x="44050" y="31220"/>
                  </a:cubicBezTo>
                  <a:cubicBezTo>
                    <a:pt x="45192" y="31220"/>
                    <a:pt x="46332" y="30825"/>
                    <a:pt x="47219" y="30014"/>
                  </a:cubicBezTo>
                  <a:lnTo>
                    <a:pt x="47236" y="308"/>
                  </a:lnTo>
                  <a:cubicBezTo>
                    <a:pt x="47058" y="286"/>
                    <a:pt x="46879" y="275"/>
                    <a:pt x="46697" y="275"/>
                  </a:cubicBezTo>
                  <a:cubicBezTo>
                    <a:pt x="45370" y="275"/>
                    <a:pt x="43975" y="861"/>
                    <a:pt x="43091" y="1803"/>
                  </a:cubicBezTo>
                  <a:cubicBezTo>
                    <a:pt x="42339" y="2604"/>
                    <a:pt x="41357" y="4335"/>
                    <a:pt x="41969" y="5477"/>
                  </a:cubicBezTo>
                  <a:cubicBezTo>
                    <a:pt x="41364" y="4350"/>
                    <a:pt x="40119" y="3827"/>
                    <a:pt x="38875" y="3827"/>
                  </a:cubicBezTo>
                  <a:cubicBezTo>
                    <a:pt x="38416" y="3827"/>
                    <a:pt x="37957" y="3899"/>
                    <a:pt x="37530" y="4037"/>
                  </a:cubicBezTo>
                  <a:cubicBezTo>
                    <a:pt x="36401" y="4404"/>
                    <a:pt x="34798" y="5305"/>
                    <a:pt x="34874" y="6669"/>
                  </a:cubicBezTo>
                  <a:cubicBezTo>
                    <a:pt x="34719" y="3881"/>
                    <a:pt x="32726" y="1275"/>
                    <a:pt x="30048" y="365"/>
                  </a:cubicBezTo>
                  <a:cubicBezTo>
                    <a:pt x="29324" y="119"/>
                    <a:pt x="28562" y="1"/>
                    <a:pt x="27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6" name="Google Shape;646;p38"/>
          <p:cNvGrpSpPr/>
          <p:nvPr/>
        </p:nvGrpSpPr>
        <p:grpSpPr>
          <a:xfrm>
            <a:off x="3047087" y="-15274"/>
            <a:ext cx="2841961" cy="957144"/>
            <a:chOff x="744050" y="-1549100"/>
            <a:chExt cx="1014950" cy="341825"/>
          </a:xfrm>
        </p:grpSpPr>
        <p:sp>
          <p:nvSpPr>
            <p:cNvPr id="647" name="Google Shape;647;p38"/>
            <p:cNvSpPr/>
            <p:nvPr/>
          </p:nvSpPr>
          <p:spPr>
            <a:xfrm>
              <a:off x="746100" y="-1549100"/>
              <a:ext cx="1012900" cy="341700"/>
            </a:xfrm>
            <a:custGeom>
              <a:avLst/>
              <a:gdLst/>
              <a:ahLst/>
              <a:cxnLst/>
              <a:rect l="l" t="t" r="r" b="b"/>
              <a:pathLst>
                <a:path w="40516" h="13668" extrusionOk="0">
                  <a:moveTo>
                    <a:pt x="10959" y="1"/>
                  </a:moveTo>
                  <a:cubicBezTo>
                    <a:pt x="8739" y="1"/>
                    <a:pt x="6307" y="1140"/>
                    <a:pt x="5018" y="2683"/>
                  </a:cubicBezTo>
                  <a:cubicBezTo>
                    <a:pt x="4049" y="3842"/>
                    <a:pt x="3268" y="5504"/>
                    <a:pt x="3112" y="7009"/>
                  </a:cubicBezTo>
                  <a:cubicBezTo>
                    <a:pt x="2019" y="7179"/>
                    <a:pt x="984" y="7845"/>
                    <a:pt x="492" y="8835"/>
                  </a:cubicBezTo>
                  <a:cubicBezTo>
                    <a:pt x="0" y="9823"/>
                    <a:pt x="126" y="11122"/>
                    <a:pt x="889" y="11922"/>
                  </a:cubicBezTo>
                  <a:cubicBezTo>
                    <a:pt x="1543" y="12605"/>
                    <a:pt x="2603" y="12849"/>
                    <a:pt x="3671" y="12849"/>
                  </a:cubicBezTo>
                  <a:cubicBezTo>
                    <a:pt x="4552" y="12849"/>
                    <a:pt x="5439" y="12683"/>
                    <a:pt x="6108" y="12458"/>
                  </a:cubicBezTo>
                  <a:cubicBezTo>
                    <a:pt x="6414" y="12358"/>
                    <a:pt x="6721" y="12234"/>
                    <a:pt x="7042" y="12234"/>
                  </a:cubicBezTo>
                  <a:cubicBezTo>
                    <a:pt x="7045" y="12234"/>
                    <a:pt x="7049" y="12234"/>
                    <a:pt x="7052" y="12234"/>
                  </a:cubicBezTo>
                  <a:cubicBezTo>
                    <a:pt x="7453" y="12239"/>
                    <a:pt x="7818" y="12440"/>
                    <a:pt x="8189" y="12591"/>
                  </a:cubicBezTo>
                  <a:cubicBezTo>
                    <a:pt x="8908" y="12883"/>
                    <a:pt x="9676" y="12994"/>
                    <a:pt x="10453" y="12994"/>
                  </a:cubicBezTo>
                  <a:cubicBezTo>
                    <a:pt x="11170" y="12994"/>
                    <a:pt x="11895" y="12900"/>
                    <a:pt x="12597" y="12766"/>
                  </a:cubicBezTo>
                  <a:cubicBezTo>
                    <a:pt x="13009" y="12688"/>
                    <a:pt x="13487" y="12547"/>
                    <a:pt x="13985" y="12405"/>
                  </a:cubicBezTo>
                  <a:cubicBezTo>
                    <a:pt x="14741" y="12189"/>
                    <a:pt x="15548" y="11970"/>
                    <a:pt x="16249" y="11970"/>
                  </a:cubicBezTo>
                  <a:cubicBezTo>
                    <a:pt x="16431" y="11970"/>
                    <a:pt x="16607" y="11985"/>
                    <a:pt x="16772" y="12018"/>
                  </a:cubicBezTo>
                  <a:cubicBezTo>
                    <a:pt x="17655" y="12196"/>
                    <a:pt x="18584" y="12946"/>
                    <a:pt x="19511" y="13199"/>
                  </a:cubicBezTo>
                  <a:cubicBezTo>
                    <a:pt x="20586" y="13491"/>
                    <a:pt x="21754" y="13667"/>
                    <a:pt x="22915" y="13667"/>
                  </a:cubicBezTo>
                  <a:cubicBezTo>
                    <a:pt x="23972" y="13667"/>
                    <a:pt x="25023" y="13521"/>
                    <a:pt x="25993" y="13185"/>
                  </a:cubicBezTo>
                  <a:cubicBezTo>
                    <a:pt x="26414" y="13039"/>
                    <a:pt x="26822" y="12852"/>
                    <a:pt x="27258" y="12759"/>
                  </a:cubicBezTo>
                  <a:cubicBezTo>
                    <a:pt x="27985" y="12605"/>
                    <a:pt x="28714" y="12569"/>
                    <a:pt x="29445" y="12569"/>
                  </a:cubicBezTo>
                  <a:cubicBezTo>
                    <a:pt x="30076" y="12569"/>
                    <a:pt x="30707" y="12595"/>
                    <a:pt x="31338" y="12595"/>
                  </a:cubicBezTo>
                  <a:cubicBezTo>
                    <a:pt x="31778" y="12595"/>
                    <a:pt x="32218" y="12582"/>
                    <a:pt x="32658" y="12539"/>
                  </a:cubicBezTo>
                  <a:cubicBezTo>
                    <a:pt x="33006" y="12503"/>
                    <a:pt x="33329" y="12489"/>
                    <a:pt x="33640" y="12489"/>
                  </a:cubicBezTo>
                  <a:cubicBezTo>
                    <a:pt x="34610" y="12489"/>
                    <a:pt x="35455" y="12627"/>
                    <a:pt x="36556" y="12695"/>
                  </a:cubicBezTo>
                  <a:cubicBezTo>
                    <a:pt x="36874" y="12713"/>
                    <a:pt x="37259" y="12733"/>
                    <a:pt x="37659" y="12733"/>
                  </a:cubicBezTo>
                  <a:cubicBezTo>
                    <a:pt x="38373" y="12733"/>
                    <a:pt x="39135" y="12670"/>
                    <a:pt x="39658" y="12422"/>
                  </a:cubicBezTo>
                  <a:cubicBezTo>
                    <a:pt x="40129" y="12198"/>
                    <a:pt x="40515" y="11723"/>
                    <a:pt x="40483" y="11203"/>
                  </a:cubicBezTo>
                  <a:cubicBezTo>
                    <a:pt x="40469" y="10960"/>
                    <a:pt x="40366" y="10730"/>
                    <a:pt x="40244" y="10519"/>
                  </a:cubicBezTo>
                  <a:cubicBezTo>
                    <a:pt x="39944" y="10011"/>
                    <a:pt x="39492" y="9576"/>
                    <a:pt x="38932" y="9391"/>
                  </a:cubicBezTo>
                  <a:cubicBezTo>
                    <a:pt x="38752" y="9331"/>
                    <a:pt x="38560" y="9300"/>
                    <a:pt x="38369" y="9300"/>
                  </a:cubicBezTo>
                  <a:cubicBezTo>
                    <a:pt x="37969" y="9300"/>
                    <a:pt x="37571" y="9435"/>
                    <a:pt x="37284" y="9711"/>
                  </a:cubicBezTo>
                  <a:cubicBezTo>
                    <a:pt x="37368" y="8463"/>
                    <a:pt x="36023" y="7363"/>
                    <a:pt x="34842" y="7363"/>
                  </a:cubicBezTo>
                  <a:cubicBezTo>
                    <a:pt x="34804" y="7363"/>
                    <a:pt x="34766" y="7364"/>
                    <a:pt x="34728" y="7366"/>
                  </a:cubicBezTo>
                  <a:cubicBezTo>
                    <a:pt x="33642" y="7432"/>
                    <a:pt x="32662" y="8333"/>
                    <a:pt x="32507" y="9413"/>
                  </a:cubicBezTo>
                  <a:cubicBezTo>
                    <a:pt x="32118" y="8923"/>
                    <a:pt x="31619" y="8490"/>
                    <a:pt x="31015" y="8329"/>
                  </a:cubicBezTo>
                  <a:cubicBezTo>
                    <a:pt x="30869" y="8290"/>
                    <a:pt x="30716" y="8270"/>
                    <a:pt x="30564" y="8270"/>
                  </a:cubicBezTo>
                  <a:cubicBezTo>
                    <a:pt x="30083" y="8270"/>
                    <a:pt x="29603" y="8465"/>
                    <a:pt x="29335" y="8857"/>
                  </a:cubicBezTo>
                  <a:cubicBezTo>
                    <a:pt x="29259" y="7601"/>
                    <a:pt x="28521" y="6386"/>
                    <a:pt x="27572" y="5588"/>
                  </a:cubicBezTo>
                  <a:cubicBezTo>
                    <a:pt x="27003" y="5110"/>
                    <a:pt x="26302" y="4783"/>
                    <a:pt x="25561" y="4693"/>
                  </a:cubicBezTo>
                  <a:cubicBezTo>
                    <a:pt x="25419" y="4676"/>
                    <a:pt x="25277" y="4667"/>
                    <a:pt x="25135" y="4667"/>
                  </a:cubicBezTo>
                  <a:cubicBezTo>
                    <a:pt x="23673" y="4667"/>
                    <a:pt x="22228" y="5549"/>
                    <a:pt x="21597" y="6875"/>
                  </a:cubicBezTo>
                  <a:cubicBezTo>
                    <a:pt x="21050" y="5854"/>
                    <a:pt x="19954" y="5241"/>
                    <a:pt x="18923" y="5241"/>
                  </a:cubicBezTo>
                  <a:cubicBezTo>
                    <a:pt x="17982" y="5241"/>
                    <a:pt x="17096" y="5751"/>
                    <a:pt x="16727" y="6925"/>
                  </a:cubicBezTo>
                  <a:cubicBezTo>
                    <a:pt x="17445" y="4641"/>
                    <a:pt x="15224" y="1533"/>
                    <a:pt x="13332" y="539"/>
                  </a:cubicBezTo>
                  <a:cubicBezTo>
                    <a:pt x="12622" y="166"/>
                    <a:pt x="11806" y="1"/>
                    <a:pt x="109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8"/>
            <p:cNvSpPr/>
            <p:nvPr/>
          </p:nvSpPr>
          <p:spPr>
            <a:xfrm>
              <a:off x="744050" y="-1459525"/>
              <a:ext cx="982125" cy="252250"/>
            </a:xfrm>
            <a:custGeom>
              <a:avLst/>
              <a:gdLst/>
              <a:ahLst/>
              <a:cxnLst/>
              <a:rect l="l" t="t" r="r" b="b"/>
              <a:pathLst>
                <a:path w="39285" h="10090" extrusionOk="0">
                  <a:moveTo>
                    <a:pt x="9924" y="1"/>
                  </a:moveTo>
                  <a:cubicBezTo>
                    <a:pt x="9547" y="1"/>
                    <a:pt x="9171" y="31"/>
                    <a:pt x="8800" y="92"/>
                  </a:cubicBezTo>
                  <a:cubicBezTo>
                    <a:pt x="6167" y="525"/>
                    <a:pt x="4582" y="2600"/>
                    <a:pt x="4488" y="5215"/>
                  </a:cubicBezTo>
                  <a:cubicBezTo>
                    <a:pt x="4082" y="4795"/>
                    <a:pt x="3549" y="4607"/>
                    <a:pt x="3009" y="4607"/>
                  </a:cubicBezTo>
                  <a:cubicBezTo>
                    <a:pt x="2379" y="4607"/>
                    <a:pt x="1739" y="4863"/>
                    <a:pt x="1276" y="5305"/>
                  </a:cubicBezTo>
                  <a:cubicBezTo>
                    <a:pt x="1" y="6521"/>
                    <a:pt x="476" y="8358"/>
                    <a:pt x="2022" y="8979"/>
                  </a:cubicBezTo>
                  <a:cubicBezTo>
                    <a:pt x="2577" y="9203"/>
                    <a:pt x="3196" y="9297"/>
                    <a:pt x="3824" y="9297"/>
                  </a:cubicBezTo>
                  <a:cubicBezTo>
                    <a:pt x="4661" y="9297"/>
                    <a:pt x="5514" y="9130"/>
                    <a:pt x="6254" y="8882"/>
                  </a:cubicBezTo>
                  <a:cubicBezTo>
                    <a:pt x="6560" y="8782"/>
                    <a:pt x="6867" y="8658"/>
                    <a:pt x="7190" y="8658"/>
                  </a:cubicBezTo>
                  <a:cubicBezTo>
                    <a:pt x="7193" y="8658"/>
                    <a:pt x="7197" y="8658"/>
                    <a:pt x="7200" y="8658"/>
                  </a:cubicBezTo>
                  <a:cubicBezTo>
                    <a:pt x="7601" y="8663"/>
                    <a:pt x="7966" y="8864"/>
                    <a:pt x="8336" y="9015"/>
                  </a:cubicBezTo>
                  <a:cubicBezTo>
                    <a:pt x="9055" y="9307"/>
                    <a:pt x="9823" y="9418"/>
                    <a:pt x="10600" y="9418"/>
                  </a:cubicBezTo>
                  <a:cubicBezTo>
                    <a:pt x="11317" y="9418"/>
                    <a:pt x="12042" y="9324"/>
                    <a:pt x="12745" y="9190"/>
                  </a:cubicBezTo>
                  <a:cubicBezTo>
                    <a:pt x="13156" y="9112"/>
                    <a:pt x="13634" y="8971"/>
                    <a:pt x="14131" y="8829"/>
                  </a:cubicBezTo>
                  <a:cubicBezTo>
                    <a:pt x="14891" y="8612"/>
                    <a:pt x="15699" y="8393"/>
                    <a:pt x="16403" y="8393"/>
                  </a:cubicBezTo>
                  <a:cubicBezTo>
                    <a:pt x="16583" y="8393"/>
                    <a:pt x="16756" y="8407"/>
                    <a:pt x="16920" y="8440"/>
                  </a:cubicBezTo>
                  <a:cubicBezTo>
                    <a:pt x="17801" y="8617"/>
                    <a:pt x="18730" y="9367"/>
                    <a:pt x="19658" y="9620"/>
                  </a:cubicBezTo>
                  <a:cubicBezTo>
                    <a:pt x="20732" y="9913"/>
                    <a:pt x="21900" y="10089"/>
                    <a:pt x="23061" y="10089"/>
                  </a:cubicBezTo>
                  <a:cubicBezTo>
                    <a:pt x="24119" y="10089"/>
                    <a:pt x="25171" y="9943"/>
                    <a:pt x="26141" y="9606"/>
                  </a:cubicBezTo>
                  <a:cubicBezTo>
                    <a:pt x="26562" y="9460"/>
                    <a:pt x="26970" y="9275"/>
                    <a:pt x="27406" y="9182"/>
                  </a:cubicBezTo>
                  <a:cubicBezTo>
                    <a:pt x="28132" y="9027"/>
                    <a:pt x="28862" y="8991"/>
                    <a:pt x="29593" y="8991"/>
                  </a:cubicBezTo>
                  <a:cubicBezTo>
                    <a:pt x="30222" y="8991"/>
                    <a:pt x="30851" y="9017"/>
                    <a:pt x="31481" y="9017"/>
                  </a:cubicBezTo>
                  <a:cubicBezTo>
                    <a:pt x="31922" y="9017"/>
                    <a:pt x="32364" y="9004"/>
                    <a:pt x="32804" y="8960"/>
                  </a:cubicBezTo>
                  <a:cubicBezTo>
                    <a:pt x="33151" y="8925"/>
                    <a:pt x="33472" y="8911"/>
                    <a:pt x="33781" y="8911"/>
                  </a:cubicBezTo>
                  <a:cubicBezTo>
                    <a:pt x="34754" y="8911"/>
                    <a:pt x="35600" y="9050"/>
                    <a:pt x="36704" y="9116"/>
                  </a:cubicBezTo>
                  <a:cubicBezTo>
                    <a:pt x="37004" y="9134"/>
                    <a:pt x="37469" y="9212"/>
                    <a:pt x="37904" y="9212"/>
                  </a:cubicBezTo>
                  <a:cubicBezTo>
                    <a:pt x="38265" y="9212"/>
                    <a:pt x="38605" y="9159"/>
                    <a:pt x="38812" y="8972"/>
                  </a:cubicBezTo>
                  <a:cubicBezTo>
                    <a:pt x="39284" y="8547"/>
                    <a:pt x="39103" y="7640"/>
                    <a:pt x="38587" y="7326"/>
                  </a:cubicBezTo>
                  <a:cubicBezTo>
                    <a:pt x="38374" y="7197"/>
                    <a:pt x="38131" y="7141"/>
                    <a:pt x="37883" y="7141"/>
                  </a:cubicBezTo>
                  <a:cubicBezTo>
                    <a:pt x="37571" y="7141"/>
                    <a:pt x="37251" y="7230"/>
                    <a:pt x="36971" y="7371"/>
                  </a:cubicBezTo>
                  <a:cubicBezTo>
                    <a:pt x="36814" y="6381"/>
                    <a:pt x="35826" y="5635"/>
                    <a:pt x="34825" y="5635"/>
                  </a:cubicBezTo>
                  <a:cubicBezTo>
                    <a:pt x="34810" y="5635"/>
                    <a:pt x="34796" y="5635"/>
                    <a:pt x="34781" y="5636"/>
                  </a:cubicBezTo>
                  <a:cubicBezTo>
                    <a:pt x="33766" y="5658"/>
                    <a:pt x="32833" y="6374"/>
                    <a:pt x="32426" y="7307"/>
                  </a:cubicBezTo>
                  <a:cubicBezTo>
                    <a:pt x="32145" y="6699"/>
                    <a:pt x="31485" y="6290"/>
                    <a:pt x="30818" y="6290"/>
                  </a:cubicBezTo>
                  <a:cubicBezTo>
                    <a:pt x="30770" y="6290"/>
                    <a:pt x="30722" y="6292"/>
                    <a:pt x="30674" y="6296"/>
                  </a:cubicBezTo>
                  <a:cubicBezTo>
                    <a:pt x="29957" y="6364"/>
                    <a:pt x="29312" y="6913"/>
                    <a:pt x="29132" y="7609"/>
                  </a:cubicBezTo>
                  <a:cubicBezTo>
                    <a:pt x="28799" y="5803"/>
                    <a:pt x="27848" y="4379"/>
                    <a:pt x="25955" y="4009"/>
                  </a:cubicBezTo>
                  <a:cubicBezTo>
                    <a:pt x="25694" y="3958"/>
                    <a:pt x="25429" y="3933"/>
                    <a:pt x="25164" y="3933"/>
                  </a:cubicBezTo>
                  <a:cubicBezTo>
                    <a:pt x="24465" y="3933"/>
                    <a:pt x="23766" y="4107"/>
                    <a:pt x="23144" y="4427"/>
                  </a:cubicBezTo>
                  <a:cubicBezTo>
                    <a:pt x="22769" y="4622"/>
                    <a:pt x="21328" y="5591"/>
                    <a:pt x="21433" y="6150"/>
                  </a:cubicBezTo>
                  <a:cubicBezTo>
                    <a:pt x="21224" y="5045"/>
                    <a:pt x="20226" y="4139"/>
                    <a:pt x="19106" y="4039"/>
                  </a:cubicBezTo>
                  <a:cubicBezTo>
                    <a:pt x="19035" y="4033"/>
                    <a:pt x="18965" y="4030"/>
                    <a:pt x="18895" y="4030"/>
                  </a:cubicBezTo>
                  <a:cubicBezTo>
                    <a:pt x="17844" y="4030"/>
                    <a:pt x="16815" y="4717"/>
                    <a:pt x="16438" y="5703"/>
                  </a:cubicBezTo>
                  <a:cubicBezTo>
                    <a:pt x="16297" y="3933"/>
                    <a:pt x="15308" y="2266"/>
                    <a:pt x="13864" y="1233"/>
                  </a:cubicBezTo>
                  <a:cubicBezTo>
                    <a:pt x="12725" y="420"/>
                    <a:pt x="11324" y="1"/>
                    <a:pt x="99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9" name="Google Shape;649;p38"/>
          <p:cNvSpPr/>
          <p:nvPr/>
        </p:nvSpPr>
        <p:spPr>
          <a:xfrm>
            <a:off x="2602816" y="679550"/>
            <a:ext cx="334443" cy="341696"/>
          </a:xfrm>
          <a:custGeom>
            <a:avLst/>
            <a:gdLst/>
            <a:ahLst/>
            <a:cxnLst/>
            <a:rect l="l" t="t" r="r" b="b"/>
            <a:pathLst>
              <a:path w="4565" h="4664" extrusionOk="0">
                <a:moveTo>
                  <a:pt x="3082" y="0"/>
                </a:moveTo>
                <a:lnTo>
                  <a:pt x="1839" y="1064"/>
                </a:lnTo>
                <a:lnTo>
                  <a:pt x="259" y="645"/>
                </a:lnTo>
                <a:lnTo>
                  <a:pt x="889" y="2155"/>
                </a:lnTo>
                <a:lnTo>
                  <a:pt x="1" y="3527"/>
                </a:lnTo>
                <a:lnTo>
                  <a:pt x="1630" y="3394"/>
                </a:lnTo>
                <a:lnTo>
                  <a:pt x="2662" y="4664"/>
                </a:lnTo>
                <a:lnTo>
                  <a:pt x="3041" y="3074"/>
                </a:lnTo>
                <a:lnTo>
                  <a:pt x="4565" y="2485"/>
                </a:lnTo>
                <a:lnTo>
                  <a:pt x="3170" y="1633"/>
                </a:lnTo>
                <a:lnTo>
                  <a:pt x="308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8"/>
          <p:cNvSpPr/>
          <p:nvPr/>
        </p:nvSpPr>
        <p:spPr>
          <a:xfrm>
            <a:off x="2086325" y="539500"/>
            <a:ext cx="795257" cy="956279"/>
          </a:xfrm>
          <a:custGeom>
            <a:avLst/>
            <a:gdLst/>
            <a:ahLst/>
            <a:cxnLst/>
            <a:rect l="l" t="t" r="r" b="b"/>
            <a:pathLst>
              <a:path w="15256" h="18345" extrusionOk="0">
                <a:moveTo>
                  <a:pt x="8596" y="1"/>
                </a:moveTo>
                <a:cubicBezTo>
                  <a:pt x="6911" y="1"/>
                  <a:pt x="4401" y="519"/>
                  <a:pt x="2337" y="3098"/>
                </a:cubicBezTo>
                <a:cubicBezTo>
                  <a:pt x="1191" y="4527"/>
                  <a:pt x="1" y="6908"/>
                  <a:pt x="169" y="9986"/>
                </a:cubicBezTo>
                <a:cubicBezTo>
                  <a:pt x="300" y="12356"/>
                  <a:pt x="1445" y="14205"/>
                  <a:pt x="2542" y="15526"/>
                </a:cubicBezTo>
                <a:cubicBezTo>
                  <a:pt x="4160" y="17477"/>
                  <a:pt x="6470" y="18345"/>
                  <a:pt x="8715" y="18345"/>
                </a:cubicBezTo>
                <a:cubicBezTo>
                  <a:pt x="11443" y="18345"/>
                  <a:pt x="14075" y="17064"/>
                  <a:pt x="15255" y="14892"/>
                </a:cubicBezTo>
                <a:lnTo>
                  <a:pt x="15255" y="14892"/>
                </a:lnTo>
                <a:cubicBezTo>
                  <a:pt x="15255" y="14892"/>
                  <a:pt x="13744" y="16347"/>
                  <a:pt x="11330" y="16548"/>
                </a:cubicBezTo>
                <a:cubicBezTo>
                  <a:pt x="11162" y="16561"/>
                  <a:pt x="10991" y="16568"/>
                  <a:pt x="10818" y="16568"/>
                </a:cubicBezTo>
                <a:cubicBezTo>
                  <a:pt x="9513" y="16568"/>
                  <a:pt x="8059" y="16181"/>
                  <a:pt x="6773" y="15423"/>
                </a:cubicBezTo>
                <a:cubicBezTo>
                  <a:pt x="5581" y="14722"/>
                  <a:pt x="3706" y="12909"/>
                  <a:pt x="3235" y="9658"/>
                </a:cubicBezTo>
                <a:cubicBezTo>
                  <a:pt x="2494" y="4527"/>
                  <a:pt x="5353" y="2011"/>
                  <a:pt x="7703" y="909"/>
                </a:cubicBezTo>
                <a:cubicBezTo>
                  <a:pt x="9090" y="258"/>
                  <a:pt x="10492" y="236"/>
                  <a:pt x="10492" y="236"/>
                </a:cubicBezTo>
                <a:cubicBezTo>
                  <a:pt x="10492" y="236"/>
                  <a:pt x="9731" y="1"/>
                  <a:pt x="85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1" name="Google Shape;651;p38"/>
          <p:cNvGrpSpPr/>
          <p:nvPr/>
        </p:nvGrpSpPr>
        <p:grpSpPr>
          <a:xfrm>
            <a:off x="92937" y="1946960"/>
            <a:ext cx="795248" cy="3196584"/>
            <a:chOff x="2686950" y="3466825"/>
            <a:chExt cx="94350" cy="379250"/>
          </a:xfrm>
        </p:grpSpPr>
        <p:sp>
          <p:nvSpPr>
            <p:cNvPr id="652" name="Google Shape;652;p38"/>
            <p:cNvSpPr/>
            <p:nvPr/>
          </p:nvSpPr>
          <p:spPr>
            <a:xfrm>
              <a:off x="2686950" y="3466825"/>
              <a:ext cx="94350" cy="379250"/>
            </a:xfrm>
            <a:custGeom>
              <a:avLst/>
              <a:gdLst/>
              <a:ahLst/>
              <a:cxnLst/>
              <a:rect l="l" t="t" r="r" b="b"/>
              <a:pathLst>
                <a:path w="3774" h="15170" extrusionOk="0">
                  <a:moveTo>
                    <a:pt x="1942" y="1"/>
                  </a:moveTo>
                  <a:lnTo>
                    <a:pt x="1925" y="375"/>
                  </a:lnTo>
                  <a:cubicBezTo>
                    <a:pt x="1865" y="379"/>
                    <a:pt x="1817" y="400"/>
                    <a:pt x="1817" y="425"/>
                  </a:cubicBezTo>
                  <a:cubicBezTo>
                    <a:pt x="1817" y="452"/>
                    <a:pt x="1863" y="473"/>
                    <a:pt x="1921" y="477"/>
                  </a:cubicBezTo>
                  <a:lnTo>
                    <a:pt x="1912" y="668"/>
                  </a:lnTo>
                  <a:lnTo>
                    <a:pt x="1914" y="668"/>
                  </a:lnTo>
                  <a:cubicBezTo>
                    <a:pt x="1796" y="677"/>
                    <a:pt x="1709" y="720"/>
                    <a:pt x="1709" y="774"/>
                  </a:cubicBezTo>
                  <a:cubicBezTo>
                    <a:pt x="1709" y="826"/>
                    <a:pt x="1799" y="869"/>
                    <a:pt x="1914" y="879"/>
                  </a:cubicBezTo>
                  <a:cubicBezTo>
                    <a:pt x="1763" y="1135"/>
                    <a:pt x="1229" y="1994"/>
                    <a:pt x="557" y="2507"/>
                  </a:cubicBezTo>
                  <a:cubicBezTo>
                    <a:pt x="1" y="2934"/>
                    <a:pt x="1026" y="3530"/>
                    <a:pt x="1026" y="3530"/>
                  </a:cubicBezTo>
                  <a:lnTo>
                    <a:pt x="1035" y="4510"/>
                  </a:lnTo>
                  <a:lnTo>
                    <a:pt x="695" y="4510"/>
                  </a:lnTo>
                  <a:lnTo>
                    <a:pt x="695" y="4767"/>
                  </a:lnTo>
                  <a:lnTo>
                    <a:pt x="1026" y="4916"/>
                  </a:lnTo>
                  <a:lnTo>
                    <a:pt x="706" y="4916"/>
                  </a:lnTo>
                  <a:lnTo>
                    <a:pt x="697" y="5076"/>
                  </a:lnTo>
                  <a:lnTo>
                    <a:pt x="185" y="5076"/>
                  </a:lnTo>
                  <a:lnTo>
                    <a:pt x="185" y="5520"/>
                  </a:lnTo>
                  <a:lnTo>
                    <a:pt x="811" y="6046"/>
                  </a:lnTo>
                  <a:lnTo>
                    <a:pt x="830" y="15170"/>
                  </a:lnTo>
                  <a:lnTo>
                    <a:pt x="1960" y="15170"/>
                  </a:lnTo>
                  <a:lnTo>
                    <a:pt x="1960" y="15167"/>
                  </a:lnTo>
                  <a:lnTo>
                    <a:pt x="3003" y="15167"/>
                  </a:lnTo>
                  <a:lnTo>
                    <a:pt x="3021" y="6043"/>
                  </a:lnTo>
                  <a:lnTo>
                    <a:pt x="3606" y="5518"/>
                  </a:lnTo>
                  <a:lnTo>
                    <a:pt x="3606" y="5073"/>
                  </a:lnTo>
                  <a:lnTo>
                    <a:pt x="3123" y="5073"/>
                  </a:lnTo>
                  <a:lnTo>
                    <a:pt x="3123" y="5075"/>
                  </a:lnTo>
                  <a:lnTo>
                    <a:pt x="3113" y="4915"/>
                  </a:lnTo>
                  <a:lnTo>
                    <a:pt x="2813" y="4915"/>
                  </a:lnTo>
                  <a:lnTo>
                    <a:pt x="3123" y="4766"/>
                  </a:lnTo>
                  <a:lnTo>
                    <a:pt x="3123" y="4508"/>
                  </a:lnTo>
                  <a:lnTo>
                    <a:pt x="2804" y="4508"/>
                  </a:lnTo>
                  <a:lnTo>
                    <a:pt x="2813" y="3529"/>
                  </a:lnTo>
                  <a:cubicBezTo>
                    <a:pt x="2813" y="3529"/>
                    <a:pt x="3773" y="2931"/>
                    <a:pt x="3251" y="2505"/>
                  </a:cubicBezTo>
                  <a:cubicBezTo>
                    <a:pt x="2628" y="1997"/>
                    <a:pt x="2129" y="1142"/>
                    <a:pt x="1984" y="881"/>
                  </a:cubicBezTo>
                  <a:cubicBezTo>
                    <a:pt x="2109" y="875"/>
                    <a:pt x="2206" y="830"/>
                    <a:pt x="2206" y="775"/>
                  </a:cubicBezTo>
                  <a:cubicBezTo>
                    <a:pt x="2206" y="723"/>
                    <a:pt x="2116" y="681"/>
                    <a:pt x="2000" y="670"/>
                  </a:cubicBezTo>
                  <a:lnTo>
                    <a:pt x="2002" y="670"/>
                  </a:lnTo>
                  <a:lnTo>
                    <a:pt x="1984" y="477"/>
                  </a:lnTo>
                  <a:cubicBezTo>
                    <a:pt x="2032" y="470"/>
                    <a:pt x="2067" y="451"/>
                    <a:pt x="2067" y="428"/>
                  </a:cubicBezTo>
                  <a:cubicBezTo>
                    <a:pt x="2067" y="403"/>
                    <a:pt x="2028" y="383"/>
                    <a:pt x="1976" y="376"/>
                  </a:cubicBezTo>
                  <a:lnTo>
                    <a:pt x="194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8"/>
            <p:cNvSpPr/>
            <p:nvPr/>
          </p:nvSpPr>
          <p:spPr>
            <a:xfrm>
              <a:off x="2695425" y="3826025"/>
              <a:ext cx="78000" cy="10000"/>
            </a:xfrm>
            <a:custGeom>
              <a:avLst/>
              <a:gdLst/>
              <a:ahLst/>
              <a:cxnLst/>
              <a:rect l="l" t="t" r="r" b="b"/>
              <a:pathLst>
                <a:path w="3120" h="400" extrusionOk="0">
                  <a:moveTo>
                    <a:pt x="1" y="1"/>
                  </a:moveTo>
                  <a:lnTo>
                    <a:pt x="1" y="400"/>
                  </a:lnTo>
                  <a:lnTo>
                    <a:pt x="3120" y="400"/>
                  </a:lnTo>
                  <a:lnTo>
                    <a:pt x="312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8"/>
            <p:cNvSpPr/>
            <p:nvPr/>
          </p:nvSpPr>
          <p:spPr>
            <a:xfrm>
              <a:off x="2713675" y="3555625"/>
              <a:ext cx="5700" cy="23650"/>
            </a:xfrm>
            <a:custGeom>
              <a:avLst/>
              <a:gdLst/>
              <a:ahLst/>
              <a:cxnLst/>
              <a:rect l="l" t="t" r="r" b="b"/>
              <a:pathLst>
                <a:path w="228" h="946" extrusionOk="0">
                  <a:moveTo>
                    <a:pt x="114" y="1"/>
                  </a:moveTo>
                  <a:cubicBezTo>
                    <a:pt x="0" y="1"/>
                    <a:pt x="0" y="280"/>
                    <a:pt x="0" y="280"/>
                  </a:cubicBezTo>
                  <a:lnTo>
                    <a:pt x="0" y="945"/>
                  </a:lnTo>
                  <a:lnTo>
                    <a:pt x="228" y="945"/>
                  </a:lnTo>
                  <a:lnTo>
                    <a:pt x="228" y="245"/>
                  </a:lnTo>
                  <a:cubicBezTo>
                    <a:pt x="228" y="245"/>
                    <a:pt x="228" y="1"/>
                    <a:pt x="1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8"/>
            <p:cNvSpPr/>
            <p:nvPr/>
          </p:nvSpPr>
          <p:spPr>
            <a:xfrm>
              <a:off x="2724200" y="3555375"/>
              <a:ext cx="9175" cy="23600"/>
            </a:xfrm>
            <a:custGeom>
              <a:avLst/>
              <a:gdLst/>
              <a:ahLst/>
              <a:cxnLst/>
              <a:rect l="l" t="t" r="r" b="b"/>
              <a:pathLst>
                <a:path w="367" h="944" extrusionOk="0">
                  <a:moveTo>
                    <a:pt x="184" y="1"/>
                  </a:moveTo>
                  <a:cubicBezTo>
                    <a:pt x="1" y="1"/>
                    <a:pt x="1" y="281"/>
                    <a:pt x="1" y="281"/>
                  </a:cubicBezTo>
                  <a:lnTo>
                    <a:pt x="1" y="944"/>
                  </a:lnTo>
                  <a:lnTo>
                    <a:pt x="366" y="944"/>
                  </a:lnTo>
                  <a:lnTo>
                    <a:pt x="366" y="245"/>
                  </a:lnTo>
                  <a:cubicBezTo>
                    <a:pt x="366" y="245"/>
                    <a:pt x="366" y="1"/>
                    <a:pt x="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8"/>
            <p:cNvSpPr/>
            <p:nvPr/>
          </p:nvSpPr>
          <p:spPr>
            <a:xfrm>
              <a:off x="2737250" y="3555100"/>
              <a:ext cx="9150" cy="23650"/>
            </a:xfrm>
            <a:custGeom>
              <a:avLst/>
              <a:gdLst/>
              <a:ahLst/>
              <a:cxnLst/>
              <a:rect l="l" t="t" r="r" b="b"/>
              <a:pathLst>
                <a:path w="366" h="946" extrusionOk="0">
                  <a:moveTo>
                    <a:pt x="183" y="1"/>
                  </a:moveTo>
                  <a:cubicBezTo>
                    <a:pt x="0" y="1"/>
                    <a:pt x="0" y="280"/>
                    <a:pt x="0" y="280"/>
                  </a:cubicBezTo>
                  <a:lnTo>
                    <a:pt x="0" y="945"/>
                  </a:lnTo>
                  <a:lnTo>
                    <a:pt x="366" y="945"/>
                  </a:lnTo>
                  <a:lnTo>
                    <a:pt x="366" y="245"/>
                  </a:lnTo>
                  <a:cubicBezTo>
                    <a:pt x="366" y="245"/>
                    <a:pt x="366" y="1"/>
                    <a:pt x="1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8"/>
            <p:cNvSpPr/>
            <p:nvPr/>
          </p:nvSpPr>
          <p:spPr>
            <a:xfrm>
              <a:off x="2750350" y="3555375"/>
              <a:ext cx="5725" cy="23600"/>
            </a:xfrm>
            <a:custGeom>
              <a:avLst/>
              <a:gdLst/>
              <a:ahLst/>
              <a:cxnLst/>
              <a:rect l="l" t="t" r="r" b="b"/>
              <a:pathLst>
                <a:path w="229" h="944" extrusionOk="0">
                  <a:moveTo>
                    <a:pt x="114" y="1"/>
                  </a:moveTo>
                  <a:cubicBezTo>
                    <a:pt x="1" y="1"/>
                    <a:pt x="1" y="281"/>
                    <a:pt x="1" y="281"/>
                  </a:cubicBezTo>
                  <a:lnTo>
                    <a:pt x="1" y="944"/>
                  </a:lnTo>
                  <a:lnTo>
                    <a:pt x="228" y="944"/>
                  </a:lnTo>
                  <a:lnTo>
                    <a:pt x="228" y="245"/>
                  </a:lnTo>
                  <a:cubicBezTo>
                    <a:pt x="228" y="245"/>
                    <a:pt x="228" y="1"/>
                    <a:pt x="1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8" name="Google Shape;658;p38"/>
          <p:cNvGrpSpPr/>
          <p:nvPr/>
        </p:nvGrpSpPr>
        <p:grpSpPr>
          <a:xfrm>
            <a:off x="1396642" y="3212511"/>
            <a:ext cx="670496" cy="1950845"/>
            <a:chOff x="2871700" y="3513775"/>
            <a:chExt cx="83475" cy="242875"/>
          </a:xfrm>
        </p:grpSpPr>
        <p:sp>
          <p:nvSpPr>
            <p:cNvPr id="659" name="Google Shape;659;p38"/>
            <p:cNvSpPr/>
            <p:nvPr/>
          </p:nvSpPr>
          <p:spPr>
            <a:xfrm>
              <a:off x="2871700" y="3513775"/>
              <a:ext cx="83475" cy="242875"/>
            </a:xfrm>
            <a:custGeom>
              <a:avLst/>
              <a:gdLst/>
              <a:ahLst/>
              <a:cxnLst/>
              <a:rect l="l" t="t" r="r" b="b"/>
              <a:pathLst>
                <a:path w="3339" h="9715" extrusionOk="0">
                  <a:moveTo>
                    <a:pt x="1643" y="1"/>
                  </a:moveTo>
                  <a:lnTo>
                    <a:pt x="1535" y="1190"/>
                  </a:lnTo>
                  <a:lnTo>
                    <a:pt x="1261" y="1190"/>
                  </a:lnTo>
                  <a:lnTo>
                    <a:pt x="1261" y="1700"/>
                  </a:lnTo>
                  <a:cubicBezTo>
                    <a:pt x="1261" y="1700"/>
                    <a:pt x="83" y="2124"/>
                    <a:pt x="221" y="3399"/>
                  </a:cubicBezTo>
                  <a:lnTo>
                    <a:pt x="0" y="3569"/>
                  </a:lnTo>
                  <a:lnTo>
                    <a:pt x="165" y="3739"/>
                  </a:lnTo>
                  <a:lnTo>
                    <a:pt x="165" y="4985"/>
                  </a:lnTo>
                  <a:lnTo>
                    <a:pt x="0" y="4985"/>
                  </a:lnTo>
                  <a:lnTo>
                    <a:pt x="0" y="5411"/>
                  </a:lnTo>
                  <a:lnTo>
                    <a:pt x="366" y="5411"/>
                  </a:lnTo>
                  <a:lnTo>
                    <a:pt x="384" y="9715"/>
                  </a:lnTo>
                  <a:lnTo>
                    <a:pt x="2955" y="9715"/>
                  </a:lnTo>
                  <a:lnTo>
                    <a:pt x="2971" y="5411"/>
                  </a:lnTo>
                  <a:lnTo>
                    <a:pt x="3337" y="5411"/>
                  </a:lnTo>
                  <a:lnTo>
                    <a:pt x="3337" y="4985"/>
                  </a:lnTo>
                  <a:lnTo>
                    <a:pt x="3167" y="4985"/>
                  </a:lnTo>
                  <a:lnTo>
                    <a:pt x="3167" y="3739"/>
                  </a:lnTo>
                  <a:lnTo>
                    <a:pt x="3168" y="3739"/>
                  </a:lnTo>
                  <a:lnTo>
                    <a:pt x="3338" y="3569"/>
                  </a:lnTo>
                  <a:lnTo>
                    <a:pt x="3112" y="3399"/>
                  </a:lnTo>
                  <a:cubicBezTo>
                    <a:pt x="3253" y="2124"/>
                    <a:pt x="2038" y="1700"/>
                    <a:pt x="2038" y="1700"/>
                  </a:cubicBezTo>
                  <a:lnTo>
                    <a:pt x="2038" y="1190"/>
                  </a:lnTo>
                  <a:lnTo>
                    <a:pt x="1756" y="1190"/>
                  </a:lnTo>
                  <a:lnTo>
                    <a:pt x="164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8"/>
            <p:cNvSpPr/>
            <p:nvPr/>
          </p:nvSpPr>
          <p:spPr>
            <a:xfrm>
              <a:off x="2899725" y="3597100"/>
              <a:ext cx="27325" cy="40400"/>
            </a:xfrm>
            <a:custGeom>
              <a:avLst/>
              <a:gdLst/>
              <a:ahLst/>
              <a:cxnLst/>
              <a:rect l="l" t="t" r="r" b="b"/>
              <a:pathLst>
                <a:path w="1093" h="1616" extrusionOk="0">
                  <a:moveTo>
                    <a:pt x="547" y="0"/>
                  </a:moveTo>
                  <a:cubicBezTo>
                    <a:pt x="1" y="0"/>
                    <a:pt x="1" y="478"/>
                    <a:pt x="1" y="478"/>
                  </a:cubicBezTo>
                  <a:lnTo>
                    <a:pt x="1" y="1615"/>
                  </a:lnTo>
                  <a:lnTo>
                    <a:pt x="1093" y="1615"/>
                  </a:lnTo>
                  <a:lnTo>
                    <a:pt x="1093" y="419"/>
                  </a:lnTo>
                  <a:cubicBezTo>
                    <a:pt x="1093" y="419"/>
                    <a:pt x="1093" y="0"/>
                    <a:pt x="5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8"/>
            <p:cNvSpPr/>
            <p:nvPr/>
          </p:nvSpPr>
          <p:spPr>
            <a:xfrm>
              <a:off x="2880800" y="3599275"/>
              <a:ext cx="7575" cy="38250"/>
            </a:xfrm>
            <a:custGeom>
              <a:avLst/>
              <a:gdLst/>
              <a:ahLst/>
              <a:cxnLst/>
              <a:rect l="l" t="t" r="r" b="b"/>
              <a:pathLst>
                <a:path w="303" h="1530" extrusionOk="0">
                  <a:moveTo>
                    <a:pt x="152" y="0"/>
                  </a:moveTo>
                  <a:cubicBezTo>
                    <a:pt x="0" y="0"/>
                    <a:pt x="0" y="453"/>
                    <a:pt x="0" y="453"/>
                  </a:cubicBezTo>
                  <a:lnTo>
                    <a:pt x="0" y="1528"/>
                  </a:lnTo>
                  <a:lnTo>
                    <a:pt x="0" y="1530"/>
                  </a:lnTo>
                  <a:lnTo>
                    <a:pt x="302" y="1530"/>
                  </a:lnTo>
                  <a:lnTo>
                    <a:pt x="302" y="397"/>
                  </a:lnTo>
                  <a:cubicBezTo>
                    <a:pt x="302" y="397"/>
                    <a:pt x="302" y="0"/>
                    <a:pt x="1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8"/>
            <p:cNvSpPr/>
            <p:nvPr/>
          </p:nvSpPr>
          <p:spPr>
            <a:xfrm>
              <a:off x="2937825" y="3599700"/>
              <a:ext cx="7575" cy="38275"/>
            </a:xfrm>
            <a:custGeom>
              <a:avLst/>
              <a:gdLst/>
              <a:ahLst/>
              <a:cxnLst/>
              <a:rect l="l" t="t" r="r" b="b"/>
              <a:pathLst>
                <a:path w="303" h="1531" extrusionOk="0">
                  <a:moveTo>
                    <a:pt x="151" y="0"/>
                  </a:moveTo>
                  <a:cubicBezTo>
                    <a:pt x="0" y="0"/>
                    <a:pt x="0" y="454"/>
                    <a:pt x="0" y="454"/>
                  </a:cubicBezTo>
                  <a:lnTo>
                    <a:pt x="0" y="1530"/>
                  </a:lnTo>
                  <a:lnTo>
                    <a:pt x="0" y="1531"/>
                  </a:lnTo>
                  <a:lnTo>
                    <a:pt x="303" y="1531"/>
                  </a:lnTo>
                  <a:lnTo>
                    <a:pt x="303" y="398"/>
                  </a:lnTo>
                  <a:cubicBezTo>
                    <a:pt x="303" y="398"/>
                    <a:pt x="303" y="0"/>
                    <a:pt x="1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5210420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96"/>
        <p:cNvGrpSpPr/>
        <p:nvPr/>
      </p:nvGrpSpPr>
      <p:grpSpPr>
        <a:xfrm>
          <a:off x="0" y="0"/>
          <a:ext cx="0" cy="0"/>
          <a:chOff x="0" y="0"/>
          <a:chExt cx="0" cy="0"/>
        </a:xfrm>
      </p:grpSpPr>
      <p:sp>
        <p:nvSpPr>
          <p:cNvPr id="1802" name="Google Shape;1802;p64"/>
          <p:cNvSpPr/>
          <p:nvPr/>
        </p:nvSpPr>
        <p:spPr>
          <a:xfrm>
            <a:off x="0" y="4762650"/>
            <a:ext cx="9144000" cy="399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862;p46">
            <a:extLst>
              <a:ext uri="{FF2B5EF4-FFF2-40B4-BE49-F238E27FC236}">
                <a16:creationId xmlns:a16="http://schemas.microsoft.com/office/drawing/2014/main" id="{58BB8D01-D0AA-E7AA-9017-37FA6E5D73E9}"/>
              </a:ext>
            </a:extLst>
          </p:cNvPr>
          <p:cNvSpPr txBox="1">
            <a:spLocks noGrp="1"/>
          </p:cNvSpPr>
          <p:nvPr>
            <p:ph type="title"/>
          </p:nvPr>
        </p:nvSpPr>
        <p:spPr>
          <a:xfrm>
            <a:off x="0" y="0"/>
            <a:ext cx="598424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Workflow </a:t>
            </a:r>
            <a:r>
              <a:rPr lang="en-US" dirty="0">
                <a:latin typeface="+mj-lt"/>
              </a:rPr>
              <a:t>for</a:t>
            </a:r>
            <a:r>
              <a:rPr lang="en-US" dirty="0"/>
              <a:t> the Quran : </a:t>
            </a:r>
            <a:endParaRPr dirty="0"/>
          </a:p>
        </p:txBody>
      </p:sp>
      <p:sp>
        <p:nvSpPr>
          <p:cNvPr id="7" name="Google Shape;969;p49">
            <a:extLst>
              <a:ext uri="{FF2B5EF4-FFF2-40B4-BE49-F238E27FC236}">
                <a16:creationId xmlns:a16="http://schemas.microsoft.com/office/drawing/2014/main" id="{DE4583C6-C7A6-77CF-C4A2-FE474620AC6F}"/>
              </a:ext>
            </a:extLst>
          </p:cNvPr>
          <p:cNvSpPr/>
          <p:nvPr/>
        </p:nvSpPr>
        <p:spPr>
          <a:xfrm>
            <a:off x="699595" y="1214453"/>
            <a:ext cx="859625" cy="865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 name="Picture 6" descr="Teach you the usage of antconc software for data analysis">
            <a:extLst>
              <a:ext uri="{FF2B5EF4-FFF2-40B4-BE49-F238E27FC236}">
                <a16:creationId xmlns:a16="http://schemas.microsoft.com/office/drawing/2014/main" id="{4BB29FFD-D03B-B0C7-91AC-66CA7D650A9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3483" b="94630" l="294" r="96618">
                        <a14:foregroundMark x1="10588" y1="59942" x2="5882" y2="55733"/>
                        <a14:foregroundMark x1="8971" y1="51959" x2="10441" y2="49492"/>
                        <a14:foregroundMark x1="8088" y1="49492" x2="2059" y2="59216"/>
                        <a14:foregroundMark x1="1176" y1="58345" x2="3235" y2="57620"/>
                        <a14:foregroundMark x1="47500" y1="89985" x2="51324" y2="94485"/>
                        <a14:foregroundMark x1="55588" y1="94340" x2="75147" y2="82874"/>
                        <a14:foregroundMark x1="58088" y1="92598" x2="50588" y2="86357"/>
                        <a14:foregroundMark x1="61029" y1="87083" x2="84853" y2="74311"/>
                        <a14:foregroundMark x1="84853" y1="74311" x2="80441" y2="75327"/>
                        <a14:foregroundMark x1="82647" y1="73730" x2="92794" y2="67925"/>
                        <a14:foregroundMark x1="96029" y1="58055" x2="96618" y2="58055"/>
                        <a14:foregroundMark x1="30294" y1="39623" x2="29265" y2="40203"/>
                        <a14:foregroundMark x1="88971" y1="72424" x2="84853" y2="70827"/>
                        <a14:foregroundMark x1="85735" y1="72859" x2="62941" y2="83745"/>
                        <a14:foregroundMark x1="62941" y1="83745" x2="55735" y2="93469"/>
                        <a14:foregroundMark x1="55735" y1="93469" x2="55441" y2="94630"/>
                        <a14:foregroundMark x1="45882" y1="78084" x2="37206" y2="60958"/>
                        <a14:foregroundMark x1="37206" y1="60958" x2="55588" y2="53266"/>
                        <a14:foregroundMark x1="71912" y1="67344" x2="84412" y2="64441"/>
                        <a14:foregroundMark x1="84412" y1="64441" x2="63235" y2="53846"/>
                        <a14:foregroundMark x1="63235" y1="53846" x2="60441" y2="53846"/>
                        <a14:foregroundMark x1="27059" y1="25835" x2="20441" y2="33962"/>
                        <a14:foregroundMark x1="20441" y1="33962" x2="20147" y2="34978"/>
                        <a14:foregroundMark x1="26029" y1="26560" x2="17941" y2="36430"/>
                        <a14:foregroundMark x1="17941" y1="36430" x2="17794" y2="38462"/>
                        <a14:foregroundMark x1="22794" y1="18433" x2="15735" y2="25544"/>
                        <a14:foregroundMark x1="21074" y1="7950" x2="13382" y2="5080"/>
                        <a14:foregroundMark x1="25441" y1="9579" x2="24107" y2="9081"/>
                        <a14:foregroundMark x1="32951" y1="4870" x2="32206" y2="3483"/>
                        <a14:foregroundMark x1="37353" y1="13062" x2="37224" y2="12822"/>
                        <a14:backgroundMark x1="35147" y1="9144" x2="35147" y2="9869"/>
                        <a14:backgroundMark x1="35294" y1="8418" x2="36324" y2="11321"/>
                        <a14:backgroundMark x1="34118" y1="7692" x2="35147" y2="8563"/>
                        <a14:backgroundMark x1="33235" y1="6096" x2="35147" y2="8128"/>
                        <a14:backgroundMark x1="33382" y1="6241" x2="33529" y2="6676"/>
                        <a14:backgroundMark x1="32059" y1="5951" x2="34118" y2="6676"/>
                        <a14:backgroundMark x1="36324" y1="10885" x2="36765" y2="12917"/>
                        <a14:backgroundMark x1="20147" y1="9144" x2="23382" y2="10015"/>
                      </a14:backgroundRemoval>
                    </a14:imgEffect>
                  </a14:imgLayer>
                </a14:imgProps>
              </a:ext>
              <a:ext uri="{28A0092B-C50C-407E-A947-70E740481C1C}">
                <a14:useLocalDpi xmlns:a14="http://schemas.microsoft.com/office/drawing/2010/main" val="0"/>
              </a:ext>
            </a:extLst>
          </a:blip>
          <a:srcRect/>
          <a:stretch>
            <a:fillRect/>
          </a:stretch>
        </p:blipFill>
        <p:spPr bwMode="auto">
          <a:xfrm>
            <a:off x="693416" y="1221741"/>
            <a:ext cx="869111" cy="88052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A9DBFB8-4B2A-2078-BD7E-11F412C29C4D}"/>
              </a:ext>
            </a:extLst>
          </p:cNvPr>
          <p:cNvSpPr txBox="1"/>
          <p:nvPr/>
        </p:nvSpPr>
        <p:spPr>
          <a:xfrm>
            <a:off x="583809" y="2254597"/>
            <a:ext cx="1209822" cy="224676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US" dirty="0">
                <a:solidFill>
                  <a:schemeClr val="tx1"/>
                </a:solidFill>
              </a:rPr>
              <a:t>1- using </a:t>
            </a:r>
            <a:r>
              <a:rPr lang="en-US" dirty="0" err="1">
                <a:solidFill>
                  <a:schemeClr val="tx1"/>
                </a:solidFill>
              </a:rPr>
              <a:t>Antconc</a:t>
            </a:r>
            <a:r>
              <a:rPr lang="en-US" dirty="0">
                <a:solidFill>
                  <a:schemeClr val="tx1"/>
                </a:solidFill>
              </a:rPr>
              <a:t> to identify the keywords by using the “*” operator and the keywords section</a:t>
            </a:r>
          </a:p>
          <a:p>
            <a:endParaRPr lang="en-US" dirty="0">
              <a:solidFill>
                <a:schemeClr val="tx1"/>
              </a:solidFill>
            </a:endParaRPr>
          </a:p>
        </p:txBody>
      </p:sp>
      <p:sp>
        <p:nvSpPr>
          <p:cNvPr id="10" name="Arrow: Right 9">
            <a:extLst>
              <a:ext uri="{FF2B5EF4-FFF2-40B4-BE49-F238E27FC236}">
                <a16:creationId xmlns:a16="http://schemas.microsoft.com/office/drawing/2014/main" id="{0676FF89-499F-9BE9-4551-ABE587C4CF33}"/>
              </a:ext>
            </a:extLst>
          </p:cNvPr>
          <p:cNvSpPr/>
          <p:nvPr/>
        </p:nvSpPr>
        <p:spPr>
          <a:xfrm>
            <a:off x="1948376" y="1361003"/>
            <a:ext cx="794824" cy="5727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Google Shape;969;p49">
            <a:extLst>
              <a:ext uri="{FF2B5EF4-FFF2-40B4-BE49-F238E27FC236}">
                <a16:creationId xmlns:a16="http://schemas.microsoft.com/office/drawing/2014/main" id="{BFDFB251-8185-BDF8-67F4-1DF88778C96C}"/>
              </a:ext>
            </a:extLst>
          </p:cNvPr>
          <p:cNvSpPr/>
          <p:nvPr/>
        </p:nvSpPr>
        <p:spPr>
          <a:xfrm>
            <a:off x="3077280" y="1207804"/>
            <a:ext cx="859625" cy="865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 name="Picture 8" descr="Quran.com">
            <a:extLst>
              <a:ext uri="{FF2B5EF4-FFF2-40B4-BE49-F238E27FC236}">
                <a16:creationId xmlns:a16="http://schemas.microsoft.com/office/drawing/2014/main" id="{7FB3B6A9-C882-E8FE-4BD0-22BB16136D0D}"/>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889" b="97778" l="2667" r="97778">
                        <a14:foregroundMark x1="43556" y1="35556" x2="38667" y2="21333"/>
                        <a14:foregroundMark x1="46222" y1="27556" x2="25778" y2="30667"/>
                        <a14:foregroundMark x1="32889" y1="34222" x2="32444" y2="41333"/>
                        <a14:foregroundMark x1="28000" y1="31111" x2="31111" y2="40889"/>
                        <a14:foregroundMark x1="33333" y1="37333" x2="40444" y2="42667"/>
                        <a14:foregroundMark x1="38222" y1="32444" x2="45778" y2="49778"/>
                        <a14:foregroundMark x1="46222" y1="32444" x2="52444" y2="52444"/>
                        <a14:foregroundMark x1="61778" y1="27556" x2="56444" y2="50667"/>
                        <a14:foregroundMark x1="56444" y1="50667" x2="53778" y2="52889"/>
                        <a14:foregroundMark x1="62222" y1="28889" x2="65333" y2="42222"/>
                        <a14:foregroundMark x1="63111" y1="32889" x2="58222" y2="28889"/>
                        <a14:foregroundMark x1="49778" y1="35556" x2="56444" y2="30667"/>
                        <a14:foregroundMark x1="51556" y1="27111" x2="57778" y2="37333"/>
                        <a14:foregroundMark x1="70667" y1="40000" x2="69778" y2="66667"/>
                        <a14:foregroundMark x1="69778" y1="66667" x2="71111" y2="62667"/>
                        <a14:foregroundMark x1="92444" y1="48000" x2="81778" y2="53778"/>
                        <a14:foregroundMark x1="79556" y1="56000" x2="70667" y2="59556"/>
                        <a14:foregroundMark x1="77778" y1="53778" x2="82222" y2="56444"/>
                        <a14:foregroundMark x1="83111" y1="56444" x2="80000" y2="55111"/>
                        <a14:foregroundMark x1="84889" y1="54222" x2="88444" y2="53778"/>
                        <a14:foregroundMark x1="87111" y1="53778" x2="55111" y2="56889"/>
                        <a14:foregroundMark x1="55111" y1="56889" x2="67111" y2="54222"/>
                        <a14:foregroundMark x1="74667" y1="53778" x2="40889" y2="52889"/>
                        <a14:foregroundMark x1="40889" y1="52889" x2="67556" y2="56889"/>
                        <a14:foregroundMark x1="63556" y1="56889" x2="12889" y2="59111"/>
                        <a14:foregroundMark x1="12889" y1="59111" x2="14222" y2="56444"/>
                        <a14:foregroundMark x1="15556" y1="55111" x2="22667" y2="53778"/>
                        <a14:foregroundMark x1="18222" y1="49778" x2="24444" y2="64444"/>
                        <a14:foregroundMark x1="57778" y1="66222" x2="59556" y2="68000"/>
                        <a14:foregroundMark x1="56889" y1="89778" x2="32000" y2="92000"/>
                        <a14:foregroundMark x1="32000" y1="92000" x2="32000" y2="92000"/>
                        <a14:foregroundMark x1="26222" y1="89778" x2="7556" y2="64000"/>
                        <a14:foregroundMark x1="7556" y1="64000" x2="3315" y2="34318"/>
                        <a14:foregroundMark x1="8603" y1="27509" x2="24889" y2="11556"/>
                        <a14:foregroundMark x1="24889" y1="11556" x2="52000" y2="6667"/>
                        <a14:foregroundMark x1="52000" y1="6667" x2="85778" y2="26222"/>
                        <a14:foregroundMark x1="85778" y1="26222" x2="95111" y2="59556"/>
                        <a14:foregroundMark x1="95111" y1="59556" x2="77778" y2="80889"/>
                        <a14:foregroundMark x1="77778" y1="80889" x2="33333" y2="93333"/>
                        <a14:foregroundMark x1="33333" y1="93333" x2="24444" y2="90222"/>
                        <a14:foregroundMark x1="37778" y1="94667" x2="60889" y2="92444"/>
                        <a14:foregroundMark x1="60889" y1="92444" x2="81778" y2="75556"/>
                        <a14:foregroundMark x1="81778" y1="75556" x2="82667" y2="73333"/>
                        <a14:foregroundMark x1="50222" y1="97778" x2="71111" y2="88444"/>
                        <a14:foregroundMark x1="68000" y1="93333" x2="77333" y2="87111"/>
                        <a14:foregroundMark x1="76000" y1="81778" x2="84444" y2="84889"/>
                        <a14:foregroundMark x1="71556" y1="89778" x2="61333" y2="97778"/>
                        <a14:foregroundMark x1="45778" y1="93778" x2="18667" y2="83111"/>
                        <a14:foregroundMark x1="18667" y1="83111" x2="12444" y2="72889"/>
                        <a14:foregroundMark x1="25333" y1="91556" x2="6222" y2="68444"/>
                        <a14:foregroundMark x1="18667" y1="84000" x2="4444" y2="61333"/>
                        <a14:foregroundMark x1="4444" y1="61333" x2="4000" y2="38222"/>
                        <a14:foregroundMark x1="4000" y1="38222" x2="4889" y2="37333"/>
                        <a14:foregroundMark x1="5778" y1="64444" x2="3111" y2="41333"/>
                        <a14:foregroundMark x1="4444" y1="62222" x2="5333" y2="38222"/>
                        <a14:foregroundMark x1="11478" y1="27689" x2="17778" y2="16889"/>
                        <a14:foregroundMark x1="5333" y1="38222" x2="7459" y2="34577"/>
                        <a14:foregroundMark x1="17778" y1="16889" x2="22222" y2="13778"/>
                        <a14:foregroundMark x1="10222" y1="37778" x2="24000" y2="16889"/>
                        <a14:foregroundMark x1="24000" y1="16889" x2="39111" y2="9778"/>
                        <a14:foregroundMark x1="24000" y1="12444" x2="52444" y2="4444"/>
                        <a14:foregroundMark x1="52444" y1="4444" x2="56889" y2="5333"/>
                        <a14:foregroundMark x1="28000" y1="8444" x2="53778" y2="4444"/>
                        <a14:foregroundMark x1="53778" y1="4444" x2="60444" y2="4444"/>
                        <a14:foregroundMark x1="32444" y1="7111" x2="58222" y2="4000"/>
                        <a14:foregroundMark x1="34667" y1="5778" x2="56889" y2="4444"/>
                        <a14:foregroundMark x1="35556" y1="3111" x2="71556" y2="5778"/>
                        <a14:foregroundMark x1="71556" y1="5778" x2="94667" y2="34667"/>
                        <a14:foregroundMark x1="94667" y1="34667" x2="96000" y2="61333"/>
                        <a14:foregroundMark x1="96000" y1="61333" x2="94222" y2="64444"/>
                        <a14:foregroundMark x1="84444" y1="83111" x2="89778" y2="62667"/>
                        <a14:foregroundMark x1="86222" y1="80000" x2="94222" y2="57333"/>
                        <a14:foregroundMark x1="92444" y1="67556" x2="97778" y2="39556"/>
                        <a14:foregroundMark x1="91556" y1="48444" x2="34222" y2="33778"/>
                        <a14:foregroundMark x1="34222" y1="33778" x2="25333" y2="36889"/>
                        <a14:foregroundMark x1="56889" y1="6667" x2="48444" y2="889"/>
                        <a14:foregroundMark x1="50222" y1="4444" x2="48444" y2="4889"/>
                        <a14:foregroundMark x1="69333" y1="30667" x2="77778" y2="38222"/>
                        <a14:foregroundMark x1="72444" y1="33333" x2="77333" y2="44889"/>
                        <a14:backgroundMark x1="2222" y1="27111" x2="1778" y2="34222"/>
                      </a14:backgroundRemoval>
                    </a14:imgEffect>
                  </a14:imgLayer>
                </a14:imgProps>
              </a:ext>
              <a:ext uri="{28A0092B-C50C-407E-A947-70E740481C1C}">
                <a14:useLocalDpi xmlns:a14="http://schemas.microsoft.com/office/drawing/2010/main" val="0"/>
              </a:ext>
            </a:extLst>
          </a:blip>
          <a:srcRect/>
          <a:stretch>
            <a:fillRect/>
          </a:stretch>
        </p:blipFill>
        <p:spPr bwMode="auto">
          <a:xfrm>
            <a:off x="3077280" y="1203446"/>
            <a:ext cx="887813" cy="887813"/>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5CEF7A19-79F4-4270-898A-DFD349E9C864}"/>
              </a:ext>
            </a:extLst>
          </p:cNvPr>
          <p:cNvSpPr txBox="1"/>
          <p:nvPr/>
        </p:nvSpPr>
        <p:spPr>
          <a:xfrm>
            <a:off x="2946917" y="2254597"/>
            <a:ext cx="1209822" cy="224676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US" dirty="0">
                <a:solidFill>
                  <a:schemeClr val="tx1"/>
                </a:solidFill>
              </a:rPr>
              <a:t>2- using Quran.com to identify if the surah is Makia (revealed in Makah) or Madinah</a:t>
            </a:r>
          </a:p>
          <a:p>
            <a:endParaRPr lang="en-US" dirty="0">
              <a:solidFill>
                <a:schemeClr val="tx1"/>
              </a:solidFill>
            </a:endParaRPr>
          </a:p>
          <a:p>
            <a:endParaRPr lang="en-US" dirty="0">
              <a:solidFill>
                <a:schemeClr val="tx1"/>
              </a:solidFill>
            </a:endParaRPr>
          </a:p>
        </p:txBody>
      </p:sp>
      <p:sp>
        <p:nvSpPr>
          <p:cNvPr id="15" name="Google Shape;969;p49">
            <a:extLst>
              <a:ext uri="{FF2B5EF4-FFF2-40B4-BE49-F238E27FC236}">
                <a16:creationId xmlns:a16="http://schemas.microsoft.com/office/drawing/2014/main" id="{9D08954C-07B8-8E0B-1349-6A5606047371}"/>
              </a:ext>
            </a:extLst>
          </p:cNvPr>
          <p:cNvSpPr/>
          <p:nvPr/>
        </p:nvSpPr>
        <p:spPr>
          <a:xfrm>
            <a:off x="5287964" y="1214862"/>
            <a:ext cx="859625" cy="865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 name="Picture 15">
            <a:extLst>
              <a:ext uri="{FF2B5EF4-FFF2-40B4-BE49-F238E27FC236}">
                <a16:creationId xmlns:a16="http://schemas.microsoft.com/office/drawing/2014/main" id="{A2BCF396-137A-9204-4CAB-28828FB7510A}"/>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3279" b="98689" l="324" r="99353">
                        <a14:foregroundMark x1="64725" y1="80656" x2="34951" y2="68197"/>
                        <a14:foregroundMark x1="53398" y1="58361" x2="11003" y2="62295"/>
                        <a14:foregroundMark x1="59547" y1="58689" x2="34951" y2="27869"/>
                        <a14:foregroundMark x1="77994" y1="36393" x2="45631" y2="34426"/>
                        <a14:foregroundMark x1="47249" y1="25574" x2="58576" y2="43934"/>
                        <a14:foregroundMark x1="57929" y1="23607" x2="71521" y2="47869"/>
                        <a14:foregroundMark x1="71521" y1="37377" x2="74110" y2="50164"/>
                        <a14:foregroundMark x1="67314" y1="26557" x2="61165" y2="66885"/>
                        <a14:foregroundMark x1="61165" y1="66885" x2="41424" y2="45902"/>
                        <a14:foregroundMark x1="40777" y1="40984" x2="49838" y2="75738"/>
                        <a14:foregroundMark x1="49838" y1="75738" x2="31392" y2="51803"/>
                        <a14:foregroundMark x1="51456" y1="57049" x2="63430" y2="99344"/>
                        <a14:foregroundMark x1="16828" y1="45902" x2="34951" y2="93443"/>
                        <a14:foregroundMark x1="28155" y1="66557" x2="18447" y2="79016"/>
                        <a14:foregroundMark x1="13916" y1="67541" x2="21683" y2="85574"/>
                        <a14:foregroundMark x1="13916" y1="69508" x2="13916" y2="85902"/>
                        <a14:foregroundMark x1="2265" y1="62295" x2="28155" y2="99344"/>
                        <a14:foregroundMark x1="13592" y1="65574" x2="5502" y2="72131"/>
                        <a14:foregroundMark x1="2589" y1="61639" x2="10032" y2="67213"/>
                        <a14:foregroundMark x1="10356" y1="56721" x2="8414" y2="53770"/>
                        <a14:foregroundMark x1="8091" y1="50820" x2="10356" y2="84918"/>
                        <a14:foregroundMark x1="10356" y1="84918" x2="11003" y2="83934"/>
                        <a14:foregroundMark x1="9061" y1="64262" x2="34628" y2="94754"/>
                        <a14:foregroundMark x1="19741" y1="88525" x2="35922" y2="98689"/>
                        <a14:foregroundMark x1="31068" y1="92787" x2="56958" y2="96721"/>
                        <a14:foregroundMark x1="45307" y1="91803" x2="58576" y2="94754"/>
                        <a14:foregroundMark x1="50485" y1="94426" x2="71521" y2="91803"/>
                        <a14:foregroundMark x1="70227" y1="91475" x2="73139" y2="90492"/>
                        <a14:foregroundMark x1="88350" y1="90492" x2="85437" y2="91475"/>
                        <a14:foregroundMark x1="87379" y1="87869" x2="82524" y2="89836"/>
                        <a14:foregroundMark x1="79935" y1="89836" x2="79935" y2="89836"/>
                        <a14:foregroundMark x1="77670" y1="90492" x2="76052" y2="93443"/>
                        <a14:foregroundMark x1="76052" y1="95410" x2="79935" y2="96393"/>
                        <a14:foregroundMark x1="81877" y1="96393" x2="81877" y2="96393"/>
                        <a14:foregroundMark x1="82848" y1="95738" x2="84466" y2="95738"/>
                        <a14:foregroundMark x1="84790" y1="95410" x2="88673" y2="93443"/>
                        <a14:foregroundMark x1="89644" y1="92787" x2="89644" y2="92787"/>
                        <a14:foregroundMark x1="91262" y1="91803" x2="91262" y2="91803"/>
                        <a14:foregroundMark x1="92233" y1="91803" x2="92233" y2="91803"/>
                        <a14:foregroundMark x1="93204" y1="88852" x2="93204" y2="83934"/>
                        <a14:foregroundMark x1="92557" y1="83934" x2="91586" y2="80000"/>
                        <a14:foregroundMark x1="91262" y1="75410" x2="91262" y2="74098"/>
                        <a14:foregroundMark x1="91262" y1="73443" x2="91262" y2="73443"/>
                        <a14:foregroundMark x1="91262" y1="71148" x2="91262" y2="71148"/>
                        <a14:foregroundMark x1="94175" y1="73443" x2="93528" y2="82623"/>
                        <a14:foregroundMark x1="94175" y1="83607" x2="94175" y2="83607"/>
                        <a14:foregroundMark x1="94175" y1="84590" x2="94175" y2="79672"/>
                        <a14:foregroundMark x1="92557" y1="73443" x2="86408" y2="70164"/>
                        <a14:foregroundMark x1="82848" y1="65246" x2="82848" y2="65246"/>
                        <a14:foregroundMark x1="82848" y1="62623" x2="83819" y2="61311"/>
                        <a14:foregroundMark x1="84790" y1="60328" x2="84790" y2="60328"/>
                        <a14:foregroundMark x1="86731" y1="59672" x2="89644" y2="61639"/>
                        <a14:foregroundMark x1="81553" y1="62623" x2="78641" y2="62623"/>
                        <a14:foregroundMark x1="77023" y1="61639" x2="77023" y2="61639"/>
                        <a14:foregroundMark x1="74434" y1="64590" x2="74434" y2="64590"/>
                        <a14:foregroundMark x1="76052" y1="62623" x2="85437" y2="62623"/>
                        <a14:foregroundMark x1="71197" y1="64262" x2="65696" y2="64262"/>
                        <a14:foregroundMark x1="64725" y1="62623" x2="64725" y2="62623"/>
                        <a14:foregroundMark x1="64725" y1="64262" x2="63430" y2="70164"/>
                        <a14:foregroundMark x1="63430" y1="70164" x2="64725" y2="70164"/>
                        <a14:foregroundMark x1="65372" y1="59344" x2="70227" y2="59344"/>
                        <a14:foregroundMark x1="82848" y1="59344" x2="88673" y2="57049"/>
                        <a14:foregroundMark x1="97087" y1="57705" x2="98706" y2="62623"/>
                        <a14:foregroundMark x1="97735" y1="68197" x2="97735" y2="68197"/>
                        <a14:foregroundMark x1="91586" y1="69508" x2="91586" y2="69508"/>
                        <a14:foregroundMark x1="90291" y1="51148" x2="90291" y2="51148"/>
                        <a14:foregroundMark x1="90291" y1="50820" x2="90615" y2="43934"/>
                        <a14:foregroundMark x1="91262" y1="40984" x2="93528" y2="41311"/>
                        <a14:foregroundMark x1="95146" y1="46230" x2="95146" y2="46230"/>
                        <a14:foregroundMark x1="95146" y1="49180" x2="95146" y2="49180"/>
                        <a14:foregroundMark x1="86408" y1="34426" x2="86408" y2="34426"/>
                        <a14:foregroundMark x1="85437" y1="31475" x2="85437" y2="31475"/>
                        <a14:foregroundMark x1="85437" y1="31475" x2="85437" y2="31475"/>
                        <a14:foregroundMark x1="87702" y1="31803" x2="88350" y2="33770"/>
                        <a14:foregroundMark x1="88350" y1="34754" x2="91262" y2="44262"/>
                        <a14:foregroundMark x1="89320" y1="44262" x2="79935" y2="21967"/>
                        <a14:foregroundMark x1="95146" y1="40328" x2="78964" y2="16066"/>
                        <a14:foregroundMark x1="87702" y1="23934" x2="76966" y2="12068"/>
                        <a14:foregroundMark x1="93204" y1="26885" x2="83614" y2="12754"/>
                        <a14:foregroundMark x1="69887" y1="11338" x2="37864" y2="19672"/>
                        <a14:foregroundMark x1="37864" y1="19672" x2="33981" y2="21967"/>
                        <a14:foregroundMark x1="64725" y1="18033" x2="647" y2="38033"/>
                        <a14:foregroundMark x1="647" y1="38033" x2="647" y2="38033"/>
                        <a14:foregroundMark x1="11003" y1="47869" x2="17476" y2="20984"/>
                        <a14:foregroundMark x1="11327" y1="24590" x2="21381" y2="7712"/>
                        <a14:foregroundMark x1="13916" y1="23607" x2="13916" y2="23607"/>
                        <a14:foregroundMark x1="8414" y1="21639" x2="8414" y2="21639"/>
                        <a14:foregroundMark x1="7120" y1="20984" x2="7120" y2="20984"/>
                        <a14:foregroundMark x1="8414" y1="15082" x2="8414" y2="15082"/>
                        <a14:foregroundMark x1="7120" y1="24918" x2="6149" y2="27869"/>
                        <a14:foregroundMark x1="12945" y1="16721" x2="34951" y2="15738"/>
                        <a14:foregroundMark x1="7802" y1="11283" x2="36570" y2="12131"/>
                        <a14:foregroundMark x1="27508" y1="12459" x2="54369" y2="10492"/>
                        <a14:foregroundMark x1="53398" y1="10164" x2="83495" y2="17705"/>
                        <a14:foregroundMark x1="82249" y1="12613" x2="97735" y2="29508"/>
                        <a14:foregroundMark x1="88673" y1="15738" x2="85550" y2="12953"/>
                        <a14:foregroundMark x1="95146" y1="16721" x2="98058" y2="93443"/>
                        <a14:foregroundMark x1="43366" y1="97377" x2="8091" y2="95082"/>
                        <a14:foregroundMark x1="8091" y1="95082" x2="3560" y2="96393"/>
                        <a14:foregroundMark x1="647" y1="14426" x2="54179" y2="9719"/>
                        <a14:foregroundMark x1="97087" y1="21639" x2="99676" y2="31475"/>
                        <a14:foregroundMark x1="96117" y1="44262" x2="96117" y2="27541"/>
                        <a14:foregroundMark x1="39809" y1="8237" x2="21359" y2="8525"/>
                        <a14:foregroundMark x1="17115" y1="7675" x2="12945" y2="10492"/>
                        <a14:foregroundMark x1="8320" y1="10111" x2="8414" y2="10492"/>
                        <a14:foregroundMark x1="12398" y1="5293" x2="13592" y2="5246"/>
                        <a14:foregroundMark x1="14958" y1="4581" x2="13084" y2="4086"/>
                        <a14:foregroundMark x1="12188" y1="5662" x2="13592" y2="7213"/>
                        <a14:foregroundMark x1="13592" y1="7213" x2="16049" y2="6146"/>
                        <a14:foregroundMark x1="26537" y1="9508" x2="31068" y2="8197"/>
                        <a14:foregroundMark x1="21683" y1="8197" x2="28155" y2="10492"/>
                        <a14:foregroundMark x1="36490" y1="8197" x2="43366" y2="8197"/>
                        <a14:foregroundMark x1="25243" y1="8197" x2="36167" y2="8197"/>
                        <a14:foregroundMark x1="54369" y1="9180" x2="81877" y2="10164"/>
                        <a14:foregroundMark x1="82848" y1="10164" x2="76790" y2="7422"/>
                        <a14:foregroundMark x1="56634" y1="8525" x2="50645" y2="7767"/>
                        <a14:foregroundMark x1="86408" y1="11475" x2="83819" y2="10492"/>
                        <a14:foregroundMark x1="84466" y1="10164" x2="78641" y2="6230"/>
                        <a14:foregroundMark x1="72492" y1="8525" x2="63754" y2="8525"/>
                        <a14:foregroundMark x1="70550" y1="5574" x2="63430" y2="5574"/>
                        <a14:foregroundMark x1="56958" y1="5574" x2="40777" y2="5574"/>
                        <a14:foregroundMark x1="63754" y1="4590" x2="89320" y2="6557"/>
                        <a14:foregroundMark x1="95469" y1="14098" x2="95469" y2="11148"/>
                        <a14:foregroundMark x1="96117" y1="17049" x2="87702" y2="8525"/>
                        <a14:foregroundMark x1="91262" y1="6230" x2="97087" y2="10492"/>
                        <a14:foregroundMark x1="95146" y1="7213" x2="95146" y2="7213"/>
                        <a14:foregroundMark x1="95146" y1="7213" x2="87379" y2="6230"/>
                        <a14:foregroundMark x1="73139" y1="3279" x2="57605" y2="5574"/>
                        <a14:foregroundMark x1="58576" y1="5246" x2="56958" y2="11148"/>
                        <a14:foregroundMark x1="60841" y1="10492" x2="57605" y2="9180"/>
                        <a14:foregroundMark x1="52104" y1="5246" x2="58576" y2="4590"/>
                        <a14:foregroundMark x1="36570" y1="5246" x2="6149" y2="5574"/>
                        <a14:foregroundMark x1="11003" y1="5574" x2="324" y2="3279"/>
                        <a14:foregroundMark x1="8091" y1="6230" x2="13592" y2="19672"/>
                        <a14:foregroundMark x1="31392" y1="5574" x2="34951" y2="5574"/>
                        <a14:foregroundMark x1="4207" y1="11148" x2="5178" y2="15738"/>
                        <a14:foregroundMark x1="647" y1="8197" x2="3236" y2="12459"/>
                        <a14:foregroundMark x1="2589" y1="10492" x2="6149" y2="21639"/>
                        <a14:foregroundMark x1="6472" y1="5574" x2="6149" y2="10164"/>
                        <a14:foregroundMark x1="4207" y1="10492" x2="4207" y2="10492"/>
                        <a14:foregroundMark x1="2589" y1="9508" x2="4531" y2="14098"/>
                        <a14:foregroundMark x1="5502" y1="14426" x2="8091" y2="14426"/>
                      </a14:backgroundRemoval>
                    </a14:imgEffect>
                  </a14:imgLayer>
                </a14:imgProps>
              </a:ext>
            </a:extLst>
          </a:blip>
          <a:stretch>
            <a:fillRect/>
          </a:stretch>
        </p:blipFill>
        <p:spPr>
          <a:xfrm>
            <a:off x="5307711" y="1243006"/>
            <a:ext cx="820129" cy="809512"/>
          </a:xfrm>
          <a:prstGeom prst="rect">
            <a:avLst/>
          </a:prstGeom>
        </p:spPr>
      </p:pic>
      <p:sp>
        <p:nvSpPr>
          <p:cNvPr id="18" name="Arrow: Right 17">
            <a:extLst>
              <a:ext uri="{FF2B5EF4-FFF2-40B4-BE49-F238E27FC236}">
                <a16:creationId xmlns:a16="http://schemas.microsoft.com/office/drawing/2014/main" id="{2B39CEC7-2A3F-9B8A-FDB7-1FC84B95D0BA}"/>
              </a:ext>
            </a:extLst>
          </p:cNvPr>
          <p:cNvSpPr/>
          <p:nvPr/>
        </p:nvSpPr>
        <p:spPr>
          <a:xfrm>
            <a:off x="4156739" y="1361003"/>
            <a:ext cx="794824" cy="5727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571A3C23-C794-3A87-53AC-CA62F3565044}"/>
              </a:ext>
            </a:extLst>
          </p:cNvPr>
          <p:cNvSpPr txBox="1"/>
          <p:nvPr/>
        </p:nvSpPr>
        <p:spPr>
          <a:xfrm>
            <a:off x="5112864" y="2254596"/>
            <a:ext cx="1209822" cy="224676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US" dirty="0">
                <a:solidFill>
                  <a:schemeClr val="tx1"/>
                </a:solidFill>
              </a:rPr>
              <a:t>3- using Ayat.apk to find the contextual meaning of the whole ayah where the word </a:t>
            </a:r>
            <a:r>
              <a:rPr lang="ar-SA" dirty="0">
                <a:solidFill>
                  <a:schemeClr val="tx1"/>
                </a:solidFill>
              </a:rPr>
              <a:t>الصلاة</a:t>
            </a:r>
            <a:r>
              <a:rPr lang="en-US" dirty="0">
                <a:solidFill>
                  <a:schemeClr val="tx1"/>
                </a:solidFill>
              </a:rPr>
              <a:t> was mentioned</a:t>
            </a:r>
          </a:p>
        </p:txBody>
      </p:sp>
      <p:sp>
        <p:nvSpPr>
          <p:cNvPr id="20" name="Google Shape;969;p49">
            <a:extLst>
              <a:ext uri="{FF2B5EF4-FFF2-40B4-BE49-F238E27FC236}">
                <a16:creationId xmlns:a16="http://schemas.microsoft.com/office/drawing/2014/main" id="{E4CAEDFA-C7E9-3A72-205C-1196F1DEB5E7}"/>
              </a:ext>
            </a:extLst>
          </p:cNvPr>
          <p:cNvSpPr/>
          <p:nvPr/>
        </p:nvSpPr>
        <p:spPr>
          <a:xfrm>
            <a:off x="7578452" y="1216878"/>
            <a:ext cx="859625" cy="865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 name="Picture 4" descr="Microsoft Excel logo and symbol, meaning, history, PNG">
            <a:extLst>
              <a:ext uri="{FF2B5EF4-FFF2-40B4-BE49-F238E27FC236}">
                <a16:creationId xmlns:a16="http://schemas.microsoft.com/office/drawing/2014/main" id="{179CD3EF-D356-431A-321C-4CAA7A5F1AF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278814" y="1243006"/>
            <a:ext cx="1315619" cy="822262"/>
          </a:xfrm>
          <a:prstGeom prst="rect">
            <a:avLst/>
          </a:prstGeom>
          <a:noFill/>
          <a:extLst>
            <a:ext uri="{909E8E84-426E-40DD-AFC4-6F175D3DCCD1}">
              <a14:hiddenFill xmlns:a14="http://schemas.microsoft.com/office/drawing/2010/main">
                <a:solidFill>
                  <a:srgbClr val="FFFFFF"/>
                </a:solidFill>
              </a14:hiddenFill>
            </a:ext>
          </a:extLst>
        </p:spPr>
      </p:pic>
      <p:sp>
        <p:nvSpPr>
          <p:cNvPr id="22" name="Arrow: Right 21">
            <a:extLst>
              <a:ext uri="{FF2B5EF4-FFF2-40B4-BE49-F238E27FC236}">
                <a16:creationId xmlns:a16="http://schemas.microsoft.com/office/drawing/2014/main" id="{2C8AB84C-190B-0DDB-2BF2-DC706BF75F1D}"/>
              </a:ext>
            </a:extLst>
          </p:cNvPr>
          <p:cNvSpPr/>
          <p:nvPr/>
        </p:nvSpPr>
        <p:spPr>
          <a:xfrm>
            <a:off x="6483990" y="1354354"/>
            <a:ext cx="794824" cy="5727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F52FC779-F9F6-AEAA-88E5-C00715CD611E}"/>
              </a:ext>
            </a:extLst>
          </p:cNvPr>
          <p:cNvSpPr txBox="1"/>
          <p:nvPr/>
        </p:nvSpPr>
        <p:spPr>
          <a:xfrm>
            <a:off x="7403353" y="2254596"/>
            <a:ext cx="1209822" cy="224676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US" dirty="0">
                <a:solidFill>
                  <a:schemeClr val="tx1"/>
                </a:solidFill>
              </a:rPr>
              <a:t>4- using the excel sheet to tabulate the data and to design the graphs representing the tabulated data</a:t>
            </a:r>
          </a:p>
          <a:p>
            <a:endParaRPr lang="en-US" dirty="0">
              <a:solidFill>
                <a:schemeClr val="tx1"/>
              </a:solidFill>
            </a:endParaRPr>
          </a:p>
        </p:txBody>
      </p:sp>
    </p:spTree>
    <p:extLst>
      <p:ext uri="{BB962C8B-B14F-4D97-AF65-F5344CB8AC3E}">
        <p14:creationId xmlns:p14="http://schemas.microsoft.com/office/powerpoint/2010/main" val="1996928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96"/>
        <p:cNvGrpSpPr/>
        <p:nvPr/>
      </p:nvGrpSpPr>
      <p:grpSpPr>
        <a:xfrm>
          <a:off x="0" y="0"/>
          <a:ext cx="0" cy="0"/>
          <a:chOff x="0" y="0"/>
          <a:chExt cx="0" cy="0"/>
        </a:xfrm>
      </p:grpSpPr>
      <p:sp>
        <p:nvSpPr>
          <p:cNvPr id="1802" name="Google Shape;1802;p64"/>
          <p:cNvSpPr/>
          <p:nvPr/>
        </p:nvSpPr>
        <p:spPr>
          <a:xfrm>
            <a:off x="0" y="4762650"/>
            <a:ext cx="9144000" cy="399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862;p46">
            <a:extLst>
              <a:ext uri="{FF2B5EF4-FFF2-40B4-BE49-F238E27FC236}">
                <a16:creationId xmlns:a16="http://schemas.microsoft.com/office/drawing/2014/main" id="{58BB8D01-D0AA-E7AA-9017-37FA6E5D73E9}"/>
              </a:ext>
            </a:extLst>
          </p:cNvPr>
          <p:cNvSpPr txBox="1">
            <a:spLocks noGrp="1"/>
          </p:cNvSpPr>
          <p:nvPr>
            <p:ph type="title"/>
          </p:nvPr>
        </p:nvSpPr>
        <p:spPr>
          <a:xfrm>
            <a:off x="0" y="0"/>
            <a:ext cx="598424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Workflow </a:t>
            </a:r>
            <a:r>
              <a:rPr lang="en-US" dirty="0">
                <a:latin typeface="+mj-lt"/>
              </a:rPr>
              <a:t>for</a:t>
            </a:r>
            <a:r>
              <a:rPr lang="en-US" dirty="0"/>
              <a:t> the Hadith: </a:t>
            </a:r>
            <a:endParaRPr dirty="0"/>
          </a:p>
        </p:txBody>
      </p:sp>
      <p:sp>
        <p:nvSpPr>
          <p:cNvPr id="7" name="Google Shape;969;p49">
            <a:extLst>
              <a:ext uri="{FF2B5EF4-FFF2-40B4-BE49-F238E27FC236}">
                <a16:creationId xmlns:a16="http://schemas.microsoft.com/office/drawing/2014/main" id="{DE4583C6-C7A6-77CF-C4A2-FE474620AC6F}"/>
              </a:ext>
            </a:extLst>
          </p:cNvPr>
          <p:cNvSpPr/>
          <p:nvPr/>
        </p:nvSpPr>
        <p:spPr>
          <a:xfrm>
            <a:off x="699595" y="1214453"/>
            <a:ext cx="859625" cy="865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 name="Picture 6" descr="Teach you the usage of antconc software for data analysis">
            <a:extLst>
              <a:ext uri="{FF2B5EF4-FFF2-40B4-BE49-F238E27FC236}">
                <a16:creationId xmlns:a16="http://schemas.microsoft.com/office/drawing/2014/main" id="{4BB29FFD-D03B-B0C7-91AC-66CA7D650A9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3483" b="94630" l="294" r="96618">
                        <a14:foregroundMark x1="10588" y1="59942" x2="5882" y2="55733"/>
                        <a14:foregroundMark x1="8971" y1="51959" x2="10441" y2="49492"/>
                        <a14:foregroundMark x1="8088" y1="49492" x2="2059" y2="59216"/>
                        <a14:foregroundMark x1="1176" y1="58345" x2="3235" y2="57620"/>
                        <a14:foregroundMark x1="47500" y1="89985" x2="51324" y2="94485"/>
                        <a14:foregroundMark x1="55588" y1="94340" x2="75147" y2="82874"/>
                        <a14:foregroundMark x1="58088" y1="92598" x2="50588" y2="86357"/>
                        <a14:foregroundMark x1="61029" y1="87083" x2="84853" y2="74311"/>
                        <a14:foregroundMark x1="84853" y1="74311" x2="80441" y2="75327"/>
                        <a14:foregroundMark x1="82647" y1="73730" x2="92794" y2="67925"/>
                        <a14:foregroundMark x1="96029" y1="58055" x2="96618" y2="58055"/>
                        <a14:foregroundMark x1="30294" y1="39623" x2="29265" y2="40203"/>
                        <a14:foregroundMark x1="88971" y1="72424" x2="84853" y2="70827"/>
                        <a14:foregroundMark x1="85735" y1="72859" x2="62941" y2="83745"/>
                        <a14:foregroundMark x1="62941" y1="83745" x2="55735" y2="93469"/>
                        <a14:foregroundMark x1="55735" y1="93469" x2="55441" y2="94630"/>
                        <a14:foregroundMark x1="45882" y1="78084" x2="37206" y2="60958"/>
                        <a14:foregroundMark x1="37206" y1="60958" x2="55588" y2="53266"/>
                        <a14:foregroundMark x1="71912" y1="67344" x2="84412" y2="64441"/>
                        <a14:foregroundMark x1="84412" y1="64441" x2="63235" y2="53846"/>
                        <a14:foregroundMark x1="63235" y1="53846" x2="60441" y2="53846"/>
                        <a14:foregroundMark x1="27059" y1="25835" x2="20441" y2="33962"/>
                        <a14:foregroundMark x1="20441" y1="33962" x2="20147" y2="34978"/>
                        <a14:foregroundMark x1="26029" y1="26560" x2="17941" y2="36430"/>
                        <a14:foregroundMark x1="17941" y1="36430" x2="17794" y2="38462"/>
                        <a14:foregroundMark x1="22794" y1="18433" x2="15735" y2="25544"/>
                        <a14:foregroundMark x1="21074" y1="7950" x2="13382" y2="5080"/>
                        <a14:foregroundMark x1="25441" y1="9579" x2="24107" y2="9081"/>
                        <a14:foregroundMark x1="32951" y1="4870" x2="32206" y2="3483"/>
                        <a14:foregroundMark x1="37353" y1="13062" x2="37224" y2="12822"/>
                        <a14:backgroundMark x1="35147" y1="9144" x2="35147" y2="9869"/>
                        <a14:backgroundMark x1="35294" y1="8418" x2="36324" y2="11321"/>
                        <a14:backgroundMark x1="34118" y1="7692" x2="35147" y2="8563"/>
                        <a14:backgroundMark x1="33235" y1="6096" x2="35147" y2="8128"/>
                        <a14:backgroundMark x1="33382" y1="6241" x2="33529" y2="6676"/>
                        <a14:backgroundMark x1="32059" y1="5951" x2="34118" y2="6676"/>
                        <a14:backgroundMark x1="36324" y1="10885" x2="36765" y2="12917"/>
                        <a14:backgroundMark x1="20147" y1="9144" x2="23382" y2="10015"/>
                      </a14:backgroundRemoval>
                    </a14:imgEffect>
                  </a14:imgLayer>
                </a14:imgProps>
              </a:ext>
              <a:ext uri="{28A0092B-C50C-407E-A947-70E740481C1C}">
                <a14:useLocalDpi xmlns:a14="http://schemas.microsoft.com/office/drawing/2010/main" val="0"/>
              </a:ext>
            </a:extLst>
          </a:blip>
          <a:srcRect/>
          <a:stretch>
            <a:fillRect/>
          </a:stretch>
        </p:blipFill>
        <p:spPr bwMode="auto">
          <a:xfrm>
            <a:off x="693416" y="1221741"/>
            <a:ext cx="869111" cy="88052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A9DBFB8-4B2A-2078-BD7E-11F412C29C4D}"/>
              </a:ext>
            </a:extLst>
          </p:cNvPr>
          <p:cNvSpPr txBox="1"/>
          <p:nvPr/>
        </p:nvSpPr>
        <p:spPr>
          <a:xfrm>
            <a:off x="583809" y="2254597"/>
            <a:ext cx="1209822" cy="224676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US" dirty="0">
                <a:solidFill>
                  <a:schemeClr val="tx1"/>
                </a:solidFill>
              </a:rPr>
              <a:t>1- using the same groups of words that were used for the Quran to analyze the data on AntConc</a:t>
            </a:r>
          </a:p>
          <a:p>
            <a:endParaRPr lang="en-US" dirty="0">
              <a:solidFill>
                <a:schemeClr val="tx1"/>
              </a:solidFill>
            </a:endParaRPr>
          </a:p>
        </p:txBody>
      </p:sp>
      <p:sp>
        <p:nvSpPr>
          <p:cNvPr id="20" name="Google Shape;969;p49">
            <a:extLst>
              <a:ext uri="{FF2B5EF4-FFF2-40B4-BE49-F238E27FC236}">
                <a16:creationId xmlns:a16="http://schemas.microsoft.com/office/drawing/2014/main" id="{E4CAEDFA-C7E9-3A72-205C-1196F1DEB5E7}"/>
              </a:ext>
            </a:extLst>
          </p:cNvPr>
          <p:cNvSpPr/>
          <p:nvPr/>
        </p:nvSpPr>
        <p:spPr>
          <a:xfrm>
            <a:off x="7578452" y="1216878"/>
            <a:ext cx="859625" cy="865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 name="Picture 4" descr="Microsoft Excel logo and symbol, meaning, history, PNG">
            <a:extLst>
              <a:ext uri="{FF2B5EF4-FFF2-40B4-BE49-F238E27FC236}">
                <a16:creationId xmlns:a16="http://schemas.microsoft.com/office/drawing/2014/main" id="{179CD3EF-D356-431A-321C-4CAA7A5F1A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78814" y="1243006"/>
            <a:ext cx="1315619" cy="822262"/>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F52FC779-F9F6-AEAA-88E5-C00715CD611E}"/>
              </a:ext>
            </a:extLst>
          </p:cNvPr>
          <p:cNvSpPr txBox="1"/>
          <p:nvPr/>
        </p:nvSpPr>
        <p:spPr>
          <a:xfrm>
            <a:off x="7403353" y="2254596"/>
            <a:ext cx="1209822" cy="224676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US" dirty="0">
                <a:solidFill>
                  <a:schemeClr val="tx1"/>
                </a:solidFill>
              </a:rPr>
              <a:t>2- using the excel sheet to tabulate the data and to design the graphs representing the tabulated data</a:t>
            </a:r>
          </a:p>
          <a:p>
            <a:endParaRPr lang="en-US" dirty="0">
              <a:solidFill>
                <a:schemeClr val="tx1"/>
              </a:solidFill>
            </a:endParaRPr>
          </a:p>
        </p:txBody>
      </p:sp>
      <p:sp>
        <p:nvSpPr>
          <p:cNvPr id="2" name="Arrow: Right 1">
            <a:extLst>
              <a:ext uri="{FF2B5EF4-FFF2-40B4-BE49-F238E27FC236}">
                <a16:creationId xmlns:a16="http://schemas.microsoft.com/office/drawing/2014/main" id="{B5886DCE-484D-A607-1A56-D2C9925BD287}"/>
              </a:ext>
            </a:extLst>
          </p:cNvPr>
          <p:cNvSpPr/>
          <p:nvPr/>
        </p:nvSpPr>
        <p:spPr>
          <a:xfrm>
            <a:off x="3357880" y="1388949"/>
            <a:ext cx="2387600" cy="5717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C3B7BA5-4BCD-CEA6-4686-93612AEE01CC}"/>
              </a:ext>
            </a:extLst>
          </p:cNvPr>
          <p:cNvSpPr txBox="1"/>
          <p:nvPr/>
        </p:nvSpPr>
        <p:spPr>
          <a:xfrm>
            <a:off x="3119120" y="2571750"/>
            <a:ext cx="2865120" cy="1169551"/>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US" dirty="0">
                <a:solidFill>
                  <a:schemeClr val="tx1"/>
                </a:solidFill>
              </a:rPr>
              <a:t>Since the hadith had clear purposes and meanings, it was an easier to distinguish the theme and the meaning of the word </a:t>
            </a:r>
            <a:r>
              <a:rPr lang="ar-SA" dirty="0">
                <a:solidFill>
                  <a:schemeClr val="tx1"/>
                </a:solidFill>
              </a:rPr>
              <a:t>الصلاة </a:t>
            </a:r>
            <a:r>
              <a:rPr lang="en-US" dirty="0">
                <a:solidFill>
                  <a:schemeClr val="tx1"/>
                </a:solidFill>
              </a:rPr>
              <a:t> that was mentioned there </a:t>
            </a:r>
          </a:p>
        </p:txBody>
      </p:sp>
    </p:spTree>
    <p:extLst>
      <p:ext uri="{BB962C8B-B14F-4D97-AF65-F5344CB8AC3E}">
        <p14:creationId xmlns:p14="http://schemas.microsoft.com/office/powerpoint/2010/main" val="781949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96"/>
        <p:cNvGrpSpPr/>
        <p:nvPr/>
      </p:nvGrpSpPr>
      <p:grpSpPr>
        <a:xfrm>
          <a:off x="0" y="0"/>
          <a:ext cx="0" cy="0"/>
          <a:chOff x="0" y="0"/>
          <a:chExt cx="0" cy="0"/>
        </a:xfrm>
      </p:grpSpPr>
      <p:sp>
        <p:nvSpPr>
          <p:cNvPr id="1802" name="Google Shape;1802;p64"/>
          <p:cNvSpPr/>
          <p:nvPr/>
        </p:nvSpPr>
        <p:spPr>
          <a:xfrm>
            <a:off x="0" y="4762650"/>
            <a:ext cx="9144000" cy="399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 Placeholder 2">
            <a:extLst>
              <a:ext uri="{FF2B5EF4-FFF2-40B4-BE49-F238E27FC236}">
                <a16:creationId xmlns:a16="http://schemas.microsoft.com/office/drawing/2014/main" id="{41C89AE1-E596-C64E-0D95-56881529B477}"/>
              </a:ext>
            </a:extLst>
          </p:cNvPr>
          <p:cNvSpPr>
            <a:spLocks noGrp="1"/>
          </p:cNvSpPr>
          <p:nvPr>
            <p:ph type="body" idx="1"/>
          </p:nvPr>
        </p:nvSpPr>
        <p:spPr>
          <a:xfrm>
            <a:off x="225820" y="1758975"/>
            <a:ext cx="3756900" cy="1946700"/>
          </a:xfrm>
        </p:spPr>
        <p:txBody>
          <a:bodyPr/>
          <a:lstStyle/>
          <a:p>
            <a:r>
              <a:rPr lang="en-US" dirty="0"/>
              <a:t>Words such as “</a:t>
            </a:r>
            <a:r>
              <a:rPr lang="ar-SA" dirty="0"/>
              <a:t>ركوع</a:t>
            </a:r>
            <a:r>
              <a:rPr lang="en-US" dirty="0"/>
              <a:t>” ”</a:t>
            </a:r>
            <a:r>
              <a:rPr lang="ar-SA" dirty="0"/>
              <a:t>سجود</a:t>
            </a:r>
            <a:r>
              <a:rPr lang="en-US" dirty="0"/>
              <a:t>” are excluded</a:t>
            </a:r>
            <a:r>
              <a:rPr lang="ar-SA" dirty="0"/>
              <a:t> )</a:t>
            </a:r>
            <a:r>
              <a:rPr lang="en-US" dirty="0"/>
              <a:t>Future work)</a:t>
            </a:r>
          </a:p>
          <a:p>
            <a:r>
              <a:rPr lang="en-US" dirty="0"/>
              <a:t>Too many variations of the word</a:t>
            </a:r>
          </a:p>
          <a:p>
            <a:r>
              <a:rPr lang="en-US" dirty="0"/>
              <a:t>Words that countian different meanings such as “</a:t>
            </a:r>
            <a:r>
              <a:rPr lang="ar-SA" dirty="0"/>
              <a:t>ثم الجحيم صلوه</a:t>
            </a:r>
            <a:r>
              <a:rPr lang="en-US" dirty="0"/>
              <a:t>”</a:t>
            </a:r>
          </a:p>
          <a:p>
            <a:r>
              <a:rPr lang="en-US" dirty="0"/>
              <a:t>finding an online reliable source that distinguishes between surah Makia and surah Madina (Quran.com)</a:t>
            </a:r>
          </a:p>
        </p:txBody>
      </p:sp>
      <p:sp>
        <p:nvSpPr>
          <p:cNvPr id="5" name="Title 4">
            <a:extLst>
              <a:ext uri="{FF2B5EF4-FFF2-40B4-BE49-F238E27FC236}">
                <a16:creationId xmlns:a16="http://schemas.microsoft.com/office/drawing/2014/main" id="{2FDDCCD4-6C52-6E7E-D895-435BFC906B07}"/>
              </a:ext>
            </a:extLst>
          </p:cNvPr>
          <p:cNvSpPr>
            <a:spLocks noGrp="1"/>
          </p:cNvSpPr>
          <p:nvPr>
            <p:ph type="title"/>
          </p:nvPr>
        </p:nvSpPr>
        <p:spPr>
          <a:xfrm>
            <a:off x="0" y="-51990"/>
            <a:ext cx="7704000" cy="572700"/>
          </a:xfrm>
        </p:spPr>
        <p:txBody>
          <a:bodyPr/>
          <a:lstStyle/>
          <a:p>
            <a:r>
              <a:rPr lang="en-US" dirty="0">
                <a:latin typeface="+mj-lt"/>
              </a:rPr>
              <a:t>Limitation and challenges : </a:t>
            </a:r>
          </a:p>
        </p:txBody>
      </p:sp>
      <p:sp>
        <p:nvSpPr>
          <p:cNvPr id="6" name="Text Placeholder 2">
            <a:extLst>
              <a:ext uri="{FF2B5EF4-FFF2-40B4-BE49-F238E27FC236}">
                <a16:creationId xmlns:a16="http://schemas.microsoft.com/office/drawing/2014/main" id="{68BAC28C-D14F-3299-3B80-BD59CF0B4518}"/>
              </a:ext>
            </a:extLst>
          </p:cNvPr>
          <p:cNvSpPr txBox="1">
            <a:spLocks/>
          </p:cNvSpPr>
          <p:nvPr/>
        </p:nvSpPr>
        <p:spPr>
          <a:xfrm>
            <a:off x="5161282" y="1758975"/>
            <a:ext cx="3756900" cy="1946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Asap Light"/>
              <a:buChar char="●"/>
              <a:defRPr sz="1400" b="0" i="0" u="none" strike="noStrike" cap="none">
                <a:solidFill>
                  <a:schemeClr val="dk1"/>
                </a:solidFill>
                <a:latin typeface="Asap"/>
                <a:ea typeface="Asap"/>
                <a:cs typeface="Asap"/>
                <a:sym typeface="Asap"/>
              </a:defRPr>
            </a:lvl1pPr>
            <a:lvl2pPr marL="914400" marR="0" lvl="1" indent="-304800" algn="l" rtl="0">
              <a:lnSpc>
                <a:spcPct val="115000"/>
              </a:lnSpc>
              <a:spcBef>
                <a:spcPts val="0"/>
              </a:spcBef>
              <a:spcAft>
                <a:spcPts val="0"/>
              </a:spcAft>
              <a:buClr>
                <a:schemeClr val="dk1"/>
              </a:buClr>
              <a:buSzPts val="1200"/>
              <a:buFont typeface="Nunito Light"/>
              <a:buChar char="○"/>
              <a:defRPr sz="1400" b="0" i="0" u="none" strike="noStrike" cap="none">
                <a:solidFill>
                  <a:schemeClr val="dk1"/>
                </a:solidFill>
                <a:latin typeface="Asap"/>
                <a:ea typeface="Asap"/>
                <a:cs typeface="Asap"/>
                <a:sym typeface="Asap"/>
              </a:defRPr>
            </a:lvl2pPr>
            <a:lvl3pPr marL="1371600" marR="0" lvl="2" indent="-304800" algn="l" rtl="0">
              <a:lnSpc>
                <a:spcPct val="115000"/>
              </a:lnSpc>
              <a:spcBef>
                <a:spcPts val="0"/>
              </a:spcBef>
              <a:spcAft>
                <a:spcPts val="0"/>
              </a:spcAft>
              <a:buClr>
                <a:srgbClr val="FFC800"/>
              </a:buClr>
              <a:buSzPts val="1200"/>
              <a:buFont typeface="Nunito Light"/>
              <a:buChar char="■"/>
              <a:defRPr sz="1400" b="0" i="0" u="none" strike="noStrike" cap="none">
                <a:solidFill>
                  <a:schemeClr val="dk1"/>
                </a:solidFill>
                <a:latin typeface="Asap"/>
                <a:ea typeface="Asap"/>
                <a:cs typeface="Asap"/>
                <a:sym typeface="Asap"/>
              </a:defRPr>
            </a:lvl3pPr>
            <a:lvl4pPr marL="1828800" marR="0" lvl="3" indent="-304800" algn="l" rtl="0">
              <a:lnSpc>
                <a:spcPct val="115000"/>
              </a:lnSpc>
              <a:spcBef>
                <a:spcPts val="1600"/>
              </a:spcBef>
              <a:spcAft>
                <a:spcPts val="0"/>
              </a:spcAft>
              <a:buClr>
                <a:srgbClr val="FFC800"/>
              </a:buClr>
              <a:buSzPts val="1200"/>
              <a:buFont typeface="Nunito Light"/>
              <a:buChar char="●"/>
              <a:defRPr sz="1400" b="0" i="0" u="none" strike="noStrike" cap="none">
                <a:solidFill>
                  <a:schemeClr val="dk1"/>
                </a:solidFill>
                <a:latin typeface="Asap"/>
                <a:ea typeface="Asap"/>
                <a:cs typeface="Asap"/>
                <a:sym typeface="Asap"/>
              </a:defRPr>
            </a:lvl4pPr>
            <a:lvl5pPr marL="2286000" marR="0" lvl="4"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Asap"/>
                <a:ea typeface="Asap"/>
                <a:cs typeface="Asap"/>
                <a:sym typeface="Asap"/>
              </a:defRPr>
            </a:lvl5pPr>
            <a:lvl6pPr marL="2743200" marR="0" lvl="5"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Asap"/>
                <a:ea typeface="Asap"/>
                <a:cs typeface="Asap"/>
                <a:sym typeface="Asap"/>
              </a:defRPr>
            </a:lvl6pPr>
            <a:lvl7pPr marL="3200400" marR="0" lvl="6"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Asap"/>
                <a:ea typeface="Asap"/>
                <a:cs typeface="Asap"/>
                <a:sym typeface="Asap"/>
              </a:defRPr>
            </a:lvl7pPr>
            <a:lvl8pPr marL="3657600" marR="0" lvl="7"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Asap"/>
                <a:ea typeface="Asap"/>
                <a:cs typeface="Asap"/>
                <a:sym typeface="Asap"/>
              </a:defRPr>
            </a:lvl8pPr>
            <a:lvl9pPr marL="4114800" marR="0" lvl="8" indent="-304800" algn="l" rtl="0">
              <a:lnSpc>
                <a:spcPct val="115000"/>
              </a:lnSpc>
              <a:spcBef>
                <a:spcPts val="1600"/>
              </a:spcBef>
              <a:spcAft>
                <a:spcPts val="1600"/>
              </a:spcAft>
              <a:buClr>
                <a:srgbClr val="434343"/>
              </a:buClr>
              <a:buSzPts val="1200"/>
              <a:buFont typeface="Nunito Light"/>
              <a:buChar char="■"/>
              <a:defRPr sz="1400" b="0" i="0" u="none" strike="noStrike" cap="none">
                <a:solidFill>
                  <a:schemeClr val="dk1"/>
                </a:solidFill>
                <a:latin typeface="Asap"/>
                <a:ea typeface="Asap"/>
                <a:cs typeface="Asap"/>
                <a:sym typeface="Asap"/>
              </a:defRPr>
            </a:lvl9pPr>
          </a:lstStyle>
          <a:p>
            <a:r>
              <a:rPr lang="en-US" dirty="0"/>
              <a:t>Words such as “</a:t>
            </a:r>
            <a:r>
              <a:rPr lang="ar-SA" dirty="0"/>
              <a:t>صلى الله عليه وسلم</a:t>
            </a:r>
            <a:r>
              <a:rPr lang="en-US" dirty="0"/>
              <a:t>”</a:t>
            </a:r>
            <a:r>
              <a:rPr lang="ar-SA" dirty="0"/>
              <a:t> </a:t>
            </a:r>
            <a:r>
              <a:rPr lang="en-US" dirty="0"/>
              <a:t>are excluded  (Future work)</a:t>
            </a:r>
          </a:p>
          <a:p>
            <a:r>
              <a:rPr lang="en-US" dirty="0"/>
              <a:t>Too many variations of the word</a:t>
            </a:r>
          </a:p>
          <a:p>
            <a:r>
              <a:rPr lang="en-US" dirty="0"/>
              <a:t>Words that countian different meanings such as “</a:t>
            </a:r>
            <a:r>
              <a:rPr lang="ar-SA" dirty="0"/>
              <a:t>يصلو ارحامهم</a:t>
            </a:r>
            <a:r>
              <a:rPr lang="en-US" dirty="0"/>
              <a:t>”</a:t>
            </a:r>
          </a:p>
        </p:txBody>
      </p:sp>
      <p:sp>
        <p:nvSpPr>
          <p:cNvPr id="7" name="TextBox 6">
            <a:extLst>
              <a:ext uri="{FF2B5EF4-FFF2-40B4-BE49-F238E27FC236}">
                <a16:creationId xmlns:a16="http://schemas.microsoft.com/office/drawing/2014/main" id="{5D27AB25-2AFB-0853-FF33-ABD83171E922}"/>
              </a:ext>
            </a:extLst>
          </p:cNvPr>
          <p:cNvSpPr txBox="1"/>
          <p:nvPr/>
        </p:nvSpPr>
        <p:spPr>
          <a:xfrm>
            <a:off x="1583935" y="1232025"/>
            <a:ext cx="1040670" cy="461665"/>
          </a:xfrm>
          <a:prstGeom prst="rect">
            <a:avLst/>
          </a:prstGeom>
          <a:noFill/>
        </p:spPr>
        <p:txBody>
          <a:bodyPr wrap="none" rtlCol="0">
            <a:spAutoFit/>
          </a:bodyPr>
          <a:lstStyle/>
          <a:p>
            <a:r>
              <a:rPr lang="en-US" sz="2400" dirty="0">
                <a:latin typeface="+mj-lt"/>
              </a:rPr>
              <a:t>Quran</a:t>
            </a:r>
          </a:p>
        </p:txBody>
      </p:sp>
      <p:sp>
        <p:nvSpPr>
          <p:cNvPr id="8" name="TextBox 7">
            <a:extLst>
              <a:ext uri="{FF2B5EF4-FFF2-40B4-BE49-F238E27FC236}">
                <a16:creationId xmlns:a16="http://schemas.microsoft.com/office/drawing/2014/main" id="{C3C92C05-E0CB-2068-B994-EFF69298BFD0}"/>
              </a:ext>
            </a:extLst>
          </p:cNvPr>
          <p:cNvSpPr txBox="1"/>
          <p:nvPr/>
        </p:nvSpPr>
        <p:spPr>
          <a:xfrm>
            <a:off x="6484129" y="1212830"/>
            <a:ext cx="1075936" cy="461665"/>
          </a:xfrm>
          <a:prstGeom prst="rect">
            <a:avLst/>
          </a:prstGeom>
          <a:noFill/>
        </p:spPr>
        <p:txBody>
          <a:bodyPr wrap="none" rtlCol="0">
            <a:spAutoFit/>
          </a:bodyPr>
          <a:lstStyle/>
          <a:p>
            <a:r>
              <a:rPr lang="en-US" sz="2400" dirty="0">
                <a:latin typeface="+mj-lt"/>
              </a:rPr>
              <a:t>Hadith</a:t>
            </a:r>
          </a:p>
        </p:txBody>
      </p:sp>
      <p:grpSp>
        <p:nvGrpSpPr>
          <p:cNvPr id="9" name="Google Shape;1716;p64">
            <a:extLst>
              <a:ext uri="{FF2B5EF4-FFF2-40B4-BE49-F238E27FC236}">
                <a16:creationId xmlns:a16="http://schemas.microsoft.com/office/drawing/2014/main" id="{45BBED04-C6B3-5B1D-54E0-E6AD4B3559F4}"/>
              </a:ext>
            </a:extLst>
          </p:cNvPr>
          <p:cNvGrpSpPr/>
          <p:nvPr/>
        </p:nvGrpSpPr>
        <p:grpSpPr>
          <a:xfrm>
            <a:off x="738103" y="771301"/>
            <a:ext cx="845832" cy="857456"/>
            <a:chOff x="2114341" y="-4495787"/>
            <a:chExt cx="3868099" cy="4164518"/>
          </a:xfrm>
        </p:grpSpPr>
        <p:sp>
          <p:nvSpPr>
            <p:cNvPr id="10" name="Google Shape;1717;p64">
              <a:extLst>
                <a:ext uri="{FF2B5EF4-FFF2-40B4-BE49-F238E27FC236}">
                  <a16:creationId xmlns:a16="http://schemas.microsoft.com/office/drawing/2014/main" id="{9FFDAF5E-DF14-54A7-1792-B670F0D59C13}"/>
                </a:ext>
              </a:extLst>
            </p:cNvPr>
            <p:cNvSpPr/>
            <p:nvPr/>
          </p:nvSpPr>
          <p:spPr>
            <a:xfrm>
              <a:off x="2343003" y="-2200463"/>
              <a:ext cx="31339" cy="439913"/>
            </a:xfrm>
            <a:custGeom>
              <a:avLst/>
              <a:gdLst/>
              <a:ahLst/>
              <a:cxnLst/>
              <a:rect l="l" t="t" r="r" b="b"/>
              <a:pathLst>
                <a:path w="216" h="3032" extrusionOk="0">
                  <a:moveTo>
                    <a:pt x="0" y="1"/>
                  </a:moveTo>
                  <a:lnTo>
                    <a:pt x="0" y="3031"/>
                  </a:lnTo>
                  <a:lnTo>
                    <a:pt x="215" y="3031"/>
                  </a:lnTo>
                  <a:lnTo>
                    <a:pt x="21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18;p64">
              <a:extLst>
                <a:ext uri="{FF2B5EF4-FFF2-40B4-BE49-F238E27FC236}">
                  <a16:creationId xmlns:a16="http://schemas.microsoft.com/office/drawing/2014/main" id="{30CDED6D-6057-9D18-3401-5BDD8A4DCC0C}"/>
                </a:ext>
              </a:extLst>
            </p:cNvPr>
            <p:cNvSpPr/>
            <p:nvPr/>
          </p:nvSpPr>
          <p:spPr>
            <a:xfrm>
              <a:off x="2317322" y="-2339459"/>
              <a:ext cx="73706" cy="74576"/>
            </a:xfrm>
            <a:custGeom>
              <a:avLst/>
              <a:gdLst/>
              <a:ahLst/>
              <a:cxnLst/>
              <a:rect l="l" t="t" r="r" b="b"/>
              <a:pathLst>
                <a:path w="508" h="514" extrusionOk="0">
                  <a:moveTo>
                    <a:pt x="253" y="0"/>
                  </a:moveTo>
                  <a:cubicBezTo>
                    <a:pt x="253" y="0"/>
                    <a:pt x="235" y="221"/>
                    <a:pt x="184" y="350"/>
                  </a:cubicBezTo>
                  <a:lnTo>
                    <a:pt x="114" y="395"/>
                  </a:lnTo>
                  <a:cubicBezTo>
                    <a:pt x="66" y="422"/>
                    <a:pt x="26" y="462"/>
                    <a:pt x="0" y="509"/>
                  </a:cubicBezTo>
                  <a:cubicBezTo>
                    <a:pt x="91" y="460"/>
                    <a:pt x="176" y="442"/>
                    <a:pt x="251" y="442"/>
                  </a:cubicBezTo>
                  <a:cubicBezTo>
                    <a:pt x="358" y="442"/>
                    <a:pt x="446" y="478"/>
                    <a:pt x="508" y="513"/>
                  </a:cubicBezTo>
                  <a:cubicBezTo>
                    <a:pt x="480" y="462"/>
                    <a:pt x="376" y="385"/>
                    <a:pt x="325" y="358"/>
                  </a:cubicBezTo>
                  <a:cubicBezTo>
                    <a:pt x="256" y="283"/>
                    <a:pt x="253" y="0"/>
                    <a:pt x="25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19;p64">
              <a:extLst>
                <a:ext uri="{FF2B5EF4-FFF2-40B4-BE49-F238E27FC236}">
                  <a16:creationId xmlns:a16="http://schemas.microsoft.com/office/drawing/2014/main" id="{6E3A07E6-F35C-599F-6976-DF73DD59F302}"/>
                </a:ext>
              </a:extLst>
            </p:cNvPr>
            <p:cNvSpPr/>
            <p:nvPr/>
          </p:nvSpPr>
          <p:spPr>
            <a:xfrm>
              <a:off x="2311519" y="-2275329"/>
              <a:ext cx="84878" cy="73416"/>
            </a:xfrm>
            <a:custGeom>
              <a:avLst/>
              <a:gdLst/>
              <a:ahLst/>
              <a:cxnLst/>
              <a:rect l="l" t="t" r="r" b="b"/>
              <a:pathLst>
                <a:path w="585" h="506" extrusionOk="0">
                  <a:moveTo>
                    <a:pt x="292" y="0"/>
                  </a:moveTo>
                  <a:cubicBezTo>
                    <a:pt x="216" y="0"/>
                    <a:pt x="131" y="18"/>
                    <a:pt x="40" y="67"/>
                  </a:cubicBezTo>
                  <a:cubicBezTo>
                    <a:pt x="15" y="109"/>
                    <a:pt x="1" y="158"/>
                    <a:pt x="1" y="212"/>
                  </a:cubicBezTo>
                  <a:cubicBezTo>
                    <a:pt x="1" y="373"/>
                    <a:pt x="132" y="505"/>
                    <a:pt x="293" y="505"/>
                  </a:cubicBezTo>
                  <a:cubicBezTo>
                    <a:pt x="455" y="505"/>
                    <a:pt x="584" y="373"/>
                    <a:pt x="584" y="212"/>
                  </a:cubicBezTo>
                  <a:cubicBezTo>
                    <a:pt x="584" y="158"/>
                    <a:pt x="570" y="112"/>
                    <a:pt x="548" y="70"/>
                  </a:cubicBezTo>
                  <a:cubicBezTo>
                    <a:pt x="486" y="35"/>
                    <a:pt x="398" y="0"/>
                    <a:pt x="2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720;p64">
              <a:extLst>
                <a:ext uri="{FF2B5EF4-FFF2-40B4-BE49-F238E27FC236}">
                  <a16:creationId xmlns:a16="http://schemas.microsoft.com/office/drawing/2014/main" id="{341C5DB9-ADF9-B2C9-8BB2-3EC6381DAB68}"/>
                </a:ext>
              </a:extLst>
            </p:cNvPr>
            <p:cNvSpPr/>
            <p:nvPr/>
          </p:nvSpPr>
          <p:spPr>
            <a:xfrm>
              <a:off x="2347066" y="-2351356"/>
              <a:ext cx="14799" cy="15089"/>
            </a:xfrm>
            <a:custGeom>
              <a:avLst/>
              <a:gdLst/>
              <a:ahLst/>
              <a:cxnLst/>
              <a:rect l="l" t="t" r="r" b="b"/>
              <a:pathLst>
                <a:path w="102" h="104" extrusionOk="0">
                  <a:moveTo>
                    <a:pt x="51" y="1"/>
                  </a:moveTo>
                  <a:cubicBezTo>
                    <a:pt x="23" y="1"/>
                    <a:pt x="1" y="24"/>
                    <a:pt x="1" y="53"/>
                  </a:cubicBezTo>
                  <a:cubicBezTo>
                    <a:pt x="1" y="81"/>
                    <a:pt x="23" y="103"/>
                    <a:pt x="51" y="103"/>
                  </a:cubicBezTo>
                  <a:cubicBezTo>
                    <a:pt x="79" y="103"/>
                    <a:pt x="102" y="81"/>
                    <a:pt x="102" y="53"/>
                  </a:cubicBezTo>
                  <a:cubicBezTo>
                    <a:pt x="102" y="24"/>
                    <a:pt x="79" y="1"/>
                    <a:pt x="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721;p64">
              <a:extLst>
                <a:ext uri="{FF2B5EF4-FFF2-40B4-BE49-F238E27FC236}">
                  <a16:creationId xmlns:a16="http://schemas.microsoft.com/office/drawing/2014/main" id="{5FD135F8-1185-FA15-0D41-B755F185B46B}"/>
                </a:ext>
              </a:extLst>
            </p:cNvPr>
            <p:cNvSpPr/>
            <p:nvPr/>
          </p:nvSpPr>
          <p:spPr>
            <a:xfrm>
              <a:off x="2327043" y="-2215987"/>
              <a:ext cx="62969" cy="31630"/>
            </a:xfrm>
            <a:custGeom>
              <a:avLst/>
              <a:gdLst/>
              <a:ahLst/>
              <a:cxnLst/>
              <a:rect l="l" t="t" r="r" b="b"/>
              <a:pathLst>
                <a:path w="434" h="218" extrusionOk="0">
                  <a:moveTo>
                    <a:pt x="20" y="1"/>
                  </a:moveTo>
                  <a:cubicBezTo>
                    <a:pt x="5" y="1"/>
                    <a:pt x="1" y="56"/>
                    <a:pt x="1" y="71"/>
                  </a:cubicBezTo>
                  <a:lnTo>
                    <a:pt x="1" y="143"/>
                  </a:lnTo>
                  <a:cubicBezTo>
                    <a:pt x="1" y="160"/>
                    <a:pt x="5" y="217"/>
                    <a:pt x="20" y="217"/>
                  </a:cubicBezTo>
                  <a:lnTo>
                    <a:pt x="351" y="217"/>
                  </a:lnTo>
                  <a:cubicBezTo>
                    <a:pt x="366" y="217"/>
                    <a:pt x="434" y="161"/>
                    <a:pt x="434" y="143"/>
                  </a:cubicBezTo>
                  <a:lnTo>
                    <a:pt x="434" y="71"/>
                  </a:lnTo>
                  <a:cubicBezTo>
                    <a:pt x="434" y="56"/>
                    <a:pt x="366" y="1"/>
                    <a:pt x="3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22;p64">
              <a:extLst>
                <a:ext uri="{FF2B5EF4-FFF2-40B4-BE49-F238E27FC236}">
                  <a16:creationId xmlns:a16="http://schemas.microsoft.com/office/drawing/2014/main" id="{5E1B4E5E-2FF7-2787-1CBF-53FBE751100B}"/>
                </a:ext>
              </a:extLst>
            </p:cNvPr>
            <p:cNvSpPr/>
            <p:nvPr/>
          </p:nvSpPr>
          <p:spPr>
            <a:xfrm>
              <a:off x="2562670" y="-2200463"/>
              <a:ext cx="47444" cy="439913"/>
            </a:xfrm>
            <a:custGeom>
              <a:avLst/>
              <a:gdLst/>
              <a:ahLst/>
              <a:cxnLst/>
              <a:rect l="l" t="t" r="r" b="b"/>
              <a:pathLst>
                <a:path w="327" h="3032" extrusionOk="0">
                  <a:moveTo>
                    <a:pt x="0" y="1"/>
                  </a:moveTo>
                  <a:lnTo>
                    <a:pt x="0" y="3031"/>
                  </a:lnTo>
                  <a:lnTo>
                    <a:pt x="326" y="3031"/>
                  </a:lnTo>
                  <a:lnTo>
                    <a:pt x="32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23;p64">
              <a:extLst>
                <a:ext uri="{FF2B5EF4-FFF2-40B4-BE49-F238E27FC236}">
                  <a16:creationId xmlns:a16="http://schemas.microsoft.com/office/drawing/2014/main" id="{8CC577AD-F4D4-C4D3-FD02-89EB21119B6C}"/>
                </a:ext>
              </a:extLst>
            </p:cNvPr>
            <p:cNvSpPr/>
            <p:nvPr/>
          </p:nvSpPr>
          <p:spPr>
            <a:xfrm>
              <a:off x="2552078" y="-2339459"/>
              <a:ext cx="73851" cy="74576"/>
            </a:xfrm>
            <a:custGeom>
              <a:avLst/>
              <a:gdLst/>
              <a:ahLst/>
              <a:cxnLst/>
              <a:rect l="l" t="t" r="r" b="b"/>
              <a:pathLst>
                <a:path w="509" h="514" extrusionOk="0">
                  <a:moveTo>
                    <a:pt x="255" y="0"/>
                  </a:moveTo>
                  <a:cubicBezTo>
                    <a:pt x="255" y="0"/>
                    <a:pt x="238" y="221"/>
                    <a:pt x="186" y="350"/>
                  </a:cubicBezTo>
                  <a:lnTo>
                    <a:pt x="114" y="395"/>
                  </a:lnTo>
                  <a:cubicBezTo>
                    <a:pt x="66" y="422"/>
                    <a:pt x="27" y="462"/>
                    <a:pt x="0" y="509"/>
                  </a:cubicBezTo>
                  <a:cubicBezTo>
                    <a:pt x="91" y="460"/>
                    <a:pt x="176" y="442"/>
                    <a:pt x="252" y="442"/>
                  </a:cubicBezTo>
                  <a:cubicBezTo>
                    <a:pt x="358" y="442"/>
                    <a:pt x="447" y="478"/>
                    <a:pt x="509" y="513"/>
                  </a:cubicBezTo>
                  <a:cubicBezTo>
                    <a:pt x="481" y="462"/>
                    <a:pt x="378" y="385"/>
                    <a:pt x="326" y="358"/>
                  </a:cubicBezTo>
                  <a:cubicBezTo>
                    <a:pt x="259" y="283"/>
                    <a:pt x="255" y="0"/>
                    <a:pt x="2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24;p64">
              <a:extLst>
                <a:ext uri="{FF2B5EF4-FFF2-40B4-BE49-F238E27FC236}">
                  <a16:creationId xmlns:a16="http://schemas.microsoft.com/office/drawing/2014/main" id="{B268533E-8014-EB14-FE64-115F61EC11D2}"/>
                </a:ext>
              </a:extLst>
            </p:cNvPr>
            <p:cNvSpPr/>
            <p:nvPr/>
          </p:nvSpPr>
          <p:spPr>
            <a:xfrm>
              <a:off x="2546274" y="-2275329"/>
              <a:ext cx="84878" cy="73416"/>
            </a:xfrm>
            <a:custGeom>
              <a:avLst/>
              <a:gdLst/>
              <a:ahLst/>
              <a:cxnLst/>
              <a:rect l="l" t="t" r="r" b="b"/>
              <a:pathLst>
                <a:path w="585" h="506" extrusionOk="0">
                  <a:moveTo>
                    <a:pt x="292" y="0"/>
                  </a:moveTo>
                  <a:cubicBezTo>
                    <a:pt x="217" y="0"/>
                    <a:pt x="132" y="18"/>
                    <a:pt x="40" y="67"/>
                  </a:cubicBezTo>
                  <a:cubicBezTo>
                    <a:pt x="15" y="109"/>
                    <a:pt x="1" y="158"/>
                    <a:pt x="1" y="212"/>
                  </a:cubicBezTo>
                  <a:cubicBezTo>
                    <a:pt x="1" y="373"/>
                    <a:pt x="132" y="505"/>
                    <a:pt x="293" y="505"/>
                  </a:cubicBezTo>
                  <a:cubicBezTo>
                    <a:pt x="455" y="505"/>
                    <a:pt x="584" y="373"/>
                    <a:pt x="584" y="212"/>
                  </a:cubicBezTo>
                  <a:cubicBezTo>
                    <a:pt x="584" y="158"/>
                    <a:pt x="570" y="112"/>
                    <a:pt x="548" y="70"/>
                  </a:cubicBezTo>
                  <a:cubicBezTo>
                    <a:pt x="486" y="35"/>
                    <a:pt x="398" y="0"/>
                    <a:pt x="2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725;p64">
              <a:extLst>
                <a:ext uri="{FF2B5EF4-FFF2-40B4-BE49-F238E27FC236}">
                  <a16:creationId xmlns:a16="http://schemas.microsoft.com/office/drawing/2014/main" id="{6977896A-2637-78F9-4FDC-754585722BBB}"/>
                </a:ext>
              </a:extLst>
            </p:cNvPr>
            <p:cNvSpPr/>
            <p:nvPr/>
          </p:nvSpPr>
          <p:spPr>
            <a:xfrm>
              <a:off x="2581821" y="-2351356"/>
              <a:ext cx="14944" cy="15089"/>
            </a:xfrm>
            <a:custGeom>
              <a:avLst/>
              <a:gdLst/>
              <a:ahLst/>
              <a:cxnLst/>
              <a:rect l="l" t="t" r="r" b="b"/>
              <a:pathLst>
                <a:path w="103" h="104" extrusionOk="0">
                  <a:moveTo>
                    <a:pt x="51" y="1"/>
                  </a:moveTo>
                  <a:cubicBezTo>
                    <a:pt x="23" y="1"/>
                    <a:pt x="0" y="24"/>
                    <a:pt x="0" y="53"/>
                  </a:cubicBezTo>
                  <a:cubicBezTo>
                    <a:pt x="0" y="81"/>
                    <a:pt x="23" y="103"/>
                    <a:pt x="51" y="103"/>
                  </a:cubicBezTo>
                  <a:cubicBezTo>
                    <a:pt x="79" y="103"/>
                    <a:pt x="103" y="81"/>
                    <a:pt x="103" y="53"/>
                  </a:cubicBezTo>
                  <a:cubicBezTo>
                    <a:pt x="103" y="24"/>
                    <a:pt x="79" y="1"/>
                    <a:pt x="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726;p64">
              <a:extLst>
                <a:ext uri="{FF2B5EF4-FFF2-40B4-BE49-F238E27FC236}">
                  <a16:creationId xmlns:a16="http://schemas.microsoft.com/office/drawing/2014/main" id="{290DFB4C-D9CB-A468-E999-0A74D34BFF11}"/>
                </a:ext>
              </a:extLst>
            </p:cNvPr>
            <p:cNvSpPr/>
            <p:nvPr/>
          </p:nvSpPr>
          <p:spPr>
            <a:xfrm>
              <a:off x="2563105" y="-2216133"/>
              <a:ext cx="62679" cy="16250"/>
            </a:xfrm>
            <a:custGeom>
              <a:avLst/>
              <a:gdLst/>
              <a:ahLst/>
              <a:cxnLst/>
              <a:rect l="l" t="t" r="r" b="b"/>
              <a:pathLst>
                <a:path w="432" h="112" extrusionOk="0">
                  <a:moveTo>
                    <a:pt x="28" y="0"/>
                  </a:moveTo>
                  <a:cubicBezTo>
                    <a:pt x="11" y="0"/>
                    <a:pt x="0" y="13"/>
                    <a:pt x="0" y="30"/>
                  </a:cubicBezTo>
                  <a:lnTo>
                    <a:pt x="0" y="81"/>
                  </a:lnTo>
                  <a:cubicBezTo>
                    <a:pt x="0" y="97"/>
                    <a:pt x="11" y="111"/>
                    <a:pt x="28" y="111"/>
                  </a:cubicBezTo>
                  <a:lnTo>
                    <a:pt x="403" y="111"/>
                  </a:lnTo>
                  <a:cubicBezTo>
                    <a:pt x="419" y="111"/>
                    <a:pt x="432" y="99"/>
                    <a:pt x="432" y="81"/>
                  </a:cubicBezTo>
                  <a:lnTo>
                    <a:pt x="432" y="30"/>
                  </a:lnTo>
                  <a:cubicBezTo>
                    <a:pt x="432" y="14"/>
                    <a:pt x="419" y="0"/>
                    <a:pt x="4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27;p64">
              <a:extLst>
                <a:ext uri="{FF2B5EF4-FFF2-40B4-BE49-F238E27FC236}">
                  <a16:creationId xmlns:a16="http://schemas.microsoft.com/office/drawing/2014/main" id="{05874D2D-5799-1243-2258-4DB484077505}"/>
                </a:ext>
              </a:extLst>
            </p:cNvPr>
            <p:cNvSpPr/>
            <p:nvPr/>
          </p:nvSpPr>
          <p:spPr>
            <a:xfrm>
              <a:off x="5719538" y="-2200463"/>
              <a:ext cx="47299" cy="439913"/>
            </a:xfrm>
            <a:custGeom>
              <a:avLst/>
              <a:gdLst/>
              <a:ahLst/>
              <a:cxnLst/>
              <a:rect l="l" t="t" r="r" b="b"/>
              <a:pathLst>
                <a:path w="326" h="3032" extrusionOk="0">
                  <a:moveTo>
                    <a:pt x="1" y="1"/>
                  </a:moveTo>
                  <a:lnTo>
                    <a:pt x="1" y="3031"/>
                  </a:lnTo>
                  <a:lnTo>
                    <a:pt x="325" y="3031"/>
                  </a:lnTo>
                  <a:lnTo>
                    <a:pt x="3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728;p64">
              <a:extLst>
                <a:ext uri="{FF2B5EF4-FFF2-40B4-BE49-F238E27FC236}">
                  <a16:creationId xmlns:a16="http://schemas.microsoft.com/office/drawing/2014/main" id="{1B5D7045-9242-9749-A9C4-9CDD6D8D7DB6}"/>
                </a:ext>
              </a:extLst>
            </p:cNvPr>
            <p:cNvSpPr/>
            <p:nvPr/>
          </p:nvSpPr>
          <p:spPr>
            <a:xfrm>
              <a:off x="5705899" y="-2339459"/>
              <a:ext cx="73706" cy="74576"/>
            </a:xfrm>
            <a:custGeom>
              <a:avLst/>
              <a:gdLst/>
              <a:ahLst/>
              <a:cxnLst/>
              <a:rect l="l" t="t" r="r" b="b"/>
              <a:pathLst>
                <a:path w="508" h="514" extrusionOk="0">
                  <a:moveTo>
                    <a:pt x="255" y="0"/>
                  </a:moveTo>
                  <a:cubicBezTo>
                    <a:pt x="255" y="0"/>
                    <a:pt x="252" y="283"/>
                    <a:pt x="183" y="358"/>
                  </a:cubicBezTo>
                  <a:cubicBezTo>
                    <a:pt x="133" y="385"/>
                    <a:pt x="29" y="462"/>
                    <a:pt x="1" y="513"/>
                  </a:cubicBezTo>
                  <a:cubicBezTo>
                    <a:pt x="62" y="478"/>
                    <a:pt x="150" y="442"/>
                    <a:pt x="256" y="442"/>
                  </a:cubicBezTo>
                  <a:cubicBezTo>
                    <a:pt x="332" y="442"/>
                    <a:pt x="417" y="460"/>
                    <a:pt x="508" y="509"/>
                  </a:cubicBezTo>
                  <a:cubicBezTo>
                    <a:pt x="481" y="462"/>
                    <a:pt x="440" y="422"/>
                    <a:pt x="394" y="395"/>
                  </a:cubicBezTo>
                  <a:lnTo>
                    <a:pt x="324" y="350"/>
                  </a:lnTo>
                  <a:cubicBezTo>
                    <a:pt x="273" y="221"/>
                    <a:pt x="255" y="0"/>
                    <a:pt x="2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729;p64">
              <a:extLst>
                <a:ext uri="{FF2B5EF4-FFF2-40B4-BE49-F238E27FC236}">
                  <a16:creationId xmlns:a16="http://schemas.microsoft.com/office/drawing/2014/main" id="{88E6D785-6549-0545-6EAE-3B2395AF7356}"/>
                </a:ext>
              </a:extLst>
            </p:cNvPr>
            <p:cNvSpPr/>
            <p:nvPr/>
          </p:nvSpPr>
          <p:spPr>
            <a:xfrm>
              <a:off x="5700531" y="-2275329"/>
              <a:ext cx="84878" cy="73416"/>
            </a:xfrm>
            <a:custGeom>
              <a:avLst/>
              <a:gdLst/>
              <a:ahLst/>
              <a:cxnLst/>
              <a:rect l="l" t="t" r="r" b="b"/>
              <a:pathLst>
                <a:path w="585" h="506" extrusionOk="0">
                  <a:moveTo>
                    <a:pt x="293" y="0"/>
                  </a:moveTo>
                  <a:cubicBezTo>
                    <a:pt x="187" y="0"/>
                    <a:pt x="99" y="35"/>
                    <a:pt x="38" y="70"/>
                  </a:cubicBezTo>
                  <a:cubicBezTo>
                    <a:pt x="15" y="112"/>
                    <a:pt x="1" y="158"/>
                    <a:pt x="1" y="212"/>
                  </a:cubicBezTo>
                  <a:cubicBezTo>
                    <a:pt x="1" y="373"/>
                    <a:pt x="130" y="505"/>
                    <a:pt x="292" y="505"/>
                  </a:cubicBezTo>
                  <a:cubicBezTo>
                    <a:pt x="454" y="505"/>
                    <a:pt x="584" y="373"/>
                    <a:pt x="584" y="212"/>
                  </a:cubicBezTo>
                  <a:cubicBezTo>
                    <a:pt x="584" y="158"/>
                    <a:pt x="570" y="109"/>
                    <a:pt x="545" y="67"/>
                  </a:cubicBezTo>
                  <a:cubicBezTo>
                    <a:pt x="454" y="18"/>
                    <a:pt x="368" y="0"/>
                    <a:pt x="2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730;p64">
              <a:extLst>
                <a:ext uri="{FF2B5EF4-FFF2-40B4-BE49-F238E27FC236}">
                  <a16:creationId xmlns:a16="http://schemas.microsoft.com/office/drawing/2014/main" id="{83960D3E-A0D7-42AE-226C-132C95A9FB72}"/>
                </a:ext>
              </a:extLst>
            </p:cNvPr>
            <p:cNvSpPr/>
            <p:nvPr/>
          </p:nvSpPr>
          <p:spPr>
            <a:xfrm>
              <a:off x="5734917" y="-2351356"/>
              <a:ext cx="14944" cy="15089"/>
            </a:xfrm>
            <a:custGeom>
              <a:avLst/>
              <a:gdLst/>
              <a:ahLst/>
              <a:cxnLst/>
              <a:rect l="l" t="t" r="r" b="b"/>
              <a:pathLst>
                <a:path w="103" h="104" extrusionOk="0">
                  <a:moveTo>
                    <a:pt x="52" y="1"/>
                  </a:moveTo>
                  <a:cubicBezTo>
                    <a:pt x="24" y="1"/>
                    <a:pt x="0" y="24"/>
                    <a:pt x="0" y="53"/>
                  </a:cubicBezTo>
                  <a:cubicBezTo>
                    <a:pt x="0" y="81"/>
                    <a:pt x="24" y="103"/>
                    <a:pt x="52" y="103"/>
                  </a:cubicBezTo>
                  <a:cubicBezTo>
                    <a:pt x="80" y="103"/>
                    <a:pt x="103" y="81"/>
                    <a:pt x="103" y="53"/>
                  </a:cubicBezTo>
                  <a:cubicBezTo>
                    <a:pt x="103" y="24"/>
                    <a:pt x="80" y="1"/>
                    <a:pt x="5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731;p64">
              <a:extLst>
                <a:ext uri="{FF2B5EF4-FFF2-40B4-BE49-F238E27FC236}">
                  <a16:creationId xmlns:a16="http://schemas.microsoft.com/office/drawing/2014/main" id="{A19556A1-778B-D2F2-04E9-1502F829AF2C}"/>
                </a:ext>
              </a:extLst>
            </p:cNvPr>
            <p:cNvSpPr/>
            <p:nvPr/>
          </p:nvSpPr>
          <p:spPr>
            <a:xfrm>
              <a:off x="5719973" y="-2216133"/>
              <a:ext cx="62824" cy="16250"/>
            </a:xfrm>
            <a:custGeom>
              <a:avLst/>
              <a:gdLst/>
              <a:ahLst/>
              <a:cxnLst/>
              <a:rect l="l" t="t" r="r" b="b"/>
              <a:pathLst>
                <a:path w="433" h="112" extrusionOk="0">
                  <a:moveTo>
                    <a:pt x="29" y="0"/>
                  </a:moveTo>
                  <a:cubicBezTo>
                    <a:pt x="12" y="0"/>
                    <a:pt x="1" y="14"/>
                    <a:pt x="1" y="30"/>
                  </a:cubicBezTo>
                  <a:lnTo>
                    <a:pt x="1" y="81"/>
                  </a:lnTo>
                  <a:cubicBezTo>
                    <a:pt x="1" y="99"/>
                    <a:pt x="12" y="111"/>
                    <a:pt x="29" y="111"/>
                  </a:cubicBezTo>
                  <a:lnTo>
                    <a:pt x="404" y="111"/>
                  </a:lnTo>
                  <a:cubicBezTo>
                    <a:pt x="419" y="111"/>
                    <a:pt x="432" y="97"/>
                    <a:pt x="432" y="81"/>
                  </a:cubicBezTo>
                  <a:lnTo>
                    <a:pt x="432" y="30"/>
                  </a:lnTo>
                  <a:cubicBezTo>
                    <a:pt x="432" y="13"/>
                    <a:pt x="419" y="0"/>
                    <a:pt x="4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732;p64">
              <a:extLst>
                <a:ext uri="{FF2B5EF4-FFF2-40B4-BE49-F238E27FC236}">
                  <a16:creationId xmlns:a16="http://schemas.microsoft.com/office/drawing/2014/main" id="{F843D730-12D7-27E4-07D4-242FAB876661}"/>
                </a:ext>
              </a:extLst>
            </p:cNvPr>
            <p:cNvSpPr/>
            <p:nvPr/>
          </p:nvSpPr>
          <p:spPr>
            <a:xfrm>
              <a:off x="5484057" y="-2200463"/>
              <a:ext cx="47444" cy="439913"/>
            </a:xfrm>
            <a:custGeom>
              <a:avLst/>
              <a:gdLst/>
              <a:ahLst/>
              <a:cxnLst/>
              <a:rect l="l" t="t" r="r" b="b"/>
              <a:pathLst>
                <a:path w="327" h="3032" extrusionOk="0">
                  <a:moveTo>
                    <a:pt x="0" y="1"/>
                  </a:moveTo>
                  <a:lnTo>
                    <a:pt x="0" y="3031"/>
                  </a:lnTo>
                  <a:lnTo>
                    <a:pt x="326" y="3031"/>
                  </a:lnTo>
                  <a:lnTo>
                    <a:pt x="32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733;p64">
              <a:extLst>
                <a:ext uri="{FF2B5EF4-FFF2-40B4-BE49-F238E27FC236}">
                  <a16:creationId xmlns:a16="http://schemas.microsoft.com/office/drawing/2014/main" id="{77C22B0E-F1C6-F7A7-148B-52A2DBFDAF8A}"/>
                </a:ext>
              </a:extLst>
            </p:cNvPr>
            <p:cNvSpPr/>
            <p:nvPr/>
          </p:nvSpPr>
          <p:spPr>
            <a:xfrm>
              <a:off x="5471144" y="-2339459"/>
              <a:ext cx="73851" cy="74576"/>
            </a:xfrm>
            <a:custGeom>
              <a:avLst/>
              <a:gdLst/>
              <a:ahLst/>
              <a:cxnLst/>
              <a:rect l="l" t="t" r="r" b="b"/>
              <a:pathLst>
                <a:path w="509" h="514" extrusionOk="0">
                  <a:moveTo>
                    <a:pt x="255" y="0"/>
                  </a:moveTo>
                  <a:cubicBezTo>
                    <a:pt x="255" y="0"/>
                    <a:pt x="251" y="283"/>
                    <a:pt x="183" y="358"/>
                  </a:cubicBezTo>
                  <a:cubicBezTo>
                    <a:pt x="131" y="385"/>
                    <a:pt x="29" y="462"/>
                    <a:pt x="1" y="513"/>
                  </a:cubicBezTo>
                  <a:cubicBezTo>
                    <a:pt x="62" y="478"/>
                    <a:pt x="150" y="442"/>
                    <a:pt x="256" y="442"/>
                  </a:cubicBezTo>
                  <a:cubicBezTo>
                    <a:pt x="332" y="442"/>
                    <a:pt x="417" y="460"/>
                    <a:pt x="508" y="509"/>
                  </a:cubicBezTo>
                  <a:cubicBezTo>
                    <a:pt x="481" y="462"/>
                    <a:pt x="441" y="422"/>
                    <a:pt x="394" y="395"/>
                  </a:cubicBezTo>
                  <a:lnTo>
                    <a:pt x="324" y="350"/>
                  </a:lnTo>
                  <a:cubicBezTo>
                    <a:pt x="272" y="221"/>
                    <a:pt x="255" y="0"/>
                    <a:pt x="2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734;p64">
              <a:extLst>
                <a:ext uri="{FF2B5EF4-FFF2-40B4-BE49-F238E27FC236}">
                  <a16:creationId xmlns:a16="http://schemas.microsoft.com/office/drawing/2014/main" id="{98437552-D541-39F7-339E-5863A5DA5ADA}"/>
                </a:ext>
              </a:extLst>
            </p:cNvPr>
            <p:cNvSpPr/>
            <p:nvPr/>
          </p:nvSpPr>
          <p:spPr>
            <a:xfrm>
              <a:off x="5465485" y="-2275329"/>
              <a:ext cx="84733" cy="73416"/>
            </a:xfrm>
            <a:custGeom>
              <a:avLst/>
              <a:gdLst/>
              <a:ahLst/>
              <a:cxnLst/>
              <a:rect l="l" t="t" r="r" b="b"/>
              <a:pathLst>
                <a:path w="584" h="506" extrusionOk="0">
                  <a:moveTo>
                    <a:pt x="294" y="0"/>
                  </a:moveTo>
                  <a:cubicBezTo>
                    <a:pt x="188" y="0"/>
                    <a:pt x="100" y="35"/>
                    <a:pt x="37" y="70"/>
                  </a:cubicBezTo>
                  <a:cubicBezTo>
                    <a:pt x="14" y="112"/>
                    <a:pt x="0" y="158"/>
                    <a:pt x="0" y="212"/>
                  </a:cubicBezTo>
                  <a:cubicBezTo>
                    <a:pt x="0" y="373"/>
                    <a:pt x="131" y="505"/>
                    <a:pt x="293" y="505"/>
                  </a:cubicBezTo>
                  <a:cubicBezTo>
                    <a:pt x="454" y="505"/>
                    <a:pt x="584" y="373"/>
                    <a:pt x="584" y="212"/>
                  </a:cubicBezTo>
                  <a:cubicBezTo>
                    <a:pt x="584" y="158"/>
                    <a:pt x="570" y="109"/>
                    <a:pt x="546" y="67"/>
                  </a:cubicBezTo>
                  <a:cubicBezTo>
                    <a:pt x="455" y="18"/>
                    <a:pt x="370" y="0"/>
                    <a:pt x="2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735;p64">
              <a:extLst>
                <a:ext uri="{FF2B5EF4-FFF2-40B4-BE49-F238E27FC236}">
                  <a16:creationId xmlns:a16="http://schemas.microsoft.com/office/drawing/2014/main" id="{7262D9B7-EC63-DA04-90AE-47AFC08694E4}"/>
                </a:ext>
              </a:extLst>
            </p:cNvPr>
            <p:cNvSpPr/>
            <p:nvPr/>
          </p:nvSpPr>
          <p:spPr>
            <a:xfrm>
              <a:off x="5500162" y="-2351356"/>
              <a:ext cx="14944" cy="15089"/>
            </a:xfrm>
            <a:custGeom>
              <a:avLst/>
              <a:gdLst/>
              <a:ahLst/>
              <a:cxnLst/>
              <a:rect l="l" t="t" r="r" b="b"/>
              <a:pathLst>
                <a:path w="103" h="104" extrusionOk="0">
                  <a:moveTo>
                    <a:pt x="51" y="1"/>
                  </a:moveTo>
                  <a:cubicBezTo>
                    <a:pt x="23" y="1"/>
                    <a:pt x="0" y="24"/>
                    <a:pt x="0" y="53"/>
                  </a:cubicBezTo>
                  <a:cubicBezTo>
                    <a:pt x="0" y="81"/>
                    <a:pt x="23" y="103"/>
                    <a:pt x="51" y="103"/>
                  </a:cubicBezTo>
                  <a:cubicBezTo>
                    <a:pt x="79" y="103"/>
                    <a:pt x="103" y="81"/>
                    <a:pt x="103" y="53"/>
                  </a:cubicBezTo>
                  <a:cubicBezTo>
                    <a:pt x="103" y="24"/>
                    <a:pt x="79" y="1"/>
                    <a:pt x="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736;p64">
              <a:extLst>
                <a:ext uri="{FF2B5EF4-FFF2-40B4-BE49-F238E27FC236}">
                  <a16:creationId xmlns:a16="http://schemas.microsoft.com/office/drawing/2014/main" id="{37EE4470-159A-ECBB-7BF9-A6E6AFBB826A}"/>
                </a:ext>
              </a:extLst>
            </p:cNvPr>
            <p:cNvSpPr/>
            <p:nvPr/>
          </p:nvSpPr>
          <p:spPr>
            <a:xfrm>
              <a:off x="5484492" y="-2216133"/>
              <a:ext cx="62679" cy="16250"/>
            </a:xfrm>
            <a:custGeom>
              <a:avLst/>
              <a:gdLst/>
              <a:ahLst/>
              <a:cxnLst/>
              <a:rect l="l" t="t" r="r" b="b"/>
              <a:pathLst>
                <a:path w="432" h="112" extrusionOk="0">
                  <a:moveTo>
                    <a:pt x="28" y="0"/>
                  </a:moveTo>
                  <a:cubicBezTo>
                    <a:pt x="11" y="0"/>
                    <a:pt x="0" y="14"/>
                    <a:pt x="0" y="30"/>
                  </a:cubicBezTo>
                  <a:lnTo>
                    <a:pt x="0" y="81"/>
                  </a:lnTo>
                  <a:cubicBezTo>
                    <a:pt x="0" y="99"/>
                    <a:pt x="11" y="111"/>
                    <a:pt x="28" y="111"/>
                  </a:cubicBezTo>
                  <a:lnTo>
                    <a:pt x="403" y="111"/>
                  </a:lnTo>
                  <a:cubicBezTo>
                    <a:pt x="419" y="111"/>
                    <a:pt x="432" y="97"/>
                    <a:pt x="432" y="81"/>
                  </a:cubicBezTo>
                  <a:lnTo>
                    <a:pt x="432" y="30"/>
                  </a:lnTo>
                  <a:cubicBezTo>
                    <a:pt x="432" y="13"/>
                    <a:pt x="419" y="0"/>
                    <a:pt x="4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737;p64">
              <a:extLst>
                <a:ext uri="{FF2B5EF4-FFF2-40B4-BE49-F238E27FC236}">
                  <a16:creationId xmlns:a16="http://schemas.microsoft.com/office/drawing/2014/main" id="{1D94FA82-535F-E8F5-8511-43AD190C2D6A}"/>
                </a:ext>
              </a:extLst>
            </p:cNvPr>
            <p:cNvSpPr/>
            <p:nvPr/>
          </p:nvSpPr>
          <p:spPr>
            <a:xfrm>
              <a:off x="5468532" y="-1870528"/>
              <a:ext cx="455728" cy="1539260"/>
            </a:xfrm>
            <a:custGeom>
              <a:avLst/>
              <a:gdLst/>
              <a:ahLst/>
              <a:cxnLst/>
              <a:rect l="l" t="t" r="r" b="b"/>
              <a:pathLst>
                <a:path w="3141" h="10609" extrusionOk="0">
                  <a:moveTo>
                    <a:pt x="0" y="1"/>
                  </a:moveTo>
                  <a:lnTo>
                    <a:pt x="0" y="10609"/>
                  </a:lnTo>
                  <a:lnTo>
                    <a:pt x="3141" y="10609"/>
                  </a:lnTo>
                  <a:lnTo>
                    <a:pt x="314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738;p64">
              <a:extLst>
                <a:ext uri="{FF2B5EF4-FFF2-40B4-BE49-F238E27FC236}">
                  <a16:creationId xmlns:a16="http://schemas.microsoft.com/office/drawing/2014/main" id="{984CD22F-7FD9-9453-5140-BCB45BD37D22}"/>
                </a:ext>
              </a:extLst>
            </p:cNvPr>
            <p:cNvSpPr/>
            <p:nvPr/>
          </p:nvSpPr>
          <p:spPr>
            <a:xfrm>
              <a:off x="2170056" y="-1870528"/>
              <a:ext cx="455728" cy="1539260"/>
            </a:xfrm>
            <a:custGeom>
              <a:avLst/>
              <a:gdLst/>
              <a:ahLst/>
              <a:cxnLst/>
              <a:rect l="l" t="t" r="r" b="b"/>
              <a:pathLst>
                <a:path w="3141" h="10609" extrusionOk="0">
                  <a:moveTo>
                    <a:pt x="0" y="1"/>
                  </a:moveTo>
                  <a:lnTo>
                    <a:pt x="0" y="10609"/>
                  </a:lnTo>
                  <a:lnTo>
                    <a:pt x="3141" y="10609"/>
                  </a:lnTo>
                  <a:lnTo>
                    <a:pt x="314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739;p64">
              <a:extLst>
                <a:ext uri="{FF2B5EF4-FFF2-40B4-BE49-F238E27FC236}">
                  <a16:creationId xmlns:a16="http://schemas.microsoft.com/office/drawing/2014/main" id="{4F4E6737-834D-4767-C816-7D947E5852B7}"/>
                </a:ext>
              </a:extLst>
            </p:cNvPr>
            <p:cNvSpPr/>
            <p:nvPr/>
          </p:nvSpPr>
          <p:spPr>
            <a:xfrm>
              <a:off x="5100584" y="-2924462"/>
              <a:ext cx="9141" cy="190213"/>
            </a:xfrm>
            <a:custGeom>
              <a:avLst/>
              <a:gdLst/>
              <a:ahLst/>
              <a:cxnLst/>
              <a:rect l="l" t="t" r="r" b="b"/>
              <a:pathLst>
                <a:path w="63" h="1311" extrusionOk="0">
                  <a:moveTo>
                    <a:pt x="46" y="1"/>
                  </a:moveTo>
                  <a:lnTo>
                    <a:pt x="1" y="1311"/>
                  </a:lnTo>
                  <a:lnTo>
                    <a:pt x="63" y="1311"/>
                  </a:lnTo>
                  <a:lnTo>
                    <a:pt x="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740;p64">
              <a:extLst>
                <a:ext uri="{FF2B5EF4-FFF2-40B4-BE49-F238E27FC236}">
                  <a16:creationId xmlns:a16="http://schemas.microsoft.com/office/drawing/2014/main" id="{58272AB1-3845-B6AC-FFFA-9223AF6D8446}"/>
                </a:ext>
              </a:extLst>
            </p:cNvPr>
            <p:cNvSpPr/>
            <p:nvPr/>
          </p:nvSpPr>
          <p:spPr>
            <a:xfrm>
              <a:off x="4744098" y="-2742519"/>
              <a:ext cx="722548" cy="511007"/>
            </a:xfrm>
            <a:custGeom>
              <a:avLst/>
              <a:gdLst/>
              <a:ahLst/>
              <a:cxnLst/>
              <a:rect l="l" t="t" r="r" b="b"/>
              <a:pathLst>
                <a:path w="4980" h="3522" extrusionOk="0">
                  <a:moveTo>
                    <a:pt x="2491" y="1"/>
                  </a:moveTo>
                  <a:cubicBezTo>
                    <a:pt x="2251" y="397"/>
                    <a:pt x="1985" y="627"/>
                    <a:pt x="1205" y="1163"/>
                  </a:cubicBezTo>
                  <a:cubicBezTo>
                    <a:pt x="1" y="1990"/>
                    <a:pt x="496" y="3350"/>
                    <a:pt x="496" y="3350"/>
                  </a:cubicBezTo>
                  <a:lnTo>
                    <a:pt x="556" y="3522"/>
                  </a:lnTo>
                  <a:lnTo>
                    <a:pt x="4424" y="3522"/>
                  </a:lnTo>
                  <a:lnTo>
                    <a:pt x="4485" y="3350"/>
                  </a:lnTo>
                  <a:cubicBezTo>
                    <a:pt x="4482" y="3350"/>
                    <a:pt x="4979" y="1990"/>
                    <a:pt x="3776" y="1163"/>
                  </a:cubicBezTo>
                  <a:cubicBezTo>
                    <a:pt x="2996" y="627"/>
                    <a:pt x="2732" y="397"/>
                    <a:pt x="2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741;p64">
              <a:extLst>
                <a:ext uri="{FF2B5EF4-FFF2-40B4-BE49-F238E27FC236}">
                  <a16:creationId xmlns:a16="http://schemas.microsoft.com/office/drawing/2014/main" id="{37CFC88C-8388-62AE-843E-5E6C86E10E70}"/>
                </a:ext>
              </a:extLst>
            </p:cNvPr>
            <p:cNvSpPr/>
            <p:nvPr/>
          </p:nvSpPr>
          <p:spPr>
            <a:xfrm>
              <a:off x="4962893" y="-2650387"/>
              <a:ext cx="289600" cy="36708"/>
            </a:xfrm>
            <a:custGeom>
              <a:avLst/>
              <a:gdLst/>
              <a:ahLst/>
              <a:cxnLst/>
              <a:rect l="l" t="t" r="r" b="b"/>
              <a:pathLst>
                <a:path w="1996" h="253" extrusionOk="0">
                  <a:moveTo>
                    <a:pt x="905" y="1"/>
                  </a:moveTo>
                  <a:cubicBezTo>
                    <a:pt x="682" y="1"/>
                    <a:pt x="447" y="21"/>
                    <a:pt x="234" y="78"/>
                  </a:cubicBezTo>
                  <a:cubicBezTo>
                    <a:pt x="234" y="78"/>
                    <a:pt x="234" y="78"/>
                    <a:pt x="234" y="78"/>
                  </a:cubicBezTo>
                  <a:cubicBezTo>
                    <a:pt x="228" y="78"/>
                    <a:pt x="1" y="126"/>
                    <a:pt x="82" y="253"/>
                  </a:cubicBezTo>
                  <a:cubicBezTo>
                    <a:pt x="82" y="253"/>
                    <a:pt x="401" y="99"/>
                    <a:pt x="930" y="99"/>
                  </a:cubicBezTo>
                  <a:cubicBezTo>
                    <a:pt x="1194" y="99"/>
                    <a:pt x="1512" y="138"/>
                    <a:pt x="1868" y="253"/>
                  </a:cubicBezTo>
                  <a:cubicBezTo>
                    <a:pt x="1868" y="253"/>
                    <a:pt x="1996" y="127"/>
                    <a:pt x="1726" y="78"/>
                  </a:cubicBezTo>
                  <a:cubicBezTo>
                    <a:pt x="1561" y="48"/>
                    <a:pt x="1247" y="1"/>
                    <a:pt x="9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742;p64">
              <a:extLst>
                <a:ext uri="{FF2B5EF4-FFF2-40B4-BE49-F238E27FC236}">
                  <a16:creationId xmlns:a16="http://schemas.microsoft.com/office/drawing/2014/main" id="{471A121A-FCEB-E669-674E-C75435934D1C}"/>
                </a:ext>
              </a:extLst>
            </p:cNvPr>
            <p:cNvSpPr/>
            <p:nvPr/>
          </p:nvSpPr>
          <p:spPr>
            <a:xfrm>
              <a:off x="5085059" y="-2822899"/>
              <a:ext cx="40045" cy="55279"/>
            </a:xfrm>
            <a:custGeom>
              <a:avLst/>
              <a:gdLst/>
              <a:ahLst/>
              <a:cxnLst/>
              <a:rect l="l" t="t" r="r" b="b"/>
              <a:pathLst>
                <a:path w="276" h="381" extrusionOk="0">
                  <a:moveTo>
                    <a:pt x="139" y="1"/>
                  </a:moveTo>
                  <a:cubicBezTo>
                    <a:pt x="63" y="1"/>
                    <a:pt x="1" y="85"/>
                    <a:pt x="1" y="191"/>
                  </a:cubicBezTo>
                  <a:cubicBezTo>
                    <a:pt x="1" y="295"/>
                    <a:pt x="63" y="380"/>
                    <a:pt x="139" y="380"/>
                  </a:cubicBezTo>
                  <a:cubicBezTo>
                    <a:pt x="213" y="380"/>
                    <a:pt x="275" y="296"/>
                    <a:pt x="275" y="191"/>
                  </a:cubicBezTo>
                  <a:cubicBezTo>
                    <a:pt x="275" y="87"/>
                    <a:pt x="213" y="1"/>
                    <a:pt x="1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743;p64">
              <a:extLst>
                <a:ext uri="{FF2B5EF4-FFF2-40B4-BE49-F238E27FC236}">
                  <a16:creationId xmlns:a16="http://schemas.microsoft.com/office/drawing/2014/main" id="{B0A72090-8002-8FB6-2ACA-4F7AFE4AD6A1}"/>
                </a:ext>
              </a:extLst>
            </p:cNvPr>
            <p:cNvSpPr/>
            <p:nvPr/>
          </p:nvSpPr>
          <p:spPr>
            <a:xfrm>
              <a:off x="5094345" y="-2882676"/>
              <a:ext cx="21473" cy="36563"/>
            </a:xfrm>
            <a:custGeom>
              <a:avLst/>
              <a:gdLst/>
              <a:ahLst/>
              <a:cxnLst/>
              <a:rect l="l" t="t" r="r" b="b"/>
              <a:pathLst>
                <a:path w="148" h="252" extrusionOk="0">
                  <a:moveTo>
                    <a:pt x="75" y="1"/>
                  </a:moveTo>
                  <a:cubicBezTo>
                    <a:pt x="34" y="1"/>
                    <a:pt x="0" y="57"/>
                    <a:pt x="0" y="126"/>
                  </a:cubicBezTo>
                  <a:cubicBezTo>
                    <a:pt x="0" y="195"/>
                    <a:pt x="34" y="251"/>
                    <a:pt x="75" y="251"/>
                  </a:cubicBezTo>
                  <a:cubicBezTo>
                    <a:pt x="114" y="251"/>
                    <a:pt x="148" y="196"/>
                    <a:pt x="148" y="126"/>
                  </a:cubicBezTo>
                  <a:cubicBezTo>
                    <a:pt x="148" y="57"/>
                    <a:pt x="117" y="1"/>
                    <a:pt x="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744;p64">
              <a:extLst>
                <a:ext uri="{FF2B5EF4-FFF2-40B4-BE49-F238E27FC236}">
                  <a16:creationId xmlns:a16="http://schemas.microsoft.com/office/drawing/2014/main" id="{1B8DF911-80A1-F81C-1B9A-542DFEA47242}"/>
                </a:ext>
              </a:extLst>
            </p:cNvPr>
            <p:cNvSpPr/>
            <p:nvPr/>
          </p:nvSpPr>
          <p:spPr>
            <a:xfrm>
              <a:off x="5094345" y="-2749774"/>
              <a:ext cx="28438" cy="28873"/>
            </a:xfrm>
            <a:custGeom>
              <a:avLst/>
              <a:gdLst/>
              <a:ahLst/>
              <a:cxnLst/>
              <a:rect l="l" t="t" r="r" b="b"/>
              <a:pathLst>
                <a:path w="196" h="199" extrusionOk="0">
                  <a:moveTo>
                    <a:pt x="24" y="0"/>
                  </a:moveTo>
                  <a:cubicBezTo>
                    <a:pt x="10" y="0"/>
                    <a:pt x="0" y="11"/>
                    <a:pt x="0" y="25"/>
                  </a:cubicBezTo>
                  <a:lnTo>
                    <a:pt x="0" y="173"/>
                  </a:lnTo>
                  <a:cubicBezTo>
                    <a:pt x="0" y="187"/>
                    <a:pt x="10" y="198"/>
                    <a:pt x="24" y="198"/>
                  </a:cubicBezTo>
                  <a:lnTo>
                    <a:pt x="170" y="198"/>
                  </a:lnTo>
                  <a:cubicBezTo>
                    <a:pt x="184" y="198"/>
                    <a:pt x="196" y="187"/>
                    <a:pt x="196" y="173"/>
                  </a:cubicBezTo>
                  <a:lnTo>
                    <a:pt x="196" y="25"/>
                  </a:lnTo>
                  <a:cubicBezTo>
                    <a:pt x="196" y="11"/>
                    <a:pt x="184" y="0"/>
                    <a:pt x="1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745;p64">
              <a:extLst>
                <a:ext uri="{FF2B5EF4-FFF2-40B4-BE49-F238E27FC236}">
                  <a16:creationId xmlns:a16="http://schemas.microsoft.com/office/drawing/2014/main" id="{029DD83E-DAD2-247C-A815-8CFB9DABF557}"/>
                </a:ext>
              </a:extLst>
            </p:cNvPr>
            <p:cNvSpPr/>
            <p:nvPr/>
          </p:nvSpPr>
          <p:spPr>
            <a:xfrm>
              <a:off x="4824623" y="-2297383"/>
              <a:ext cx="580940" cy="65871"/>
            </a:xfrm>
            <a:custGeom>
              <a:avLst/>
              <a:gdLst/>
              <a:ahLst/>
              <a:cxnLst/>
              <a:rect l="l" t="t" r="r" b="b"/>
              <a:pathLst>
                <a:path w="4004" h="454" extrusionOk="0">
                  <a:moveTo>
                    <a:pt x="2025" y="1"/>
                  </a:moveTo>
                  <a:cubicBezTo>
                    <a:pt x="2019" y="1"/>
                    <a:pt x="2013" y="1"/>
                    <a:pt x="2007" y="1"/>
                  </a:cubicBezTo>
                  <a:cubicBezTo>
                    <a:pt x="54" y="5"/>
                    <a:pt x="1" y="454"/>
                    <a:pt x="1" y="454"/>
                  </a:cubicBezTo>
                  <a:lnTo>
                    <a:pt x="3869" y="454"/>
                  </a:lnTo>
                  <a:cubicBezTo>
                    <a:pt x="3869" y="454"/>
                    <a:pt x="4003" y="1"/>
                    <a:pt x="20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746;p64">
              <a:extLst>
                <a:ext uri="{FF2B5EF4-FFF2-40B4-BE49-F238E27FC236}">
                  <a16:creationId xmlns:a16="http://schemas.microsoft.com/office/drawing/2014/main" id="{AD0099FC-847F-DCC7-DD7A-6DF9895A3617}"/>
                </a:ext>
              </a:extLst>
            </p:cNvPr>
            <p:cNvSpPr/>
            <p:nvPr/>
          </p:nvSpPr>
          <p:spPr>
            <a:xfrm>
              <a:off x="4824623" y="-2231657"/>
              <a:ext cx="565561" cy="534076"/>
            </a:xfrm>
            <a:custGeom>
              <a:avLst/>
              <a:gdLst/>
              <a:ahLst/>
              <a:cxnLst/>
              <a:rect l="l" t="t" r="r" b="b"/>
              <a:pathLst>
                <a:path w="3898" h="3681" extrusionOk="0">
                  <a:moveTo>
                    <a:pt x="1" y="1"/>
                  </a:moveTo>
                  <a:lnTo>
                    <a:pt x="1" y="3680"/>
                  </a:lnTo>
                  <a:lnTo>
                    <a:pt x="109" y="3680"/>
                  </a:lnTo>
                  <a:lnTo>
                    <a:pt x="109" y="1815"/>
                  </a:lnTo>
                  <a:lnTo>
                    <a:pt x="109" y="868"/>
                  </a:lnTo>
                  <a:cubicBezTo>
                    <a:pt x="109" y="538"/>
                    <a:pt x="590" y="426"/>
                    <a:pt x="590" y="426"/>
                  </a:cubicBezTo>
                  <a:cubicBezTo>
                    <a:pt x="590" y="426"/>
                    <a:pt x="1082" y="536"/>
                    <a:pt x="1082" y="868"/>
                  </a:cubicBezTo>
                  <a:lnTo>
                    <a:pt x="1082" y="1814"/>
                  </a:lnTo>
                  <a:lnTo>
                    <a:pt x="1082" y="3679"/>
                  </a:lnTo>
                  <a:lnTo>
                    <a:pt x="1408" y="3679"/>
                  </a:lnTo>
                  <a:lnTo>
                    <a:pt x="1408" y="1814"/>
                  </a:lnTo>
                  <a:lnTo>
                    <a:pt x="1408" y="868"/>
                  </a:lnTo>
                  <a:cubicBezTo>
                    <a:pt x="1408" y="538"/>
                    <a:pt x="1889" y="426"/>
                    <a:pt x="1889" y="426"/>
                  </a:cubicBezTo>
                  <a:cubicBezTo>
                    <a:pt x="1889" y="426"/>
                    <a:pt x="2381" y="536"/>
                    <a:pt x="2381" y="868"/>
                  </a:cubicBezTo>
                  <a:lnTo>
                    <a:pt x="2381" y="1814"/>
                  </a:lnTo>
                  <a:lnTo>
                    <a:pt x="2381" y="3679"/>
                  </a:lnTo>
                  <a:lnTo>
                    <a:pt x="2815" y="3679"/>
                  </a:lnTo>
                  <a:lnTo>
                    <a:pt x="2815" y="1814"/>
                  </a:lnTo>
                  <a:lnTo>
                    <a:pt x="2815" y="868"/>
                  </a:lnTo>
                  <a:cubicBezTo>
                    <a:pt x="2815" y="538"/>
                    <a:pt x="3296" y="426"/>
                    <a:pt x="3296" y="426"/>
                  </a:cubicBezTo>
                  <a:cubicBezTo>
                    <a:pt x="3296" y="426"/>
                    <a:pt x="3788" y="536"/>
                    <a:pt x="3788" y="868"/>
                  </a:cubicBezTo>
                  <a:lnTo>
                    <a:pt x="3788" y="1814"/>
                  </a:lnTo>
                  <a:lnTo>
                    <a:pt x="3788" y="3679"/>
                  </a:lnTo>
                  <a:lnTo>
                    <a:pt x="3897" y="3679"/>
                  </a:lnTo>
                  <a:lnTo>
                    <a:pt x="389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747;p64">
              <a:extLst>
                <a:ext uri="{FF2B5EF4-FFF2-40B4-BE49-F238E27FC236}">
                  <a16:creationId xmlns:a16="http://schemas.microsoft.com/office/drawing/2014/main" id="{E9A6DED0-C5A1-1817-688F-CB947CC3BEA2}"/>
                </a:ext>
              </a:extLst>
            </p:cNvPr>
            <p:cNvSpPr/>
            <p:nvPr/>
          </p:nvSpPr>
          <p:spPr>
            <a:xfrm>
              <a:off x="4824623" y="-1870528"/>
              <a:ext cx="644055" cy="1539260"/>
            </a:xfrm>
            <a:custGeom>
              <a:avLst/>
              <a:gdLst/>
              <a:ahLst/>
              <a:cxnLst/>
              <a:rect l="l" t="t" r="r" b="b"/>
              <a:pathLst>
                <a:path w="4439" h="10609" extrusionOk="0">
                  <a:moveTo>
                    <a:pt x="1" y="1"/>
                  </a:moveTo>
                  <a:lnTo>
                    <a:pt x="1" y="10609"/>
                  </a:lnTo>
                  <a:lnTo>
                    <a:pt x="4438" y="10609"/>
                  </a:lnTo>
                  <a:lnTo>
                    <a:pt x="44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748;p64">
              <a:extLst>
                <a:ext uri="{FF2B5EF4-FFF2-40B4-BE49-F238E27FC236}">
                  <a16:creationId xmlns:a16="http://schemas.microsoft.com/office/drawing/2014/main" id="{197BBF80-C2EE-DF8D-4AB2-0E96AB5F77E9}"/>
                </a:ext>
              </a:extLst>
            </p:cNvPr>
            <p:cNvSpPr/>
            <p:nvPr/>
          </p:nvSpPr>
          <p:spPr>
            <a:xfrm>
              <a:off x="5531356" y="-1649846"/>
              <a:ext cx="298450" cy="564835"/>
            </a:xfrm>
            <a:custGeom>
              <a:avLst/>
              <a:gdLst/>
              <a:ahLst/>
              <a:cxnLst/>
              <a:rect l="l" t="t" r="r" b="b"/>
              <a:pathLst>
                <a:path w="2057" h="3893" extrusionOk="0">
                  <a:moveTo>
                    <a:pt x="1008" y="1"/>
                  </a:moveTo>
                  <a:cubicBezTo>
                    <a:pt x="1008" y="1"/>
                    <a:pt x="0" y="535"/>
                    <a:pt x="0" y="921"/>
                  </a:cubicBezTo>
                  <a:lnTo>
                    <a:pt x="0" y="3893"/>
                  </a:lnTo>
                  <a:lnTo>
                    <a:pt x="2057" y="3893"/>
                  </a:lnTo>
                  <a:lnTo>
                    <a:pt x="2057" y="878"/>
                  </a:lnTo>
                  <a:cubicBezTo>
                    <a:pt x="2057" y="490"/>
                    <a:pt x="1008" y="1"/>
                    <a:pt x="100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749;p64">
              <a:extLst>
                <a:ext uri="{FF2B5EF4-FFF2-40B4-BE49-F238E27FC236}">
                  <a16:creationId xmlns:a16="http://schemas.microsoft.com/office/drawing/2014/main" id="{F0AF55BF-BE4F-A4D9-8A9E-F0061EB42359}"/>
                </a:ext>
              </a:extLst>
            </p:cNvPr>
            <p:cNvSpPr/>
            <p:nvPr/>
          </p:nvSpPr>
          <p:spPr>
            <a:xfrm>
              <a:off x="5044289" y="-1649846"/>
              <a:ext cx="298740" cy="564835"/>
            </a:xfrm>
            <a:custGeom>
              <a:avLst/>
              <a:gdLst/>
              <a:ahLst/>
              <a:cxnLst/>
              <a:rect l="l" t="t" r="r" b="b"/>
              <a:pathLst>
                <a:path w="2059" h="3893" extrusionOk="0">
                  <a:moveTo>
                    <a:pt x="1010" y="1"/>
                  </a:moveTo>
                  <a:cubicBezTo>
                    <a:pt x="1010" y="1"/>
                    <a:pt x="1" y="535"/>
                    <a:pt x="1" y="921"/>
                  </a:cubicBezTo>
                  <a:lnTo>
                    <a:pt x="1" y="3893"/>
                  </a:lnTo>
                  <a:lnTo>
                    <a:pt x="2059" y="3893"/>
                  </a:lnTo>
                  <a:lnTo>
                    <a:pt x="2059" y="878"/>
                  </a:lnTo>
                  <a:cubicBezTo>
                    <a:pt x="2059" y="490"/>
                    <a:pt x="1010" y="1"/>
                    <a:pt x="10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750;p64">
              <a:extLst>
                <a:ext uri="{FF2B5EF4-FFF2-40B4-BE49-F238E27FC236}">
                  <a16:creationId xmlns:a16="http://schemas.microsoft.com/office/drawing/2014/main" id="{89670698-541B-A702-E65E-EED46CF6BF0C}"/>
                </a:ext>
              </a:extLst>
            </p:cNvPr>
            <p:cNvSpPr/>
            <p:nvPr/>
          </p:nvSpPr>
          <p:spPr>
            <a:xfrm>
              <a:off x="5531356" y="-925992"/>
              <a:ext cx="298450" cy="578909"/>
            </a:xfrm>
            <a:custGeom>
              <a:avLst/>
              <a:gdLst/>
              <a:ahLst/>
              <a:cxnLst/>
              <a:rect l="l" t="t" r="r" b="b"/>
              <a:pathLst>
                <a:path w="2057" h="3990" extrusionOk="0">
                  <a:moveTo>
                    <a:pt x="1008" y="0"/>
                  </a:moveTo>
                  <a:cubicBezTo>
                    <a:pt x="1008" y="0"/>
                    <a:pt x="0" y="533"/>
                    <a:pt x="0" y="921"/>
                  </a:cubicBezTo>
                  <a:lnTo>
                    <a:pt x="0" y="3989"/>
                  </a:lnTo>
                  <a:lnTo>
                    <a:pt x="2057" y="3989"/>
                  </a:lnTo>
                  <a:lnTo>
                    <a:pt x="2057" y="877"/>
                  </a:lnTo>
                  <a:cubicBezTo>
                    <a:pt x="2057" y="491"/>
                    <a:pt x="1008" y="0"/>
                    <a:pt x="10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751;p64">
              <a:extLst>
                <a:ext uri="{FF2B5EF4-FFF2-40B4-BE49-F238E27FC236}">
                  <a16:creationId xmlns:a16="http://schemas.microsoft.com/office/drawing/2014/main" id="{876A0556-D951-C841-8D30-E086700A94D6}"/>
                </a:ext>
              </a:extLst>
            </p:cNvPr>
            <p:cNvSpPr/>
            <p:nvPr/>
          </p:nvSpPr>
          <p:spPr>
            <a:xfrm>
              <a:off x="5044289" y="-925992"/>
              <a:ext cx="298740" cy="578909"/>
            </a:xfrm>
            <a:custGeom>
              <a:avLst/>
              <a:gdLst/>
              <a:ahLst/>
              <a:cxnLst/>
              <a:rect l="l" t="t" r="r" b="b"/>
              <a:pathLst>
                <a:path w="2059" h="3990" extrusionOk="0">
                  <a:moveTo>
                    <a:pt x="1010" y="0"/>
                  </a:moveTo>
                  <a:cubicBezTo>
                    <a:pt x="1010" y="0"/>
                    <a:pt x="1" y="533"/>
                    <a:pt x="1" y="921"/>
                  </a:cubicBezTo>
                  <a:lnTo>
                    <a:pt x="1" y="3989"/>
                  </a:lnTo>
                  <a:lnTo>
                    <a:pt x="2059" y="3989"/>
                  </a:lnTo>
                  <a:lnTo>
                    <a:pt x="2059" y="877"/>
                  </a:lnTo>
                  <a:cubicBezTo>
                    <a:pt x="2059" y="491"/>
                    <a:pt x="1010" y="0"/>
                    <a:pt x="10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752;p64">
              <a:extLst>
                <a:ext uri="{FF2B5EF4-FFF2-40B4-BE49-F238E27FC236}">
                  <a16:creationId xmlns:a16="http://schemas.microsoft.com/office/drawing/2014/main" id="{C8EA93C8-1563-F8FA-839C-46459AFB6FAA}"/>
                </a:ext>
              </a:extLst>
            </p:cNvPr>
            <p:cNvSpPr/>
            <p:nvPr/>
          </p:nvSpPr>
          <p:spPr>
            <a:xfrm>
              <a:off x="5923970" y="-2011991"/>
              <a:ext cx="31339" cy="1680577"/>
            </a:xfrm>
            <a:custGeom>
              <a:avLst/>
              <a:gdLst/>
              <a:ahLst/>
              <a:cxnLst/>
              <a:rect l="l" t="t" r="r" b="b"/>
              <a:pathLst>
                <a:path w="216" h="11583" extrusionOk="0">
                  <a:moveTo>
                    <a:pt x="0" y="0"/>
                  </a:moveTo>
                  <a:lnTo>
                    <a:pt x="0" y="11582"/>
                  </a:lnTo>
                  <a:lnTo>
                    <a:pt x="215" y="11582"/>
                  </a:lnTo>
                  <a:lnTo>
                    <a:pt x="21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753;p64">
              <a:extLst>
                <a:ext uri="{FF2B5EF4-FFF2-40B4-BE49-F238E27FC236}">
                  <a16:creationId xmlns:a16="http://schemas.microsoft.com/office/drawing/2014/main" id="{A11EF844-1844-CD71-DE86-BC7D221A904B}"/>
                </a:ext>
              </a:extLst>
            </p:cNvPr>
            <p:cNvSpPr/>
            <p:nvPr/>
          </p:nvSpPr>
          <p:spPr>
            <a:xfrm>
              <a:off x="5902932" y="-2150117"/>
              <a:ext cx="74141" cy="74576"/>
            </a:xfrm>
            <a:custGeom>
              <a:avLst/>
              <a:gdLst/>
              <a:ahLst/>
              <a:cxnLst/>
              <a:rect l="l" t="t" r="r" b="b"/>
              <a:pathLst>
                <a:path w="511" h="514" extrusionOk="0">
                  <a:moveTo>
                    <a:pt x="255" y="1"/>
                  </a:moveTo>
                  <a:cubicBezTo>
                    <a:pt x="255" y="1"/>
                    <a:pt x="252" y="283"/>
                    <a:pt x="183" y="359"/>
                  </a:cubicBezTo>
                  <a:cubicBezTo>
                    <a:pt x="132" y="385"/>
                    <a:pt x="28" y="462"/>
                    <a:pt x="0" y="514"/>
                  </a:cubicBezTo>
                  <a:cubicBezTo>
                    <a:pt x="63" y="478"/>
                    <a:pt x="151" y="442"/>
                    <a:pt x="257" y="442"/>
                  </a:cubicBezTo>
                  <a:cubicBezTo>
                    <a:pt x="333" y="442"/>
                    <a:pt x="419" y="460"/>
                    <a:pt x="511" y="510"/>
                  </a:cubicBezTo>
                  <a:cubicBezTo>
                    <a:pt x="484" y="462"/>
                    <a:pt x="443" y="422"/>
                    <a:pt x="395" y="396"/>
                  </a:cubicBezTo>
                  <a:lnTo>
                    <a:pt x="324" y="349"/>
                  </a:lnTo>
                  <a:cubicBezTo>
                    <a:pt x="273" y="222"/>
                    <a:pt x="255" y="1"/>
                    <a:pt x="2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754;p64">
              <a:extLst>
                <a:ext uri="{FF2B5EF4-FFF2-40B4-BE49-F238E27FC236}">
                  <a16:creationId xmlns:a16="http://schemas.microsoft.com/office/drawing/2014/main" id="{43A7A7BD-1F2B-A0DC-8D35-D2575968C425}"/>
                </a:ext>
              </a:extLst>
            </p:cNvPr>
            <p:cNvSpPr/>
            <p:nvPr/>
          </p:nvSpPr>
          <p:spPr>
            <a:xfrm>
              <a:off x="5897563" y="-2085987"/>
              <a:ext cx="84878" cy="73270"/>
            </a:xfrm>
            <a:custGeom>
              <a:avLst/>
              <a:gdLst/>
              <a:ahLst/>
              <a:cxnLst/>
              <a:rect l="l" t="t" r="r" b="b"/>
              <a:pathLst>
                <a:path w="585" h="505" extrusionOk="0">
                  <a:moveTo>
                    <a:pt x="292" y="0"/>
                  </a:moveTo>
                  <a:cubicBezTo>
                    <a:pt x="187" y="0"/>
                    <a:pt x="99" y="35"/>
                    <a:pt x="37" y="69"/>
                  </a:cubicBezTo>
                  <a:cubicBezTo>
                    <a:pt x="15" y="111"/>
                    <a:pt x="1" y="159"/>
                    <a:pt x="1" y="212"/>
                  </a:cubicBezTo>
                  <a:cubicBezTo>
                    <a:pt x="1" y="373"/>
                    <a:pt x="130" y="505"/>
                    <a:pt x="292" y="505"/>
                  </a:cubicBezTo>
                  <a:cubicBezTo>
                    <a:pt x="453" y="505"/>
                    <a:pt x="584" y="373"/>
                    <a:pt x="584" y="212"/>
                  </a:cubicBezTo>
                  <a:cubicBezTo>
                    <a:pt x="584" y="159"/>
                    <a:pt x="570" y="110"/>
                    <a:pt x="545" y="68"/>
                  </a:cubicBezTo>
                  <a:cubicBezTo>
                    <a:pt x="453" y="18"/>
                    <a:pt x="368" y="0"/>
                    <a:pt x="2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755;p64">
              <a:extLst>
                <a:ext uri="{FF2B5EF4-FFF2-40B4-BE49-F238E27FC236}">
                  <a16:creationId xmlns:a16="http://schemas.microsoft.com/office/drawing/2014/main" id="{EE929FD9-C7E2-1299-84A1-9A88BA0BC03E}"/>
                </a:ext>
              </a:extLst>
            </p:cNvPr>
            <p:cNvSpPr/>
            <p:nvPr/>
          </p:nvSpPr>
          <p:spPr>
            <a:xfrm>
              <a:off x="5932240" y="-2161869"/>
              <a:ext cx="14799" cy="14944"/>
            </a:xfrm>
            <a:custGeom>
              <a:avLst/>
              <a:gdLst/>
              <a:ahLst/>
              <a:cxnLst/>
              <a:rect l="l" t="t" r="r" b="b"/>
              <a:pathLst>
                <a:path w="102" h="103" extrusionOk="0">
                  <a:moveTo>
                    <a:pt x="51" y="0"/>
                  </a:moveTo>
                  <a:cubicBezTo>
                    <a:pt x="23" y="0"/>
                    <a:pt x="1" y="23"/>
                    <a:pt x="1" y="51"/>
                  </a:cubicBezTo>
                  <a:cubicBezTo>
                    <a:pt x="1" y="79"/>
                    <a:pt x="23" y="103"/>
                    <a:pt x="51" y="103"/>
                  </a:cubicBezTo>
                  <a:cubicBezTo>
                    <a:pt x="79" y="103"/>
                    <a:pt x="102" y="79"/>
                    <a:pt x="102" y="51"/>
                  </a:cubicBezTo>
                  <a:cubicBezTo>
                    <a:pt x="102" y="23"/>
                    <a:pt x="79" y="0"/>
                    <a:pt x="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756;p64">
              <a:extLst>
                <a:ext uri="{FF2B5EF4-FFF2-40B4-BE49-F238E27FC236}">
                  <a16:creationId xmlns:a16="http://schemas.microsoft.com/office/drawing/2014/main" id="{BD156277-8FFA-F196-C139-B4CCD4D57B50}"/>
                </a:ext>
              </a:extLst>
            </p:cNvPr>
            <p:cNvSpPr/>
            <p:nvPr/>
          </p:nvSpPr>
          <p:spPr>
            <a:xfrm>
              <a:off x="5908155" y="-2027515"/>
              <a:ext cx="62969" cy="15815"/>
            </a:xfrm>
            <a:custGeom>
              <a:avLst/>
              <a:gdLst/>
              <a:ahLst/>
              <a:cxnLst/>
              <a:rect l="l" t="t" r="r" b="b"/>
              <a:pathLst>
                <a:path w="434" h="109" extrusionOk="0">
                  <a:moveTo>
                    <a:pt x="29" y="1"/>
                  </a:moveTo>
                  <a:cubicBezTo>
                    <a:pt x="14" y="1"/>
                    <a:pt x="1" y="12"/>
                    <a:pt x="1" y="29"/>
                  </a:cubicBezTo>
                  <a:lnTo>
                    <a:pt x="1" y="79"/>
                  </a:lnTo>
                  <a:cubicBezTo>
                    <a:pt x="1" y="98"/>
                    <a:pt x="14" y="109"/>
                    <a:pt x="29" y="109"/>
                  </a:cubicBezTo>
                  <a:lnTo>
                    <a:pt x="406" y="109"/>
                  </a:lnTo>
                  <a:cubicBezTo>
                    <a:pt x="421" y="109"/>
                    <a:pt x="434" y="95"/>
                    <a:pt x="434" y="79"/>
                  </a:cubicBezTo>
                  <a:lnTo>
                    <a:pt x="434" y="29"/>
                  </a:lnTo>
                  <a:cubicBezTo>
                    <a:pt x="434" y="12"/>
                    <a:pt x="421" y="1"/>
                    <a:pt x="4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757;p64">
              <a:extLst>
                <a:ext uri="{FF2B5EF4-FFF2-40B4-BE49-F238E27FC236}">
                  <a16:creationId xmlns:a16="http://schemas.microsoft.com/office/drawing/2014/main" id="{5DA6C5CA-F091-AECE-DBAD-4B8A4FC42C75}"/>
                </a:ext>
              </a:extLst>
            </p:cNvPr>
            <p:cNvSpPr/>
            <p:nvPr/>
          </p:nvSpPr>
          <p:spPr>
            <a:xfrm>
              <a:off x="4824332" y="-1886343"/>
              <a:ext cx="1146791" cy="47444"/>
            </a:xfrm>
            <a:custGeom>
              <a:avLst/>
              <a:gdLst/>
              <a:ahLst/>
              <a:cxnLst/>
              <a:rect l="l" t="t" r="r" b="b"/>
              <a:pathLst>
                <a:path w="7904" h="327" extrusionOk="0">
                  <a:moveTo>
                    <a:pt x="48" y="0"/>
                  </a:moveTo>
                  <a:cubicBezTo>
                    <a:pt x="13" y="0"/>
                    <a:pt x="0" y="19"/>
                    <a:pt x="0" y="54"/>
                  </a:cubicBezTo>
                  <a:lnTo>
                    <a:pt x="0" y="249"/>
                  </a:lnTo>
                  <a:cubicBezTo>
                    <a:pt x="0" y="286"/>
                    <a:pt x="13" y="326"/>
                    <a:pt x="48" y="326"/>
                  </a:cubicBezTo>
                  <a:lnTo>
                    <a:pt x="7819" y="326"/>
                  </a:lnTo>
                  <a:cubicBezTo>
                    <a:pt x="7855" y="326"/>
                    <a:pt x="7904" y="284"/>
                    <a:pt x="7904" y="249"/>
                  </a:cubicBezTo>
                  <a:lnTo>
                    <a:pt x="7904" y="54"/>
                  </a:lnTo>
                  <a:cubicBezTo>
                    <a:pt x="7904" y="17"/>
                    <a:pt x="7855" y="0"/>
                    <a:pt x="78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758;p64">
              <a:extLst>
                <a:ext uri="{FF2B5EF4-FFF2-40B4-BE49-F238E27FC236}">
                  <a16:creationId xmlns:a16="http://schemas.microsoft.com/office/drawing/2014/main" id="{D63B5BBF-23A1-7600-6096-3279BED75034}"/>
                </a:ext>
              </a:extLst>
            </p:cNvPr>
            <p:cNvSpPr/>
            <p:nvPr/>
          </p:nvSpPr>
          <p:spPr>
            <a:xfrm>
              <a:off x="4824623" y="-488401"/>
              <a:ext cx="1146791" cy="157132"/>
            </a:xfrm>
            <a:custGeom>
              <a:avLst/>
              <a:gdLst/>
              <a:ahLst/>
              <a:cxnLst/>
              <a:rect l="l" t="t" r="r" b="b"/>
              <a:pathLst>
                <a:path w="7904" h="1083" extrusionOk="0">
                  <a:moveTo>
                    <a:pt x="1" y="1"/>
                  </a:moveTo>
                  <a:lnTo>
                    <a:pt x="1" y="1083"/>
                  </a:lnTo>
                  <a:lnTo>
                    <a:pt x="7903" y="1083"/>
                  </a:lnTo>
                  <a:lnTo>
                    <a:pt x="790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759;p64">
              <a:extLst>
                <a:ext uri="{FF2B5EF4-FFF2-40B4-BE49-F238E27FC236}">
                  <a16:creationId xmlns:a16="http://schemas.microsoft.com/office/drawing/2014/main" id="{46FA6EA2-C917-F4E5-2E45-BBAA0AA605A9}"/>
                </a:ext>
              </a:extLst>
            </p:cNvPr>
            <p:cNvSpPr/>
            <p:nvPr/>
          </p:nvSpPr>
          <p:spPr>
            <a:xfrm>
              <a:off x="2987203" y="-2924462"/>
              <a:ext cx="8996" cy="190213"/>
            </a:xfrm>
            <a:custGeom>
              <a:avLst/>
              <a:gdLst/>
              <a:ahLst/>
              <a:cxnLst/>
              <a:rect l="l" t="t" r="r" b="b"/>
              <a:pathLst>
                <a:path w="62" h="1311" extrusionOk="0">
                  <a:moveTo>
                    <a:pt x="18" y="1"/>
                  </a:moveTo>
                  <a:lnTo>
                    <a:pt x="1" y="1311"/>
                  </a:lnTo>
                  <a:lnTo>
                    <a:pt x="61" y="1311"/>
                  </a:lnTo>
                  <a:lnTo>
                    <a:pt x="1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760;p64">
              <a:extLst>
                <a:ext uri="{FF2B5EF4-FFF2-40B4-BE49-F238E27FC236}">
                  <a16:creationId xmlns:a16="http://schemas.microsoft.com/office/drawing/2014/main" id="{FFB2E9D6-8C17-6CD3-2E2A-D3B5DAD75DDA}"/>
                </a:ext>
              </a:extLst>
            </p:cNvPr>
            <p:cNvSpPr/>
            <p:nvPr/>
          </p:nvSpPr>
          <p:spPr>
            <a:xfrm>
              <a:off x="2630281" y="-2742519"/>
              <a:ext cx="722548" cy="511007"/>
            </a:xfrm>
            <a:custGeom>
              <a:avLst/>
              <a:gdLst/>
              <a:ahLst/>
              <a:cxnLst/>
              <a:rect l="l" t="t" r="r" b="b"/>
              <a:pathLst>
                <a:path w="4980" h="3522" extrusionOk="0">
                  <a:moveTo>
                    <a:pt x="2489" y="1"/>
                  </a:moveTo>
                  <a:cubicBezTo>
                    <a:pt x="2247" y="397"/>
                    <a:pt x="1984" y="627"/>
                    <a:pt x="1204" y="1163"/>
                  </a:cubicBezTo>
                  <a:cubicBezTo>
                    <a:pt x="1" y="1990"/>
                    <a:pt x="496" y="3350"/>
                    <a:pt x="496" y="3350"/>
                  </a:cubicBezTo>
                  <a:lnTo>
                    <a:pt x="556" y="3522"/>
                  </a:lnTo>
                  <a:lnTo>
                    <a:pt x="4424" y="3522"/>
                  </a:lnTo>
                  <a:lnTo>
                    <a:pt x="4485" y="3350"/>
                  </a:lnTo>
                  <a:cubicBezTo>
                    <a:pt x="4485" y="3350"/>
                    <a:pt x="4979" y="1990"/>
                    <a:pt x="3775" y="1163"/>
                  </a:cubicBezTo>
                  <a:cubicBezTo>
                    <a:pt x="2996" y="627"/>
                    <a:pt x="2729" y="397"/>
                    <a:pt x="248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761;p64">
              <a:extLst>
                <a:ext uri="{FF2B5EF4-FFF2-40B4-BE49-F238E27FC236}">
                  <a16:creationId xmlns:a16="http://schemas.microsoft.com/office/drawing/2014/main" id="{83E0DD5D-7A46-6D13-E393-DB2692D1B51C}"/>
                </a:ext>
              </a:extLst>
            </p:cNvPr>
            <p:cNvSpPr/>
            <p:nvPr/>
          </p:nvSpPr>
          <p:spPr>
            <a:xfrm>
              <a:off x="2844434" y="-2650387"/>
              <a:ext cx="289600" cy="36708"/>
            </a:xfrm>
            <a:custGeom>
              <a:avLst/>
              <a:gdLst/>
              <a:ahLst/>
              <a:cxnLst/>
              <a:rect l="l" t="t" r="r" b="b"/>
              <a:pathLst>
                <a:path w="1996" h="253" extrusionOk="0">
                  <a:moveTo>
                    <a:pt x="1091" y="1"/>
                  </a:moveTo>
                  <a:cubicBezTo>
                    <a:pt x="749" y="1"/>
                    <a:pt x="435" y="48"/>
                    <a:pt x="271" y="78"/>
                  </a:cubicBezTo>
                  <a:cubicBezTo>
                    <a:pt x="1" y="127"/>
                    <a:pt x="129" y="253"/>
                    <a:pt x="129" y="253"/>
                  </a:cubicBezTo>
                  <a:cubicBezTo>
                    <a:pt x="485" y="138"/>
                    <a:pt x="802" y="99"/>
                    <a:pt x="1066" y="99"/>
                  </a:cubicBezTo>
                  <a:cubicBezTo>
                    <a:pt x="1595" y="99"/>
                    <a:pt x="1914" y="253"/>
                    <a:pt x="1914" y="253"/>
                  </a:cubicBezTo>
                  <a:cubicBezTo>
                    <a:pt x="1996" y="126"/>
                    <a:pt x="1766" y="78"/>
                    <a:pt x="1759" y="78"/>
                  </a:cubicBezTo>
                  <a:cubicBezTo>
                    <a:pt x="1759" y="78"/>
                    <a:pt x="1759" y="78"/>
                    <a:pt x="1759" y="78"/>
                  </a:cubicBezTo>
                  <a:cubicBezTo>
                    <a:pt x="1548" y="21"/>
                    <a:pt x="1314" y="1"/>
                    <a:pt x="10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762;p64">
              <a:extLst>
                <a:ext uri="{FF2B5EF4-FFF2-40B4-BE49-F238E27FC236}">
                  <a16:creationId xmlns:a16="http://schemas.microsoft.com/office/drawing/2014/main" id="{81A2EACB-CE17-DE6A-0428-577BA9E30F72}"/>
                </a:ext>
              </a:extLst>
            </p:cNvPr>
            <p:cNvSpPr/>
            <p:nvPr/>
          </p:nvSpPr>
          <p:spPr>
            <a:xfrm>
              <a:off x="2971968" y="-2822899"/>
              <a:ext cx="39464" cy="55279"/>
            </a:xfrm>
            <a:custGeom>
              <a:avLst/>
              <a:gdLst/>
              <a:ahLst/>
              <a:cxnLst/>
              <a:rect l="l" t="t" r="r" b="b"/>
              <a:pathLst>
                <a:path w="272" h="381" extrusionOk="0">
                  <a:moveTo>
                    <a:pt x="137" y="1"/>
                  </a:moveTo>
                  <a:cubicBezTo>
                    <a:pt x="59" y="1"/>
                    <a:pt x="0" y="87"/>
                    <a:pt x="0" y="191"/>
                  </a:cubicBezTo>
                  <a:cubicBezTo>
                    <a:pt x="0" y="296"/>
                    <a:pt x="61" y="380"/>
                    <a:pt x="137" y="380"/>
                  </a:cubicBezTo>
                  <a:cubicBezTo>
                    <a:pt x="212" y="380"/>
                    <a:pt x="272" y="295"/>
                    <a:pt x="272" y="191"/>
                  </a:cubicBezTo>
                  <a:cubicBezTo>
                    <a:pt x="272" y="85"/>
                    <a:pt x="211" y="1"/>
                    <a:pt x="1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763;p64">
              <a:extLst>
                <a:ext uri="{FF2B5EF4-FFF2-40B4-BE49-F238E27FC236}">
                  <a16:creationId xmlns:a16="http://schemas.microsoft.com/office/drawing/2014/main" id="{B8A468A8-988E-49C5-D207-AC3A5C419B9C}"/>
                </a:ext>
              </a:extLst>
            </p:cNvPr>
            <p:cNvSpPr/>
            <p:nvPr/>
          </p:nvSpPr>
          <p:spPr>
            <a:xfrm>
              <a:off x="2980674" y="-2882676"/>
              <a:ext cx="21618" cy="36563"/>
            </a:xfrm>
            <a:custGeom>
              <a:avLst/>
              <a:gdLst/>
              <a:ahLst/>
              <a:cxnLst/>
              <a:rect l="l" t="t" r="r" b="b"/>
              <a:pathLst>
                <a:path w="149" h="252" extrusionOk="0">
                  <a:moveTo>
                    <a:pt x="75" y="1"/>
                  </a:moveTo>
                  <a:cubicBezTo>
                    <a:pt x="34" y="1"/>
                    <a:pt x="1" y="57"/>
                    <a:pt x="1" y="126"/>
                  </a:cubicBezTo>
                  <a:cubicBezTo>
                    <a:pt x="1" y="196"/>
                    <a:pt x="34" y="251"/>
                    <a:pt x="75" y="251"/>
                  </a:cubicBezTo>
                  <a:cubicBezTo>
                    <a:pt x="116" y="251"/>
                    <a:pt x="148" y="195"/>
                    <a:pt x="148" y="126"/>
                  </a:cubicBezTo>
                  <a:cubicBezTo>
                    <a:pt x="148" y="57"/>
                    <a:pt x="116" y="1"/>
                    <a:pt x="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764;p64">
              <a:extLst>
                <a:ext uri="{FF2B5EF4-FFF2-40B4-BE49-F238E27FC236}">
                  <a16:creationId xmlns:a16="http://schemas.microsoft.com/office/drawing/2014/main" id="{4AD2B90A-1E35-2471-91FD-A349E0BF640C}"/>
                </a:ext>
              </a:extLst>
            </p:cNvPr>
            <p:cNvSpPr/>
            <p:nvPr/>
          </p:nvSpPr>
          <p:spPr>
            <a:xfrm>
              <a:off x="2974000" y="-2749774"/>
              <a:ext cx="28293" cy="28873"/>
            </a:xfrm>
            <a:custGeom>
              <a:avLst/>
              <a:gdLst/>
              <a:ahLst/>
              <a:cxnLst/>
              <a:rect l="l" t="t" r="r" b="b"/>
              <a:pathLst>
                <a:path w="195" h="199" extrusionOk="0">
                  <a:moveTo>
                    <a:pt x="24" y="0"/>
                  </a:moveTo>
                  <a:cubicBezTo>
                    <a:pt x="10" y="0"/>
                    <a:pt x="0" y="11"/>
                    <a:pt x="0" y="25"/>
                  </a:cubicBezTo>
                  <a:lnTo>
                    <a:pt x="0" y="173"/>
                  </a:lnTo>
                  <a:cubicBezTo>
                    <a:pt x="0" y="187"/>
                    <a:pt x="10" y="198"/>
                    <a:pt x="24" y="198"/>
                  </a:cubicBezTo>
                  <a:lnTo>
                    <a:pt x="170" y="198"/>
                  </a:lnTo>
                  <a:cubicBezTo>
                    <a:pt x="184" y="198"/>
                    <a:pt x="194" y="187"/>
                    <a:pt x="194" y="173"/>
                  </a:cubicBezTo>
                  <a:lnTo>
                    <a:pt x="194" y="25"/>
                  </a:lnTo>
                  <a:cubicBezTo>
                    <a:pt x="194" y="11"/>
                    <a:pt x="184" y="0"/>
                    <a:pt x="1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765;p64">
              <a:extLst>
                <a:ext uri="{FF2B5EF4-FFF2-40B4-BE49-F238E27FC236}">
                  <a16:creationId xmlns:a16="http://schemas.microsoft.com/office/drawing/2014/main" id="{D2674EEA-1386-0466-F7ED-020FBE9C9482}"/>
                </a:ext>
              </a:extLst>
            </p:cNvPr>
            <p:cNvSpPr/>
            <p:nvPr/>
          </p:nvSpPr>
          <p:spPr>
            <a:xfrm>
              <a:off x="2691219" y="-2297383"/>
              <a:ext cx="581085" cy="65871"/>
            </a:xfrm>
            <a:custGeom>
              <a:avLst/>
              <a:gdLst/>
              <a:ahLst/>
              <a:cxnLst/>
              <a:rect l="l" t="t" r="r" b="b"/>
              <a:pathLst>
                <a:path w="4005" h="454" extrusionOk="0">
                  <a:moveTo>
                    <a:pt x="1980" y="1"/>
                  </a:moveTo>
                  <a:cubicBezTo>
                    <a:pt x="1" y="1"/>
                    <a:pt x="136" y="454"/>
                    <a:pt x="136" y="454"/>
                  </a:cubicBezTo>
                  <a:lnTo>
                    <a:pt x="4004" y="454"/>
                  </a:lnTo>
                  <a:cubicBezTo>
                    <a:pt x="4004" y="454"/>
                    <a:pt x="3949" y="5"/>
                    <a:pt x="1998" y="1"/>
                  </a:cubicBezTo>
                  <a:cubicBezTo>
                    <a:pt x="1992" y="1"/>
                    <a:pt x="1986" y="1"/>
                    <a:pt x="198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766;p64">
              <a:extLst>
                <a:ext uri="{FF2B5EF4-FFF2-40B4-BE49-F238E27FC236}">
                  <a16:creationId xmlns:a16="http://schemas.microsoft.com/office/drawing/2014/main" id="{C77F7DC3-EC77-CB0B-C2B3-6CFC211E96F1}"/>
                </a:ext>
              </a:extLst>
            </p:cNvPr>
            <p:cNvSpPr/>
            <p:nvPr/>
          </p:nvSpPr>
          <p:spPr>
            <a:xfrm>
              <a:off x="2704422" y="-2231657"/>
              <a:ext cx="565416" cy="534076"/>
            </a:xfrm>
            <a:custGeom>
              <a:avLst/>
              <a:gdLst/>
              <a:ahLst/>
              <a:cxnLst/>
              <a:rect l="l" t="t" r="r" b="b"/>
              <a:pathLst>
                <a:path w="3897" h="3681" extrusionOk="0">
                  <a:moveTo>
                    <a:pt x="0" y="1"/>
                  </a:moveTo>
                  <a:lnTo>
                    <a:pt x="0" y="3679"/>
                  </a:lnTo>
                  <a:lnTo>
                    <a:pt x="217" y="3679"/>
                  </a:lnTo>
                  <a:lnTo>
                    <a:pt x="217" y="1814"/>
                  </a:lnTo>
                  <a:lnTo>
                    <a:pt x="217" y="868"/>
                  </a:lnTo>
                  <a:cubicBezTo>
                    <a:pt x="217" y="536"/>
                    <a:pt x="709" y="426"/>
                    <a:pt x="709" y="426"/>
                  </a:cubicBezTo>
                  <a:cubicBezTo>
                    <a:pt x="709" y="426"/>
                    <a:pt x="1189" y="538"/>
                    <a:pt x="1189" y="868"/>
                  </a:cubicBezTo>
                  <a:lnTo>
                    <a:pt x="1189" y="1814"/>
                  </a:lnTo>
                  <a:lnTo>
                    <a:pt x="1189" y="3679"/>
                  </a:lnTo>
                  <a:lnTo>
                    <a:pt x="1515" y="3679"/>
                  </a:lnTo>
                  <a:lnTo>
                    <a:pt x="1515" y="1814"/>
                  </a:lnTo>
                  <a:lnTo>
                    <a:pt x="1515" y="868"/>
                  </a:lnTo>
                  <a:cubicBezTo>
                    <a:pt x="1515" y="536"/>
                    <a:pt x="2007" y="426"/>
                    <a:pt x="2007" y="426"/>
                  </a:cubicBezTo>
                  <a:cubicBezTo>
                    <a:pt x="2007" y="426"/>
                    <a:pt x="2488" y="538"/>
                    <a:pt x="2488" y="868"/>
                  </a:cubicBezTo>
                  <a:lnTo>
                    <a:pt x="2488" y="1814"/>
                  </a:lnTo>
                  <a:lnTo>
                    <a:pt x="2488" y="3679"/>
                  </a:lnTo>
                  <a:lnTo>
                    <a:pt x="2813" y="3679"/>
                  </a:lnTo>
                  <a:lnTo>
                    <a:pt x="2813" y="1814"/>
                  </a:lnTo>
                  <a:lnTo>
                    <a:pt x="2813" y="868"/>
                  </a:lnTo>
                  <a:cubicBezTo>
                    <a:pt x="2813" y="536"/>
                    <a:pt x="3305" y="426"/>
                    <a:pt x="3305" y="426"/>
                  </a:cubicBezTo>
                  <a:cubicBezTo>
                    <a:pt x="3305" y="426"/>
                    <a:pt x="3787" y="538"/>
                    <a:pt x="3787" y="868"/>
                  </a:cubicBezTo>
                  <a:lnTo>
                    <a:pt x="3787" y="1815"/>
                  </a:lnTo>
                  <a:lnTo>
                    <a:pt x="3787" y="3680"/>
                  </a:lnTo>
                  <a:lnTo>
                    <a:pt x="3896" y="3680"/>
                  </a:lnTo>
                  <a:lnTo>
                    <a:pt x="389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767;p64">
              <a:extLst>
                <a:ext uri="{FF2B5EF4-FFF2-40B4-BE49-F238E27FC236}">
                  <a16:creationId xmlns:a16="http://schemas.microsoft.com/office/drawing/2014/main" id="{A7A2EFA7-2A06-52D9-0AB0-1C7597D6B7AA}"/>
                </a:ext>
              </a:extLst>
            </p:cNvPr>
            <p:cNvSpPr/>
            <p:nvPr/>
          </p:nvSpPr>
          <p:spPr>
            <a:xfrm>
              <a:off x="2625639" y="-1870528"/>
              <a:ext cx="644200" cy="1539260"/>
            </a:xfrm>
            <a:custGeom>
              <a:avLst/>
              <a:gdLst/>
              <a:ahLst/>
              <a:cxnLst/>
              <a:rect l="l" t="t" r="r" b="b"/>
              <a:pathLst>
                <a:path w="4440" h="10609" extrusionOk="0">
                  <a:moveTo>
                    <a:pt x="1" y="1"/>
                  </a:moveTo>
                  <a:lnTo>
                    <a:pt x="1" y="10609"/>
                  </a:lnTo>
                  <a:lnTo>
                    <a:pt x="4439" y="10609"/>
                  </a:lnTo>
                  <a:lnTo>
                    <a:pt x="443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768;p64">
              <a:extLst>
                <a:ext uri="{FF2B5EF4-FFF2-40B4-BE49-F238E27FC236}">
                  <a16:creationId xmlns:a16="http://schemas.microsoft.com/office/drawing/2014/main" id="{80B931C6-84AA-2017-258A-B2E63CFAD536}"/>
                </a:ext>
              </a:extLst>
            </p:cNvPr>
            <p:cNvSpPr/>
            <p:nvPr/>
          </p:nvSpPr>
          <p:spPr>
            <a:xfrm>
              <a:off x="2264510" y="-1649846"/>
              <a:ext cx="298305" cy="564835"/>
            </a:xfrm>
            <a:custGeom>
              <a:avLst/>
              <a:gdLst/>
              <a:ahLst/>
              <a:cxnLst/>
              <a:rect l="l" t="t" r="r" b="b"/>
              <a:pathLst>
                <a:path w="2056" h="3893" extrusionOk="0">
                  <a:moveTo>
                    <a:pt x="1049" y="1"/>
                  </a:moveTo>
                  <a:cubicBezTo>
                    <a:pt x="1049" y="1"/>
                    <a:pt x="0" y="490"/>
                    <a:pt x="0" y="878"/>
                  </a:cubicBezTo>
                  <a:lnTo>
                    <a:pt x="0" y="3893"/>
                  </a:lnTo>
                  <a:lnTo>
                    <a:pt x="2055" y="3893"/>
                  </a:lnTo>
                  <a:lnTo>
                    <a:pt x="2055" y="921"/>
                  </a:lnTo>
                  <a:cubicBezTo>
                    <a:pt x="2055" y="535"/>
                    <a:pt x="1049" y="1"/>
                    <a:pt x="104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769;p64">
              <a:extLst>
                <a:ext uri="{FF2B5EF4-FFF2-40B4-BE49-F238E27FC236}">
                  <a16:creationId xmlns:a16="http://schemas.microsoft.com/office/drawing/2014/main" id="{1254EE0A-B94B-2A30-9E81-F158CBE43DBF}"/>
                </a:ext>
              </a:extLst>
            </p:cNvPr>
            <p:cNvSpPr/>
            <p:nvPr/>
          </p:nvSpPr>
          <p:spPr>
            <a:xfrm>
              <a:off x="2751287" y="-1649846"/>
              <a:ext cx="314120" cy="564835"/>
            </a:xfrm>
            <a:custGeom>
              <a:avLst/>
              <a:gdLst/>
              <a:ahLst/>
              <a:cxnLst/>
              <a:rect l="l" t="t" r="r" b="b"/>
              <a:pathLst>
                <a:path w="2165" h="3893" extrusionOk="0">
                  <a:moveTo>
                    <a:pt x="1104" y="1"/>
                  </a:moveTo>
                  <a:cubicBezTo>
                    <a:pt x="1104" y="1"/>
                    <a:pt x="0" y="490"/>
                    <a:pt x="0" y="878"/>
                  </a:cubicBezTo>
                  <a:lnTo>
                    <a:pt x="0" y="3893"/>
                  </a:lnTo>
                  <a:lnTo>
                    <a:pt x="2165" y="3893"/>
                  </a:lnTo>
                  <a:lnTo>
                    <a:pt x="2165" y="921"/>
                  </a:lnTo>
                  <a:cubicBezTo>
                    <a:pt x="2165" y="535"/>
                    <a:pt x="1104" y="1"/>
                    <a:pt x="11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770;p64">
              <a:extLst>
                <a:ext uri="{FF2B5EF4-FFF2-40B4-BE49-F238E27FC236}">
                  <a16:creationId xmlns:a16="http://schemas.microsoft.com/office/drawing/2014/main" id="{2BEEE0A0-5890-F74C-F0C5-EDF8A409ECDD}"/>
                </a:ext>
              </a:extLst>
            </p:cNvPr>
            <p:cNvSpPr/>
            <p:nvPr/>
          </p:nvSpPr>
          <p:spPr>
            <a:xfrm>
              <a:off x="2264510" y="-925992"/>
              <a:ext cx="298305" cy="578909"/>
            </a:xfrm>
            <a:custGeom>
              <a:avLst/>
              <a:gdLst/>
              <a:ahLst/>
              <a:cxnLst/>
              <a:rect l="l" t="t" r="r" b="b"/>
              <a:pathLst>
                <a:path w="2056" h="3990" extrusionOk="0">
                  <a:moveTo>
                    <a:pt x="1049" y="0"/>
                  </a:moveTo>
                  <a:cubicBezTo>
                    <a:pt x="1049" y="0"/>
                    <a:pt x="0" y="491"/>
                    <a:pt x="0" y="877"/>
                  </a:cubicBezTo>
                  <a:lnTo>
                    <a:pt x="0" y="3989"/>
                  </a:lnTo>
                  <a:lnTo>
                    <a:pt x="2055" y="3989"/>
                  </a:lnTo>
                  <a:lnTo>
                    <a:pt x="2055" y="921"/>
                  </a:lnTo>
                  <a:cubicBezTo>
                    <a:pt x="2055" y="533"/>
                    <a:pt x="1049" y="0"/>
                    <a:pt x="104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771;p64">
              <a:extLst>
                <a:ext uri="{FF2B5EF4-FFF2-40B4-BE49-F238E27FC236}">
                  <a16:creationId xmlns:a16="http://schemas.microsoft.com/office/drawing/2014/main" id="{EB9676FE-83B8-4878-DC97-F73FDFC04E7D}"/>
                </a:ext>
              </a:extLst>
            </p:cNvPr>
            <p:cNvSpPr/>
            <p:nvPr/>
          </p:nvSpPr>
          <p:spPr>
            <a:xfrm>
              <a:off x="2751287" y="-925992"/>
              <a:ext cx="314120" cy="578909"/>
            </a:xfrm>
            <a:custGeom>
              <a:avLst/>
              <a:gdLst/>
              <a:ahLst/>
              <a:cxnLst/>
              <a:rect l="l" t="t" r="r" b="b"/>
              <a:pathLst>
                <a:path w="2165" h="3990" extrusionOk="0">
                  <a:moveTo>
                    <a:pt x="1104" y="0"/>
                  </a:moveTo>
                  <a:cubicBezTo>
                    <a:pt x="1104" y="0"/>
                    <a:pt x="0" y="491"/>
                    <a:pt x="0" y="877"/>
                  </a:cubicBezTo>
                  <a:lnTo>
                    <a:pt x="0" y="3989"/>
                  </a:lnTo>
                  <a:lnTo>
                    <a:pt x="2165" y="3989"/>
                  </a:lnTo>
                  <a:lnTo>
                    <a:pt x="2165" y="921"/>
                  </a:lnTo>
                  <a:cubicBezTo>
                    <a:pt x="2165" y="533"/>
                    <a:pt x="1104" y="0"/>
                    <a:pt x="11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772;p64">
              <a:extLst>
                <a:ext uri="{FF2B5EF4-FFF2-40B4-BE49-F238E27FC236}">
                  <a16:creationId xmlns:a16="http://schemas.microsoft.com/office/drawing/2014/main" id="{173C9F24-17DA-0C61-CB46-0942E4B92C42}"/>
                </a:ext>
              </a:extLst>
            </p:cNvPr>
            <p:cNvSpPr/>
            <p:nvPr/>
          </p:nvSpPr>
          <p:spPr>
            <a:xfrm>
              <a:off x="2138862" y="-2011991"/>
              <a:ext cx="31339" cy="1680577"/>
            </a:xfrm>
            <a:custGeom>
              <a:avLst/>
              <a:gdLst/>
              <a:ahLst/>
              <a:cxnLst/>
              <a:rect l="l" t="t" r="r" b="b"/>
              <a:pathLst>
                <a:path w="216" h="11583" extrusionOk="0">
                  <a:moveTo>
                    <a:pt x="0" y="0"/>
                  </a:moveTo>
                  <a:lnTo>
                    <a:pt x="0" y="11582"/>
                  </a:lnTo>
                  <a:lnTo>
                    <a:pt x="215" y="11582"/>
                  </a:lnTo>
                  <a:lnTo>
                    <a:pt x="21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773;p64">
              <a:extLst>
                <a:ext uri="{FF2B5EF4-FFF2-40B4-BE49-F238E27FC236}">
                  <a16:creationId xmlns:a16="http://schemas.microsoft.com/office/drawing/2014/main" id="{6FAF1C78-FBBE-6C79-B286-736C557CD938}"/>
                </a:ext>
              </a:extLst>
            </p:cNvPr>
            <p:cNvSpPr/>
            <p:nvPr/>
          </p:nvSpPr>
          <p:spPr>
            <a:xfrm>
              <a:off x="2119855" y="-2150117"/>
              <a:ext cx="74141" cy="74576"/>
            </a:xfrm>
            <a:custGeom>
              <a:avLst/>
              <a:gdLst/>
              <a:ahLst/>
              <a:cxnLst/>
              <a:rect l="l" t="t" r="r" b="b"/>
              <a:pathLst>
                <a:path w="511" h="514" extrusionOk="0">
                  <a:moveTo>
                    <a:pt x="255" y="1"/>
                  </a:moveTo>
                  <a:cubicBezTo>
                    <a:pt x="255" y="1"/>
                    <a:pt x="238" y="222"/>
                    <a:pt x="186" y="349"/>
                  </a:cubicBezTo>
                  <a:lnTo>
                    <a:pt x="115" y="396"/>
                  </a:lnTo>
                  <a:cubicBezTo>
                    <a:pt x="68" y="422"/>
                    <a:pt x="27" y="462"/>
                    <a:pt x="1" y="510"/>
                  </a:cubicBezTo>
                  <a:cubicBezTo>
                    <a:pt x="92" y="460"/>
                    <a:pt x="177" y="442"/>
                    <a:pt x="253" y="442"/>
                  </a:cubicBezTo>
                  <a:cubicBezTo>
                    <a:pt x="359" y="442"/>
                    <a:pt x="448" y="478"/>
                    <a:pt x="511" y="514"/>
                  </a:cubicBezTo>
                  <a:cubicBezTo>
                    <a:pt x="481" y="462"/>
                    <a:pt x="379" y="385"/>
                    <a:pt x="327" y="359"/>
                  </a:cubicBezTo>
                  <a:cubicBezTo>
                    <a:pt x="259" y="283"/>
                    <a:pt x="255" y="1"/>
                    <a:pt x="2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774;p64">
              <a:extLst>
                <a:ext uri="{FF2B5EF4-FFF2-40B4-BE49-F238E27FC236}">
                  <a16:creationId xmlns:a16="http://schemas.microsoft.com/office/drawing/2014/main" id="{27BA16BD-3F9D-B780-5C62-D3924B36A20A}"/>
                </a:ext>
              </a:extLst>
            </p:cNvPr>
            <p:cNvSpPr/>
            <p:nvPr/>
          </p:nvSpPr>
          <p:spPr>
            <a:xfrm>
              <a:off x="2114341" y="-2085987"/>
              <a:ext cx="84878" cy="73270"/>
            </a:xfrm>
            <a:custGeom>
              <a:avLst/>
              <a:gdLst/>
              <a:ahLst/>
              <a:cxnLst/>
              <a:rect l="l" t="t" r="r" b="b"/>
              <a:pathLst>
                <a:path w="585" h="505" extrusionOk="0">
                  <a:moveTo>
                    <a:pt x="292" y="0"/>
                  </a:moveTo>
                  <a:cubicBezTo>
                    <a:pt x="216" y="0"/>
                    <a:pt x="131" y="18"/>
                    <a:pt x="39" y="68"/>
                  </a:cubicBezTo>
                  <a:cubicBezTo>
                    <a:pt x="15" y="110"/>
                    <a:pt x="1" y="159"/>
                    <a:pt x="1" y="212"/>
                  </a:cubicBezTo>
                  <a:cubicBezTo>
                    <a:pt x="1" y="373"/>
                    <a:pt x="130" y="505"/>
                    <a:pt x="292" y="505"/>
                  </a:cubicBezTo>
                  <a:cubicBezTo>
                    <a:pt x="453" y="505"/>
                    <a:pt x="584" y="373"/>
                    <a:pt x="584" y="212"/>
                  </a:cubicBezTo>
                  <a:cubicBezTo>
                    <a:pt x="584" y="159"/>
                    <a:pt x="570" y="111"/>
                    <a:pt x="546" y="69"/>
                  </a:cubicBezTo>
                  <a:cubicBezTo>
                    <a:pt x="485" y="35"/>
                    <a:pt x="398" y="0"/>
                    <a:pt x="2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775;p64">
              <a:extLst>
                <a:ext uri="{FF2B5EF4-FFF2-40B4-BE49-F238E27FC236}">
                  <a16:creationId xmlns:a16="http://schemas.microsoft.com/office/drawing/2014/main" id="{BC94E438-449F-2DDF-D8CD-527362719894}"/>
                </a:ext>
              </a:extLst>
            </p:cNvPr>
            <p:cNvSpPr/>
            <p:nvPr/>
          </p:nvSpPr>
          <p:spPr>
            <a:xfrm>
              <a:off x="2149598" y="-2161869"/>
              <a:ext cx="15089" cy="14944"/>
            </a:xfrm>
            <a:custGeom>
              <a:avLst/>
              <a:gdLst/>
              <a:ahLst/>
              <a:cxnLst/>
              <a:rect l="l" t="t" r="r" b="b"/>
              <a:pathLst>
                <a:path w="104" h="103" extrusionOk="0">
                  <a:moveTo>
                    <a:pt x="53" y="0"/>
                  </a:moveTo>
                  <a:cubicBezTo>
                    <a:pt x="25" y="0"/>
                    <a:pt x="1" y="23"/>
                    <a:pt x="1" y="51"/>
                  </a:cubicBezTo>
                  <a:cubicBezTo>
                    <a:pt x="1" y="79"/>
                    <a:pt x="25" y="103"/>
                    <a:pt x="53" y="103"/>
                  </a:cubicBezTo>
                  <a:cubicBezTo>
                    <a:pt x="81" y="103"/>
                    <a:pt x="104" y="79"/>
                    <a:pt x="104" y="51"/>
                  </a:cubicBezTo>
                  <a:cubicBezTo>
                    <a:pt x="104" y="23"/>
                    <a:pt x="81" y="0"/>
                    <a:pt x="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776;p64">
              <a:extLst>
                <a:ext uri="{FF2B5EF4-FFF2-40B4-BE49-F238E27FC236}">
                  <a16:creationId xmlns:a16="http://schemas.microsoft.com/office/drawing/2014/main" id="{0B6972CF-D4F9-2276-0A65-95EA6A9268BC}"/>
                </a:ext>
              </a:extLst>
            </p:cNvPr>
            <p:cNvSpPr/>
            <p:nvPr/>
          </p:nvSpPr>
          <p:spPr>
            <a:xfrm>
              <a:off x="2123192" y="-2027515"/>
              <a:ext cx="62969" cy="15815"/>
            </a:xfrm>
            <a:custGeom>
              <a:avLst/>
              <a:gdLst/>
              <a:ahLst/>
              <a:cxnLst/>
              <a:rect l="l" t="t" r="r" b="b"/>
              <a:pathLst>
                <a:path w="434" h="109" extrusionOk="0">
                  <a:moveTo>
                    <a:pt x="28" y="1"/>
                  </a:moveTo>
                  <a:cubicBezTo>
                    <a:pt x="13" y="1"/>
                    <a:pt x="0" y="13"/>
                    <a:pt x="0" y="29"/>
                  </a:cubicBezTo>
                  <a:lnTo>
                    <a:pt x="0" y="79"/>
                  </a:lnTo>
                  <a:cubicBezTo>
                    <a:pt x="0" y="95"/>
                    <a:pt x="13" y="109"/>
                    <a:pt x="28" y="109"/>
                  </a:cubicBezTo>
                  <a:lnTo>
                    <a:pt x="405" y="109"/>
                  </a:lnTo>
                  <a:cubicBezTo>
                    <a:pt x="420" y="109"/>
                    <a:pt x="433" y="98"/>
                    <a:pt x="433" y="79"/>
                  </a:cubicBezTo>
                  <a:lnTo>
                    <a:pt x="433" y="29"/>
                  </a:lnTo>
                  <a:cubicBezTo>
                    <a:pt x="433" y="13"/>
                    <a:pt x="420" y="1"/>
                    <a:pt x="4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777;p64">
              <a:extLst>
                <a:ext uri="{FF2B5EF4-FFF2-40B4-BE49-F238E27FC236}">
                  <a16:creationId xmlns:a16="http://schemas.microsoft.com/office/drawing/2014/main" id="{6A93083B-6010-9B4C-0EF6-B0764381E84C}"/>
                </a:ext>
              </a:extLst>
            </p:cNvPr>
            <p:cNvSpPr/>
            <p:nvPr/>
          </p:nvSpPr>
          <p:spPr>
            <a:xfrm>
              <a:off x="2122902" y="-1886343"/>
              <a:ext cx="1147952" cy="47444"/>
            </a:xfrm>
            <a:custGeom>
              <a:avLst/>
              <a:gdLst/>
              <a:ahLst/>
              <a:cxnLst/>
              <a:rect l="l" t="t" r="r" b="b"/>
              <a:pathLst>
                <a:path w="7912" h="327" extrusionOk="0">
                  <a:moveTo>
                    <a:pt x="103" y="0"/>
                  </a:moveTo>
                  <a:cubicBezTo>
                    <a:pt x="68" y="0"/>
                    <a:pt x="1" y="17"/>
                    <a:pt x="1" y="54"/>
                  </a:cubicBezTo>
                  <a:lnTo>
                    <a:pt x="1" y="249"/>
                  </a:lnTo>
                  <a:cubicBezTo>
                    <a:pt x="1" y="284"/>
                    <a:pt x="68" y="326"/>
                    <a:pt x="103" y="326"/>
                  </a:cubicBezTo>
                  <a:lnTo>
                    <a:pt x="7873" y="326"/>
                  </a:lnTo>
                  <a:cubicBezTo>
                    <a:pt x="7909" y="326"/>
                    <a:pt x="7904" y="286"/>
                    <a:pt x="7904" y="249"/>
                  </a:cubicBezTo>
                  <a:lnTo>
                    <a:pt x="7904" y="54"/>
                  </a:lnTo>
                  <a:cubicBezTo>
                    <a:pt x="7904" y="19"/>
                    <a:pt x="7911" y="0"/>
                    <a:pt x="78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778;p64">
              <a:extLst>
                <a:ext uri="{FF2B5EF4-FFF2-40B4-BE49-F238E27FC236}">
                  <a16:creationId xmlns:a16="http://schemas.microsoft.com/office/drawing/2014/main" id="{CD31F3A7-5DBD-E057-F226-B3FE3AC9CF37}"/>
                </a:ext>
              </a:extLst>
            </p:cNvPr>
            <p:cNvSpPr/>
            <p:nvPr/>
          </p:nvSpPr>
          <p:spPr>
            <a:xfrm>
              <a:off x="2122902" y="-488401"/>
              <a:ext cx="1146936" cy="157132"/>
            </a:xfrm>
            <a:custGeom>
              <a:avLst/>
              <a:gdLst/>
              <a:ahLst/>
              <a:cxnLst/>
              <a:rect l="l" t="t" r="r" b="b"/>
              <a:pathLst>
                <a:path w="7905" h="1083" extrusionOk="0">
                  <a:moveTo>
                    <a:pt x="1" y="1"/>
                  </a:moveTo>
                  <a:lnTo>
                    <a:pt x="1" y="1083"/>
                  </a:lnTo>
                  <a:lnTo>
                    <a:pt x="7904" y="1083"/>
                  </a:lnTo>
                  <a:lnTo>
                    <a:pt x="79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779;p64">
              <a:extLst>
                <a:ext uri="{FF2B5EF4-FFF2-40B4-BE49-F238E27FC236}">
                  <a16:creationId xmlns:a16="http://schemas.microsoft.com/office/drawing/2014/main" id="{35B66C0E-A9E0-32C1-C380-6AF20571D9E0}"/>
                </a:ext>
              </a:extLst>
            </p:cNvPr>
            <p:cNvSpPr/>
            <p:nvPr/>
          </p:nvSpPr>
          <p:spPr>
            <a:xfrm>
              <a:off x="3300887" y="-2121969"/>
              <a:ext cx="1523590" cy="1727732"/>
            </a:xfrm>
            <a:custGeom>
              <a:avLst/>
              <a:gdLst/>
              <a:ahLst/>
              <a:cxnLst/>
              <a:rect l="l" t="t" r="r" b="b"/>
              <a:pathLst>
                <a:path w="10501" h="11908" extrusionOk="0">
                  <a:moveTo>
                    <a:pt x="0" y="1"/>
                  </a:moveTo>
                  <a:lnTo>
                    <a:pt x="0" y="11907"/>
                  </a:lnTo>
                  <a:lnTo>
                    <a:pt x="10500" y="11907"/>
                  </a:lnTo>
                  <a:lnTo>
                    <a:pt x="1050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780;p64">
              <a:extLst>
                <a:ext uri="{FF2B5EF4-FFF2-40B4-BE49-F238E27FC236}">
                  <a16:creationId xmlns:a16="http://schemas.microsoft.com/office/drawing/2014/main" id="{64B5A574-9BFD-6054-3997-8C73DF5584D1}"/>
                </a:ext>
              </a:extLst>
            </p:cNvPr>
            <p:cNvSpPr/>
            <p:nvPr/>
          </p:nvSpPr>
          <p:spPr>
            <a:xfrm>
              <a:off x="3300887" y="-2451759"/>
              <a:ext cx="1523590" cy="251441"/>
            </a:xfrm>
            <a:custGeom>
              <a:avLst/>
              <a:gdLst/>
              <a:ahLst/>
              <a:cxnLst/>
              <a:rect l="l" t="t" r="r" b="b"/>
              <a:pathLst>
                <a:path w="10501" h="1733" extrusionOk="0">
                  <a:moveTo>
                    <a:pt x="0" y="1"/>
                  </a:moveTo>
                  <a:lnTo>
                    <a:pt x="0" y="1733"/>
                  </a:lnTo>
                  <a:lnTo>
                    <a:pt x="10500" y="1733"/>
                  </a:lnTo>
                  <a:lnTo>
                    <a:pt x="1050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781;p64">
              <a:extLst>
                <a:ext uri="{FF2B5EF4-FFF2-40B4-BE49-F238E27FC236}">
                  <a16:creationId xmlns:a16="http://schemas.microsoft.com/office/drawing/2014/main" id="{213FEEAA-9D42-2DEC-05FF-292CE6C23037}"/>
                </a:ext>
              </a:extLst>
            </p:cNvPr>
            <p:cNvSpPr/>
            <p:nvPr/>
          </p:nvSpPr>
          <p:spPr>
            <a:xfrm>
              <a:off x="3316847" y="-2200463"/>
              <a:ext cx="1507775" cy="78639"/>
            </a:xfrm>
            <a:custGeom>
              <a:avLst/>
              <a:gdLst/>
              <a:ahLst/>
              <a:cxnLst/>
              <a:rect l="l" t="t" r="r" b="b"/>
              <a:pathLst>
                <a:path w="10392" h="542" extrusionOk="0">
                  <a:moveTo>
                    <a:pt x="0" y="1"/>
                  </a:moveTo>
                  <a:lnTo>
                    <a:pt x="0" y="542"/>
                  </a:lnTo>
                  <a:lnTo>
                    <a:pt x="10392" y="542"/>
                  </a:lnTo>
                  <a:lnTo>
                    <a:pt x="103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782;p64">
              <a:extLst>
                <a:ext uri="{FF2B5EF4-FFF2-40B4-BE49-F238E27FC236}">
                  <a16:creationId xmlns:a16="http://schemas.microsoft.com/office/drawing/2014/main" id="{C01841EE-B712-3F49-6B13-4B996BC9DF55}"/>
                </a:ext>
              </a:extLst>
            </p:cNvPr>
            <p:cNvSpPr/>
            <p:nvPr/>
          </p:nvSpPr>
          <p:spPr>
            <a:xfrm>
              <a:off x="3913457" y="-1476464"/>
              <a:ext cx="282780" cy="454277"/>
            </a:xfrm>
            <a:custGeom>
              <a:avLst/>
              <a:gdLst/>
              <a:ahLst/>
              <a:cxnLst/>
              <a:rect l="l" t="t" r="r" b="b"/>
              <a:pathLst>
                <a:path w="1949" h="3131" extrusionOk="0">
                  <a:moveTo>
                    <a:pt x="957" y="0"/>
                  </a:moveTo>
                  <a:cubicBezTo>
                    <a:pt x="957" y="0"/>
                    <a:pt x="1" y="488"/>
                    <a:pt x="1" y="842"/>
                  </a:cubicBezTo>
                  <a:lnTo>
                    <a:pt x="1" y="3131"/>
                  </a:lnTo>
                  <a:lnTo>
                    <a:pt x="1949" y="3131"/>
                  </a:lnTo>
                  <a:lnTo>
                    <a:pt x="1949" y="804"/>
                  </a:lnTo>
                  <a:cubicBezTo>
                    <a:pt x="1949" y="449"/>
                    <a:pt x="957" y="0"/>
                    <a:pt x="95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783;p64">
              <a:extLst>
                <a:ext uri="{FF2B5EF4-FFF2-40B4-BE49-F238E27FC236}">
                  <a16:creationId xmlns:a16="http://schemas.microsoft.com/office/drawing/2014/main" id="{0CB4197E-3EEE-C324-4B61-D4B1EA41B3B8}"/>
                </a:ext>
              </a:extLst>
            </p:cNvPr>
            <p:cNvSpPr/>
            <p:nvPr/>
          </p:nvSpPr>
          <p:spPr>
            <a:xfrm>
              <a:off x="3913457" y="-880144"/>
              <a:ext cx="282780" cy="454712"/>
            </a:xfrm>
            <a:custGeom>
              <a:avLst/>
              <a:gdLst/>
              <a:ahLst/>
              <a:cxnLst/>
              <a:rect l="l" t="t" r="r" b="b"/>
              <a:pathLst>
                <a:path w="1949" h="3134" extrusionOk="0">
                  <a:moveTo>
                    <a:pt x="957" y="0"/>
                  </a:moveTo>
                  <a:cubicBezTo>
                    <a:pt x="957" y="0"/>
                    <a:pt x="1" y="487"/>
                    <a:pt x="1" y="842"/>
                  </a:cubicBezTo>
                  <a:lnTo>
                    <a:pt x="1" y="3133"/>
                  </a:lnTo>
                  <a:lnTo>
                    <a:pt x="1949" y="3133"/>
                  </a:lnTo>
                  <a:lnTo>
                    <a:pt x="1949" y="803"/>
                  </a:lnTo>
                  <a:cubicBezTo>
                    <a:pt x="1949" y="449"/>
                    <a:pt x="957" y="0"/>
                    <a:pt x="95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784;p64">
              <a:extLst>
                <a:ext uri="{FF2B5EF4-FFF2-40B4-BE49-F238E27FC236}">
                  <a16:creationId xmlns:a16="http://schemas.microsoft.com/office/drawing/2014/main" id="{43B49DE2-2FF3-17D8-2948-0603CA1CE9E5}"/>
                </a:ext>
              </a:extLst>
            </p:cNvPr>
            <p:cNvSpPr/>
            <p:nvPr/>
          </p:nvSpPr>
          <p:spPr>
            <a:xfrm>
              <a:off x="3316557" y="-1933352"/>
              <a:ext cx="1507920" cy="1570889"/>
            </a:xfrm>
            <a:custGeom>
              <a:avLst/>
              <a:gdLst/>
              <a:ahLst/>
              <a:cxnLst/>
              <a:rect l="l" t="t" r="r" b="b"/>
              <a:pathLst>
                <a:path w="10393" h="10827" extrusionOk="0">
                  <a:moveTo>
                    <a:pt x="5083" y="836"/>
                  </a:moveTo>
                  <a:cubicBezTo>
                    <a:pt x="5083" y="836"/>
                    <a:pt x="8228" y="2323"/>
                    <a:pt x="8228" y="3499"/>
                  </a:cubicBezTo>
                  <a:lnTo>
                    <a:pt x="8228" y="5954"/>
                  </a:lnTo>
                  <a:lnTo>
                    <a:pt x="2057" y="5954"/>
                  </a:lnTo>
                  <a:lnTo>
                    <a:pt x="2057" y="3632"/>
                  </a:lnTo>
                  <a:cubicBezTo>
                    <a:pt x="2057" y="2454"/>
                    <a:pt x="5083" y="836"/>
                    <a:pt x="5083" y="836"/>
                  </a:cubicBezTo>
                  <a:close/>
                  <a:moveTo>
                    <a:pt x="1408" y="1"/>
                  </a:moveTo>
                  <a:lnTo>
                    <a:pt x="1408" y="5924"/>
                  </a:lnTo>
                  <a:lnTo>
                    <a:pt x="1408" y="6446"/>
                  </a:lnTo>
                  <a:lnTo>
                    <a:pt x="1408" y="9960"/>
                  </a:lnTo>
                  <a:lnTo>
                    <a:pt x="1" y="9960"/>
                  </a:lnTo>
                  <a:lnTo>
                    <a:pt x="1" y="10827"/>
                  </a:lnTo>
                  <a:lnTo>
                    <a:pt x="2057" y="10827"/>
                  </a:lnTo>
                  <a:lnTo>
                    <a:pt x="2057" y="9969"/>
                  </a:lnTo>
                  <a:lnTo>
                    <a:pt x="2057" y="6495"/>
                  </a:lnTo>
                  <a:lnTo>
                    <a:pt x="8228" y="6495"/>
                  </a:lnTo>
                  <a:lnTo>
                    <a:pt x="8228" y="9969"/>
                  </a:lnTo>
                  <a:lnTo>
                    <a:pt x="8228" y="10827"/>
                  </a:lnTo>
                  <a:lnTo>
                    <a:pt x="10392" y="10827"/>
                  </a:lnTo>
                  <a:lnTo>
                    <a:pt x="10392" y="9960"/>
                  </a:lnTo>
                  <a:lnTo>
                    <a:pt x="8769" y="9960"/>
                  </a:lnTo>
                  <a:lnTo>
                    <a:pt x="8769" y="6446"/>
                  </a:lnTo>
                  <a:lnTo>
                    <a:pt x="8769" y="5924"/>
                  </a:lnTo>
                  <a:lnTo>
                    <a:pt x="876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785;p64">
              <a:extLst>
                <a:ext uri="{FF2B5EF4-FFF2-40B4-BE49-F238E27FC236}">
                  <a16:creationId xmlns:a16="http://schemas.microsoft.com/office/drawing/2014/main" id="{BB08B601-A498-96D8-54B1-5D7893F7E47E}"/>
                </a:ext>
              </a:extLst>
            </p:cNvPr>
            <p:cNvSpPr/>
            <p:nvPr/>
          </p:nvSpPr>
          <p:spPr>
            <a:xfrm>
              <a:off x="4057532" y="-4219390"/>
              <a:ext cx="24230" cy="511442"/>
            </a:xfrm>
            <a:custGeom>
              <a:avLst/>
              <a:gdLst/>
              <a:ahLst/>
              <a:cxnLst/>
              <a:rect l="l" t="t" r="r" b="b"/>
              <a:pathLst>
                <a:path w="167" h="3525" extrusionOk="0">
                  <a:moveTo>
                    <a:pt x="117" y="0"/>
                  </a:moveTo>
                  <a:lnTo>
                    <a:pt x="0" y="3524"/>
                  </a:lnTo>
                  <a:lnTo>
                    <a:pt x="166" y="3524"/>
                  </a:lnTo>
                  <a:lnTo>
                    <a:pt x="11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786;p64">
              <a:extLst>
                <a:ext uri="{FF2B5EF4-FFF2-40B4-BE49-F238E27FC236}">
                  <a16:creationId xmlns:a16="http://schemas.microsoft.com/office/drawing/2014/main" id="{1F959606-D728-D0F9-A328-548720F64EFE}"/>
                </a:ext>
              </a:extLst>
            </p:cNvPr>
            <p:cNvSpPr/>
            <p:nvPr/>
          </p:nvSpPr>
          <p:spPr>
            <a:xfrm>
              <a:off x="3940879" y="-4495787"/>
              <a:ext cx="359823" cy="375783"/>
            </a:xfrm>
            <a:custGeom>
              <a:avLst/>
              <a:gdLst/>
              <a:ahLst/>
              <a:cxnLst/>
              <a:rect l="l" t="t" r="r" b="b"/>
              <a:pathLst>
                <a:path w="2480" h="2590" extrusionOk="0">
                  <a:moveTo>
                    <a:pt x="997" y="1"/>
                  </a:moveTo>
                  <a:cubicBezTo>
                    <a:pt x="425" y="144"/>
                    <a:pt x="0" y="660"/>
                    <a:pt x="0" y="1277"/>
                  </a:cubicBezTo>
                  <a:cubicBezTo>
                    <a:pt x="0" y="2002"/>
                    <a:pt x="588" y="2590"/>
                    <a:pt x="1314" y="2590"/>
                  </a:cubicBezTo>
                  <a:cubicBezTo>
                    <a:pt x="1822" y="2590"/>
                    <a:pt x="2262" y="2303"/>
                    <a:pt x="2480" y="1881"/>
                  </a:cubicBezTo>
                  <a:lnTo>
                    <a:pt x="2480" y="1881"/>
                  </a:lnTo>
                  <a:cubicBezTo>
                    <a:pt x="2286" y="2015"/>
                    <a:pt x="2052" y="2092"/>
                    <a:pt x="1801" y="2092"/>
                  </a:cubicBezTo>
                  <a:cubicBezTo>
                    <a:pt x="1139" y="2092"/>
                    <a:pt x="600" y="1554"/>
                    <a:pt x="600" y="892"/>
                  </a:cubicBezTo>
                  <a:cubicBezTo>
                    <a:pt x="600" y="539"/>
                    <a:pt x="754" y="221"/>
                    <a:pt x="9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787;p64">
              <a:extLst>
                <a:ext uri="{FF2B5EF4-FFF2-40B4-BE49-F238E27FC236}">
                  <a16:creationId xmlns:a16="http://schemas.microsoft.com/office/drawing/2014/main" id="{A1265137-1E32-491A-812D-E420614CEA3A}"/>
                </a:ext>
              </a:extLst>
            </p:cNvPr>
            <p:cNvSpPr/>
            <p:nvPr/>
          </p:nvSpPr>
          <p:spPr>
            <a:xfrm>
              <a:off x="3097616" y="-3746832"/>
              <a:ext cx="1944641" cy="1357897"/>
            </a:xfrm>
            <a:custGeom>
              <a:avLst/>
              <a:gdLst/>
              <a:ahLst/>
              <a:cxnLst/>
              <a:rect l="l" t="t" r="r" b="b"/>
              <a:pathLst>
                <a:path w="13403" h="9359" extrusionOk="0">
                  <a:moveTo>
                    <a:pt x="6705" y="0"/>
                  </a:moveTo>
                  <a:cubicBezTo>
                    <a:pt x="6057" y="1066"/>
                    <a:pt x="5341" y="1688"/>
                    <a:pt x="3241" y="3129"/>
                  </a:cubicBezTo>
                  <a:cubicBezTo>
                    <a:pt x="0" y="5355"/>
                    <a:pt x="1330" y="8958"/>
                    <a:pt x="1330" y="8958"/>
                  </a:cubicBezTo>
                  <a:lnTo>
                    <a:pt x="1491" y="9358"/>
                  </a:lnTo>
                  <a:lnTo>
                    <a:pt x="11905" y="9358"/>
                  </a:lnTo>
                  <a:lnTo>
                    <a:pt x="12067" y="8958"/>
                  </a:lnTo>
                  <a:cubicBezTo>
                    <a:pt x="12066" y="8958"/>
                    <a:pt x="13402" y="5355"/>
                    <a:pt x="10161" y="3129"/>
                  </a:cubicBezTo>
                  <a:cubicBezTo>
                    <a:pt x="8063" y="1688"/>
                    <a:pt x="7351" y="1068"/>
                    <a:pt x="67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788;p64">
              <a:extLst>
                <a:ext uri="{FF2B5EF4-FFF2-40B4-BE49-F238E27FC236}">
                  <a16:creationId xmlns:a16="http://schemas.microsoft.com/office/drawing/2014/main" id="{7D384166-204F-8C9E-CB56-8F9912DC7A30}"/>
                </a:ext>
              </a:extLst>
            </p:cNvPr>
            <p:cNvSpPr/>
            <p:nvPr/>
          </p:nvSpPr>
          <p:spPr>
            <a:xfrm>
              <a:off x="3685956" y="-3499018"/>
              <a:ext cx="779714" cy="98371"/>
            </a:xfrm>
            <a:custGeom>
              <a:avLst/>
              <a:gdLst/>
              <a:ahLst/>
              <a:cxnLst/>
              <a:rect l="l" t="t" r="r" b="b"/>
              <a:pathLst>
                <a:path w="5374" h="678" extrusionOk="0">
                  <a:moveTo>
                    <a:pt x="2437" y="0"/>
                  </a:moveTo>
                  <a:cubicBezTo>
                    <a:pt x="1838" y="0"/>
                    <a:pt x="1207" y="54"/>
                    <a:pt x="637" y="208"/>
                  </a:cubicBezTo>
                  <a:cubicBezTo>
                    <a:pt x="638" y="208"/>
                    <a:pt x="0" y="334"/>
                    <a:pt x="225" y="677"/>
                  </a:cubicBezTo>
                  <a:cubicBezTo>
                    <a:pt x="225" y="677"/>
                    <a:pt x="1083" y="267"/>
                    <a:pt x="2507" y="267"/>
                  </a:cubicBezTo>
                  <a:cubicBezTo>
                    <a:pt x="3218" y="267"/>
                    <a:pt x="4071" y="370"/>
                    <a:pt x="5028" y="677"/>
                  </a:cubicBezTo>
                  <a:cubicBezTo>
                    <a:pt x="5028" y="677"/>
                    <a:pt x="5374" y="344"/>
                    <a:pt x="4646" y="208"/>
                  </a:cubicBezTo>
                  <a:cubicBezTo>
                    <a:pt x="4204" y="126"/>
                    <a:pt x="3357" y="0"/>
                    <a:pt x="24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789;p64">
              <a:extLst>
                <a:ext uri="{FF2B5EF4-FFF2-40B4-BE49-F238E27FC236}">
                  <a16:creationId xmlns:a16="http://schemas.microsoft.com/office/drawing/2014/main" id="{430E56BA-AE97-934F-7F9D-8AE945D8829F}"/>
                </a:ext>
              </a:extLst>
            </p:cNvPr>
            <p:cNvSpPr/>
            <p:nvPr/>
          </p:nvSpPr>
          <p:spPr>
            <a:xfrm>
              <a:off x="4016326" y="-3962871"/>
              <a:ext cx="106496" cy="148427"/>
            </a:xfrm>
            <a:custGeom>
              <a:avLst/>
              <a:gdLst/>
              <a:ahLst/>
              <a:cxnLst/>
              <a:rect l="l" t="t" r="r" b="b"/>
              <a:pathLst>
                <a:path w="734" h="1023" extrusionOk="0">
                  <a:moveTo>
                    <a:pt x="367" y="1"/>
                  </a:moveTo>
                  <a:cubicBezTo>
                    <a:pt x="163" y="1"/>
                    <a:pt x="0" y="228"/>
                    <a:pt x="0" y="512"/>
                  </a:cubicBezTo>
                  <a:cubicBezTo>
                    <a:pt x="0" y="795"/>
                    <a:pt x="165" y="1022"/>
                    <a:pt x="367" y="1022"/>
                  </a:cubicBezTo>
                  <a:cubicBezTo>
                    <a:pt x="571" y="1022"/>
                    <a:pt x="734" y="795"/>
                    <a:pt x="734" y="512"/>
                  </a:cubicBezTo>
                  <a:cubicBezTo>
                    <a:pt x="734" y="228"/>
                    <a:pt x="570" y="1"/>
                    <a:pt x="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790;p64">
              <a:extLst>
                <a:ext uri="{FF2B5EF4-FFF2-40B4-BE49-F238E27FC236}">
                  <a16:creationId xmlns:a16="http://schemas.microsoft.com/office/drawing/2014/main" id="{97372849-7A80-D04E-999F-A109B9365A5A}"/>
                </a:ext>
              </a:extLst>
            </p:cNvPr>
            <p:cNvSpPr/>
            <p:nvPr/>
          </p:nvSpPr>
          <p:spPr>
            <a:xfrm>
              <a:off x="4036929" y="-3786587"/>
              <a:ext cx="67177" cy="78639"/>
            </a:xfrm>
            <a:custGeom>
              <a:avLst/>
              <a:gdLst/>
              <a:ahLst/>
              <a:cxnLst/>
              <a:rect l="l" t="t" r="r" b="b"/>
              <a:pathLst>
                <a:path w="463" h="542" extrusionOk="0">
                  <a:moveTo>
                    <a:pt x="37" y="0"/>
                  </a:moveTo>
                  <a:cubicBezTo>
                    <a:pt x="0" y="0"/>
                    <a:pt x="14" y="65"/>
                    <a:pt x="14" y="100"/>
                  </a:cubicBezTo>
                  <a:lnTo>
                    <a:pt x="14" y="426"/>
                  </a:lnTo>
                  <a:cubicBezTo>
                    <a:pt x="14" y="464"/>
                    <a:pt x="2" y="541"/>
                    <a:pt x="37" y="541"/>
                  </a:cubicBezTo>
                  <a:lnTo>
                    <a:pt x="425" y="541"/>
                  </a:lnTo>
                  <a:cubicBezTo>
                    <a:pt x="463" y="541"/>
                    <a:pt x="449" y="464"/>
                    <a:pt x="449" y="426"/>
                  </a:cubicBezTo>
                  <a:lnTo>
                    <a:pt x="449" y="100"/>
                  </a:lnTo>
                  <a:cubicBezTo>
                    <a:pt x="449" y="65"/>
                    <a:pt x="460" y="0"/>
                    <a:pt x="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791;p64">
              <a:extLst>
                <a:ext uri="{FF2B5EF4-FFF2-40B4-BE49-F238E27FC236}">
                  <a16:creationId xmlns:a16="http://schemas.microsoft.com/office/drawing/2014/main" id="{2EC9FC8E-2153-2311-9D31-175FF7EAC367}"/>
                </a:ext>
              </a:extLst>
            </p:cNvPr>
            <p:cNvSpPr/>
            <p:nvPr/>
          </p:nvSpPr>
          <p:spPr>
            <a:xfrm>
              <a:off x="3313946" y="-2565074"/>
              <a:ext cx="1562619" cy="176575"/>
            </a:xfrm>
            <a:custGeom>
              <a:avLst/>
              <a:gdLst/>
              <a:ahLst/>
              <a:cxnLst/>
              <a:rect l="l" t="t" r="r" b="b"/>
              <a:pathLst>
                <a:path w="10770" h="1217" extrusionOk="0">
                  <a:moveTo>
                    <a:pt x="5471" y="0"/>
                  </a:moveTo>
                  <a:cubicBezTo>
                    <a:pt x="5447" y="0"/>
                    <a:pt x="5422" y="0"/>
                    <a:pt x="5398" y="0"/>
                  </a:cubicBezTo>
                  <a:cubicBezTo>
                    <a:pt x="148" y="10"/>
                    <a:pt x="0" y="1216"/>
                    <a:pt x="0" y="1216"/>
                  </a:cubicBezTo>
                  <a:lnTo>
                    <a:pt x="10413" y="1216"/>
                  </a:lnTo>
                  <a:cubicBezTo>
                    <a:pt x="10413" y="1216"/>
                    <a:pt x="10770" y="0"/>
                    <a:pt x="5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792;p64">
              <a:extLst>
                <a:ext uri="{FF2B5EF4-FFF2-40B4-BE49-F238E27FC236}">
                  <a16:creationId xmlns:a16="http://schemas.microsoft.com/office/drawing/2014/main" id="{98158231-D065-6DA7-3A9C-6F2587BC804D}"/>
                </a:ext>
              </a:extLst>
            </p:cNvPr>
            <p:cNvSpPr/>
            <p:nvPr/>
          </p:nvSpPr>
          <p:spPr>
            <a:xfrm>
              <a:off x="4808808" y="-2546067"/>
              <a:ext cx="31485" cy="2183169"/>
            </a:xfrm>
            <a:custGeom>
              <a:avLst/>
              <a:gdLst/>
              <a:ahLst/>
              <a:cxnLst/>
              <a:rect l="l" t="t" r="r" b="b"/>
              <a:pathLst>
                <a:path w="217" h="15047" extrusionOk="0">
                  <a:moveTo>
                    <a:pt x="0" y="0"/>
                  </a:moveTo>
                  <a:lnTo>
                    <a:pt x="0" y="15047"/>
                  </a:lnTo>
                  <a:lnTo>
                    <a:pt x="217" y="15047"/>
                  </a:lnTo>
                  <a:lnTo>
                    <a:pt x="21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793;p64">
              <a:extLst>
                <a:ext uri="{FF2B5EF4-FFF2-40B4-BE49-F238E27FC236}">
                  <a16:creationId xmlns:a16="http://schemas.microsoft.com/office/drawing/2014/main" id="{5204BC36-FEC4-7B99-2FB0-63B09B7EB031}"/>
                </a:ext>
              </a:extLst>
            </p:cNvPr>
            <p:cNvSpPr/>
            <p:nvPr/>
          </p:nvSpPr>
          <p:spPr>
            <a:xfrm>
              <a:off x="4785303" y="-2689851"/>
              <a:ext cx="73851" cy="74576"/>
            </a:xfrm>
            <a:custGeom>
              <a:avLst/>
              <a:gdLst/>
              <a:ahLst/>
              <a:cxnLst/>
              <a:rect l="l" t="t" r="r" b="b"/>
              <a:pathLst>
                <a:path w="509" h="514" extrusionOk="0">
                  <a:moveTo>
                    <a:pt x="255" y="0"/>
                  </a:moveTo>
                  <a:cubicBezTo>
                    <a:pt x="255" y="0"/>
                    <a:pt x="252" y="284"/>
                    <a:pt x="183" y="359"/>
                  </a:cubicBezTo>
                  <a:cubicBezTo>
                    <a:pt x="131" y="385"/>
                    <a:pt x="29" y="463"/>
                    <a:pt x="1" y="513"/>
                  </a:cubicBezTo>
                  <a:cubicBezTo>
                    <a:pt x="61" y="478"/>
                    <a:pt x="149" y="444"/>
                    <a:pt x="254" y="444"/>
                  </a:cubicBezTo>
                  <a:cubicBezTo>
                    <a:pt x="330" y="444"/>
                    <a:pt x="416" y="462"/>
                    <a:pt x="508" y="510"/>
                  </a:cubicBezTo>
                  <a:cubicBezTo>
                    <a:pt x="483" y="463"/>
                    <a:pt x="442" y="422"/>
                    <a:pt x="394" y="397"/>
                  </a:cubicBezTo>
                  <a:lnTo>
                    <a:pt x="324" y="350"/>
                  </a:lnTo>
                  <a:cubicBezTo>
                    <a:pt x="273" y="222"/>
                    <a:pt x="255" y="0"/>
                    <a:pt x="2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794;p64">
              <a:extLst>
                <a:ext uri="{FF2B5EF4-FFF2-40B4-BE49-F238E27FC236}">
                  <a16:creationId xmlns:a16="http://schemas.microsoft.com/office/drawing/2014/main" id="{35EC47A7-E4D1-B484-681A-B9F7329B6EFD}"/>
                </a:ext>
              </a:extLst>
            </p:cNvPr>
            <p:cNvSpPr/>
            <p:nvPr/>
          </p:nvSpPr>
          <p:spPr>
            <a:xfrm>
              <a:off x="4779790" y="-2625576"/>
              <a:ext cx="84587" cy="73270"/>
            </a:xfrm>
            <a:custGeom>
              <a:avLst/>
              <a:gdLst/>
              <a:ahLst/>
              <a:cxnLst/>
              <a:rect l="l" t="t" r="r" b="b"/>
              <a:pathLst>
                <a:path w="583" h="505" extrusionOk="0">
                  <a:moveTo>
                    <a:pt x="291" y="0"/>
                  </a:moveTo>
                  <a:cubicBezTo>
                    <a:pt x="186" y="0"/>
                    <a:pt x="98" y="35"/>
                    <a:pt x="37" y="69"/>
                  </a:cubicBezTo>
                  <a:cubicBezTo>
                    <a:pt x="13" y="111"/>
                    <a:pt x="1" y="159"/>
                    <a:pt x="1" y="211"/>
                  </a:cubicBezTo>
                  <a:cubicBezTo>
                    <a:pt x="1" y="372"/>
                    <a:pt x="130" y="505"/>
                    <a:pt x="292" y="505"/>
                  </a:cubicBezTo>
                  <a:cubicBezTo>
                    <a:pt x="453" y="505"/>
                    <a:pt x="583" y="372"/>
                    <a:pt x="583" y="211"/>
                  </a:cubicBezTo>
                  <a:cubicBezTo>
                    <a:pt x="583" y="159"/>
                    <a:pt x="569" y="110"/>
                    <a:pt x="545" y="67"/>
                  </a:cubicBezTo>
                  <a:cubicBezTo>
                    <a:pt x="453" y="18"/>
                    <a:pt x="368" y="0"/>
                    <a:pt x="2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795;p64">
              <a:extLst>
                <a:ext uri="{FF2B5EF4-FFF2-40B4-BE49-F238E27FC236}">
                  <a16:creationId xmlns:a16="http://schemas.microsoft.com/office/drawing/2014/main" id="{12D3AC75-5C4C-6AAF-FE1C-FA3F26FD9C42}"/>
                </a:ext>
              </a:extLst>
            </p:cNvPr>
            <p:cNvSpPr/>
            <p:nvPr/>
          </p:nvSpPr>
          <p:spPr>
            <a:xfrm>
              <a:off x="4814466" y="-2701459"/>
              <a:ext cx="14799" cy="14799"/>
            </a:xfrm>
            <a:custGeom>
              <a:avLst/>
              <a:gdLst/>
              <a:ahLst/>
              <a:cxnLst/>
              <a:rect l="l" t="t" r="r" b="b"/>
              <a:pathLst>
                <a:path w="102" h="102" extrusionOk="0">
                  <a:moveTo>
                    <a:pt x="51" y="0"/>
                  </a:moveTo>
                  <a:cubicBezTo>
                    <a:pt x="23" y="0"/>
                    <a:pt x="1" y="23"/>
                    <a:pt x="1" y="51"/>
                  </a:cubicBezTo>
                  <a:cubicBezTo>
                    <a:pt x="1" y="79"/>
                    <a:pt x="23" y="101"/>
                    <a:pt x="51" y="101"/>
                  </a:cubicBezTo>
                  <a:cubicBezTo>
                    <a:pt x="79" y="101"/>
                    <a:pt x="102" y="79"/>
                    <a:pt x="102" y="51"/>
                  </a:cubicBezTo>
                  <a:cubicBezTo>
                    <a:pt x="102" y="23"/>
                    <a:pt x="79" y="0"/>
                    <a:pt x="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796;p64">
              <a:extLst>
                <a:ext uri="{FF2B5EF4-FFF2-40B4-BE49-F238E27FC236}">
                  <a16:creationId xmlns:a16="http://schemas.microsoft.com/office/drawing/2014/main" id="{D6FDE3A5-744B-9BCA-EB63-843102C83A07}"/>
                </a:ext>
              </a:extLst>
            </p:cNvPr>
            <p:cNvSpPr/>
            <p:nvPr/>
          </p:nvSpPr>
          <p:spPr>
            <a:xfrm>
              <a:off x="4793138" y="-2561592"/>
              <a:ext cx="62969" cy="15815"/>
            </a:xfrm>
            <a:custGeom>
              <a:avLst/>
              <a:gdLst/>
              <a:ahLst/>
              <a:cxnLst/>
              <a:rect l="l" t="t" r="r" b="b"/>
              <a:pathLst>
                <a:path w="434" h="109" extrusionOk="0">
                  <a:moveTo>
                    <a:pt x="30" y="0"/>
                  </a:moveTo>
                  <a:cubicBezTo>
                    <a:pt x="11" y="0"/>
                    <a:pt x="0" y="13"/>
                    <a:pt x="0" y="28"/>
                  </a:cubicBezTo>
                  <a:lnTo>
                    <a:pt x="0" y="79"/>
                  </a:lnTo>
                  <a:cubicBezTo>
                    <a:pt x="0" y="97"/>
                    <a:pt x="14" y="109"/>
                    <a:pt x="30" y="109"/>
                  </a:cubicBezTo>
                  <a:lnTo>
                    <a:pt x="404" y="109"/>
                  </a:lnTo>
                  <a:cubicBezTo>
                    <a:pt x="419" y="109"/>
                    <a:pt x="433" y="96"/>
                    <a:pt x="433" y="79"/>
                  </a:cubicBezTo>
                  <a:lnTo>
                    <a:pt x="433" y="28"/>
                  </a:lnTo>
                  <a:cubicBezTo>
                    <a:pt x="433" y="13"/>
                    <a:pt x="419" y="0"/>
                    <a:pt x="4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797;p64">
              <a:extLst>
                <a:ext uri="{FF2B5EF4-FFF2-40B4-BE49-F238E27FC236}">
                  <a16:creationId xmlns:a16="http://schemas.microsoft.com/office/drawing/2014/main" id="{99B76EE0-7FC3-3538-A9D5-5320A6E01F19}"/>
                </a:ext>
              </a:extLst>
            </p:cNvPr>
            <p:cNvSpPr/>
            <p:nvPr/>
          </p:nvSpPr>
          <p:spPr>
            <a:xfrm>
              <a:off x="3269403" y="-2546067"/>
              <a:ext cx="47590" cy="2183169"/>
            </a:xfrm>
            <a:custGeom>
              <a:avLst/>
              <a:gdLst/>
              <a:ahLst/>
              <a:cxnLst/>
              <a:rect l="l" t="t" r="r" b="b"/>
              <a:pathLst>
                <a:path w="328" h="15047" extrusionOk="0">
                  <a:moveTo>
                    <a:pt x="1" y="0"/>
                  </a:moveTo>
                  <a:lnTo>
                    <a:pt x="1" y="15047"/>
                  </a:lnTo>
                  <a:lnTo>
                    <a:pt x="327" y="15047"/>
                  </a:lnTo>
                  <a:lnTo>
                    <a:pt x="32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798;p64">
              <a:extLst>
                <a:ext uri="{FF2B5EF4-FFF2-40B4-BE49-F238E27FC236}">
                  <a16:creationId xmlns:a16="http://schemas.microsoft.com/office/drawing/2014/main" id="{32BEF706-F9D2-6005-3518-670CAB7F920C}"/>
                </a:ext>
              </a:extLst>
            </p:cNvPr>
            <p:cNvSpPr/>
            <p:nvPr/>
          </p:nvSpPr>
          <p:spPr>
            <a:xfrm>
              <a:off x="3253733" y="-2689851"/>
              <a:ext cx="74141" cy="74576"/>
            </a:xfrm>
            <a:custGeom>
              <a:avLst/>
              <a:gdLst/>
              <a:ahLst/>
              <a:cxnLst/>
              <a:rect l="l" t="t" r="r" b="b"/>
              <a:pathLst>
                <a:path w="511" h="514" extrusionOk="0">
                  <a:moveTo>
                    <a:pt x="255" y="0"/>
                  </a:moveTo>
                  <a:cubicBezTo>
                    <a:pt x="255" y="0"/>
                    <a:pt x="252" y="284"/>
                    <a:pt x="183" y="359"/>
                  </a:cubicBezTo>
                  <a:cubicBezTo>
                    <a:pt x="133" y="385"/>
                    <a:pt x="29" y="463"/>
                    <a:pt x="1" y="513"/>
                  </a:cubicBezTo>
                  <a:cubicBezTo>
                    <a:pt x="63" y="478"/>
                    <a:pt x="151" y="444"/>
                    <a:pt x="257" y="444"/>
                  </a:cubicBezTo>
                  <a:cubicBezTo>
                    <a:pt x="334" y="444"/>
                    <a:pt x="420" y="462"/>
                    <a:pt x="511" y="510"/>
                  </a:cubicBezTo>
                  <a:cubicBezTo>
                    <a:pt x="484" y="463"/>
                    <a:pt x="444" y="422"/>
                    <a:pt x="396" y="397"/>
                  </a:cubicBezTo>
                  <a:lnTo>
                    <a:pt x="324" y="350"/>
                  </a:lnTo>
                  <a:cubicBezTo>
                    <a:pt x="275" y="222"/>
                    <a:pt x="255" y="0"/>
                    <a:pt x="2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799;p64">
              <a:extLst>
                <a:ext uri="{FF2B5EF4-FFF2-40B4-BE49-F238E27FC236}">
                  <a16:creationId xmlns:a16="http://schemas.microsoft.com/office/drawing/2014/main" id="{44F510A4-DFC9-D6AB-8516-42D34540D86F}"/>
                </a:ext>
              </a:extLst>
            </p:cNvPr>
            <p:cNvSpPr/>
            <p:nvPr/>
          </p:nvSpPr>
          <p:spPr>
            <a:xfrm>
              <a:off x="3248655" y="-2625576"/>
              <a:ext cx="84733" cy="73270"/>
            </a:xfrm>
            <a:custGeom>
              <a:avLst/>
              <a:gdLst/>
              <a:ahLst/>
              <a:cxnLst/>
              <a:rect l="l" t="t" r="r" b="b"/>
              <a:pathLst>
                <a:path w="584" h="505" extrusionOk="0">
                  <a:moveTo>
                    <a:pt x="292" y="0"/>
                  </a:moveTo>
                  <a:cubicBezTo>
                    <a:pt x="186" y="0"/>
                    <a:pt x="98" y="35"/>
                    <a:pt x="37" y="69"/>
                  </a:cubicBezTo>
                  <a:cubicBezTo>
                    <a:pt x="15" y="111"/>
                    <a:pt x="1" y="159"/>
                    <a:pt x="1" y="211"/>
                  </a:cubicBezTo>
                  <a:cubicBezTo>
                    <a:pt x="1" y="372"/>
                    <a:pt x="131" y="505"/>
                    <a:pt x="293" y="505"/>
                  </a:cubicBezTo>
                  <a:cubicBezTo>
                    <a:pt x="455" y="505"/>
                    <a:pt x="584" y="372"/>
                    <a:pt x="584" y="211"/>
                  </a:cubicBezTo>
                  <a:cubicBezTo>
                    <a:pt x="584" y="159"/>
                    <a:pt x="570" y="110"/>
                    <a:pt x="546" y="67"/>
                  </a:cubicBezTo>
                  <a:cubicBezTo>
                    <a:pt x="454" y="18"/>
                    <a:pt x="369" y="0"/>
                    <a:pt x="2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00;p64">
              <a:extLst>
                <a:ext uri="{FF2B5EF4-FFF2-40B4-BE49-F238E27FC236}">
                  <a16:creationId xmlns:a16="http://schemas.microsoft.com/office/drawing/2014/main" id="{FDBCA8B4-226E-32FE-216C-3E79A9752FB9}"/>
                </a:ext>
              </a:extLst>
            </p:cNvPr>
            <p:cNvSpPr/>
            <p:nvPr/>
          </p:nvSpPr>
          <p:spPr>
            <a:xfrm>
              <a:off x="3283186" y="-2701459"/>
              <a:ext cx="14799" cy="14799"/>
            </a:xfrm>
            <a:custGeom>
              <a:avLst/>
              <a:gdLst/>
              <a:ahLst/>
              <a:cxnLst/>
              <a:rect l="l" t="t" r="r" b="b"/>
              <a:pathLst>
                <a:path w="102" h="102" extrusionOk="0">
                  <a:moveTo>
                    <a:pt x="51" y="0"/>
                  </a:moveTo>
                  <a:cubicBezTo>
                    <a:pt x="23" y="0"/>
                    <a:pt x="0" y="23"/>
                    <a:pt x="0" y="51"/>
                  </a:cubicBezTo>
                  <a:cubicBezTo>
                    <a:pt x="0" y="79"/>
                    <a:pt x="23" y="101"/>
                    <a:pt x="51" y="101"/>
                  </a:cubicBezTo>
                  <a:cubicBezTo>
                    <a:pt x="79" y="101"/>
                    <a:pt x="101" y="79"/>
                    <a:pt x="101" y="51"/>
                  </a:cubicBezTo>
                  <a:cubicBezTo>
                    <a:pt x="101" y="23"/>
                    <a:pt x="80" y="0"/>
                    <a:pt x="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01;p64">
              <a:extLst>
                <a:ext uri="{FF2B5EF4-FFF2-40B4-BE49-F238E27FC236}">
                  <a16:creationId xmlns:a16="http://schemas.microsoft.com/office/drawing/2014/main" id="{AD01223F-3B76-F717-48DE-414F6D489656}"/>
                </a:ext>
              </a:extLst>
            </p:cNvPr>
            <p:cNvSpPr/>
            <p:nvPr/>
          </p:nvSpPr>
          <p:spPr>
            <a:xfrm>
              <a:off x="3264615" y="-2561592"/>
              <a:ext cx="52668" cy="17266"/>
            </a:xfrm>
            <a:custGeom>
              <a:avLst/>
              <a:gdLst/>
              <a:ahLst/>
              <a:cxnLst/>
              <a:rect l="l" t="t" r="r" b="b"/>
              <a:pathLst>
                <a:path w="363" h="119" extrusionOk="0">
                  <a:moveTo>
                    <a:pt x="17" y="0"/>
                  </a:moveTo>
                  <a:cubicBezTo>
                    <a:pt x="0" y="0"/>
                    <a:pt x="35" y="23"/>
                    <a:pt x="35" y="40"/>
                  </a:cubicBezTo>
                  <a:lnTo>
                    <a:pt x="35" y="110"/>
                  </a:lnTo>
                  <a:lnTo>
                    <a:pt x="347" y="110"/>
                  </a:lnTo>
                  <a:cubicBezTo>
                    <a:pt x="358" y="110"/>
                    <a:pt x="360" y="118"/>
                    <a:pt x="360" y="118"/>
                  </a:cubicBezTo>
                  <a:cubicBezTo>
                    <a:pt x="360" y="118"/>
                    <a:pt x="360" y="116"/>
                    <a:pt x="360" y="111"/>
                  </a:cubicBezTo>
                  <a:lnTo>
                    <a:pt x="360" y="40"/>
                  </a:lnTo>
                  <a:cubicBezTo>
                    <a:pt x="360" y="23"/>
                    <a:pt x="363" y="0"/>
                    <a:pt x="347" y="0"/>
                  </a:cubicBezTo>
                  <a:close/>
                  <a:moveTo>
                    <a:pt x="17" y="110"/>
                  </a:moveTo>
                  <a:cubicBezTo>
                    <a:pt x="7" y="110"/>
                    <a:pt x="19" y="119"/>
                    <a:pt x="28" y="119"/>
                  </a:cubicBezTo>
                  <a:cubicBezTo>
                    <a:pt x="32" y="119"/>
                    <a:pt x="35" y="117"/>
                    <a:pt x="35" y="111"/>
                  </a:cubicBezTo>
                  <a:lnTo>
                    <a:pt x="35" y="11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34" name="Google Shape;1716;p64">
            <a:extLst>
              <a:ext uri="{FF2B5EF4-FFF2-40B4-BE49-F238E27FC236}">
                <a16:creationId xmlns:a16="http://schemas.microsoft.com/office/drawing/2014/main" id="{08CF702C-D04B-BDBC-77B4-40D5399BBB9C}"/>
              </a:ext>
            </a:extLst>
          </p:cNvPr>
          <p:cNvGrpSpPr/>
          <p:nvPr/>
        </p:nvGrpSpPr>
        <p:grpSpPr>
          <a:xfrm>
            <a:off x="5636287" y="771301"/>
            <a:ext cx="845832" cy="857456"/>
            <a:chOff x="2114341" y="-4495787"/>
            <a:chExt cx="3868100" cy="4164519"/>
          </a:xfrm>
        </p:grpSpPr>
        <p:sp>
          <p:nvSpPr>
            <p:cNvPr id="1835" name="Google Shape;1717;p64">
              <a:extLst>
                <a:ext uri="{FF2B5EF4-FFF2-40B4-BE49-F238E27FC236}">
                  <a16:creationId xmlns:a16="http://schemas.microsoft.com/office/drawing/2014/main" id="{4310A542-ED8C-1341-6722-0D3B295C75C4}"/>
                </a:ext>
              </a:extLst>
            </p:cNvPr>
            <p:cNvSpPr/>
            <p:nvPr/>
          </p:nvSpPr>
          <p:spPr>
            <a:xfrm>
              <a:off x="2343003" y="-2200463"/>
              <a:ext cx="31339" cy="439913"/>
            </a:xfrm>
            <a:custGeom>
              <a:avLst/>
              <a:gdLst/>
              <a:ahLst/>
              <a:cxnLst/>
              <a:rect l="l" t="t" r="r" b="b"/>
              <a:pathLst>
                <a:path w="216" h="3032" extrusionOk="0">
                  <a:moveTo>
                    <a:pt x="0" y="1"/>
                  </a:moveTo>
                  <a:lnTo>
                    <a:pt x="0" y="3031"/>
                  </a:lnTo>
                  <a:lnTo>
                    <a:pt x="215" y="3031"/>
                  </a:lnTo>
                  <a:lnTo>
                    <a:pt x="21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718;p64">
              <a:extLst>
                <a:ext uri="{FF2B5EF4-FFF2-40B4-BE49-F238E27FC236}">
                  <a16:creationId xmlns:a16="http://schemas.microsoft.com/office/drawing/2014/main" id="{7C8F7C0E-8DC7-180B-8B24-08F67096DFAD}"/>
                </a:ext>
              </a:extLst>
            </p:cNvPr>
            <p:cNvSpPr/>
            <p:nvPr/>
          </p:nvSpPr>
          <p:spPr>
            <a:xfrm>
              <a:off x="2317322" y="-2339459"/>
              <a:ext cx="73706" cy="74576"/>
            </a:xfrm>
            <a:custGeom>
              <a:avLst/>
              <a:gdLst/>
              <a:ahLst/>
              <a:cxnLst/>
              <a:rect l="l" t="t" r="r" b="b"/>
              <a:pathLst>
                <a:path w="508" h="514" extrusionOk="0">
                  <a:moveTo>
                    <a:pt x="253" y="0"/>
                  </a:moveTo>
                  <a:cubicBezTo>
                    <a:pt x="253" y="0"/>
                    <a:pt x="235" y="221"/>
                    <a:pt x="184" y="350"/>
                  </a:cubicBezTo>
                  <a:lnTo>
                    <a:pt x="114" y="395"/>
                  </a:lnTo>
                  <a:cubicBezTo>
                    <a:pt x="66" y="422"/>
                    <a:pt x="26" y="462"/>
                    <a:pt x="0" y="509"/>
                  </a:cubicBezTo>
                  <a:cubicBezTo>
                    <a:pt x="91" y="460"/>
                    <a:pt x="176" y="442"/>
                    <a:pt x="251" y="442"/>
                  </a:cubicBezTo>
                  <a:cubicBezTo>
                    <a:pt x="358" y="442"/>
                    <a:pt x="446" y="478"/>
                    <a:pt x="508" y="513"/>
                  </a:cubicBezTo>
                  <a:cubicBezTo>
                    <a:pt x="480" y="462"/>
                    <a:pt x="376" y="385"/>
                    <a:pt x="325" y="358"/>
                  </a:cubicBezTo>
                  <a:cubicBezTo>
                    <a:pt x="256" y="283"/>
                    <a:pt x="253" y="0"/>
                    <a:pt x="25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719;p64">
              <a:extLst>
                <a:ext uri="{FF2B5EF4-FFF2-40B4-BE49-F238E27FC236}">
                  <a16:creationId xmlns:a16="http://schemas.microsoft.com/office/drawing/2014/main" id="{734EA3D6-DC28-18C1-0C69-7DA1463D9154}"/>
                </a:ext>
              </a:extLst>
            </p:cNvPr>
            <p:cNvSpPr/>
            <p:nvPr/>
          </p:nvSpPr>
          <p:spPr>
            <a:xfrm>
              <a:off x="2311519" y="-2275329"/>
              <a:ext cx="84878" cy="73416"/>
            </a:xfrm>
            <a:custGeom>
              <a:avLst/>
              <a:gdLst/>
              <a:ahLst/>
              <a:cxnLst/>
              <a:rect l="l" t="t" r="r" b="b"/>
              <a:pathLst>
                <a:path w="585" h="506" extrusionOk="0">
                  <a:moveTo>
                    <a:pt x="292" y="0"/>
                  </a:moveTo>
                  <a:cubicBezTo>
                    <a:pt x="216" y="0"/>
                    <a:pt x="131" y="18"/>
                    <a:pt x="40" y="67"/>
                  </a:cubicBezTo>
                  <a:cubicBezTo>
                    <a:pt x="15" y="109"/>
                    <a:pt x="1" y="158"/>
                    <a:pt x="1" y="212"/>
                  </a:cubicBezTo>
                  <a:cubicBezTo>
                    <a:pt x="1" y="373"/>
                    <a:pt x="132" y="505"/>
                    <a:pt x="293" y="505"/>
                  </a:cubicBezTo>
                  <a:cubicBezTo>
                    <a:pt x="455" y="505"/>
                    <a:pt x="584" y="373"/>
                    <a:pt x="584" y="212"/>
                  </a:cubicBezTo>
                  <a:cubicBezTo>
                    <a:pt x="584" y="158"/>
                    <a:pt x="570" y="112"/>
                    <a:pt x="548" y="70"/>
                  </a:cubicBezTo>
                  <a:cubicBezTo>
                    <a:pt x="486" y="35"/>
                    <a:pt x="398" y="0"/>
                    <a:pt x="2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720;p64">
              <a:extLst>
                <a:ext uri="{FF2B5EF4-FFF2-40B4-BE49-F238E27FC236}">
                  <a16:creationId xmlns:a16="http://schemas.microsoft.com/office/drawing/2014/main" id="{D2F28EED-2A52-994C-4EAF-D288F5514104}"/>
                </a:ext>
              </a:extLst>
            </p:cNvPr>
            <p:cNvSpPr/>
            <p:nvPr/>
          </p:nvSpPr>
          <p:spPr>
            <a:xfrm>
              <a:off x="2347066" y="-2351356"/>
              <a:ext cx="14799" cy="15089"/>
            </a:xfrm>
            <a:custGeom>
              <a:avLst/>
              <a:gdLst/>
              <a:ahLst/>
              <a:cxnLst/>
              <a:rect l="l" t="t" r="r" b="b"/>
              <a:pathLst>
                <a:path w="102" h="104" extrusionOk="0">
                  <a:moveTo>
                    <a:pt x="51" y="1"/>
                  </a:moveTo>
                  <a:cubicBezTo>
                    <a:pt x="23" y="1"/>
                    <a:pt x="1" y="24"/>
                    <a:pt x="1" y="53"/>
                  </a:cubicBezTo>
                  <a:cubicBezTo>
                    <a:pt x="1" y="81"/>
                    <a:pt x="23" y="103"/>
                    <a:pt x="51" y="103"/>
                  </a:cubicBezTo>
                  <a:cubicBezTo>
                    <a:pt x="79" y="103"/>
                    <a:pt x="102" y="81"/>
                    <a:pt x="102" y="53"/>
                  </a:cubicBezTo>
                  <a:cubicBezTo>
                    <a:pt x="102" y="24"/>
                    <a:pt x="79" y="1"/>
                    <a:pt x="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721;p64">
              <a:extLst>
                <a:ext uri="{FF2B5EF4-FFF2-40B4-BE49-F238E27FC236}">
                  <a16:creationId xmlns:a16="http://schemas.microsoft.com/office/drawing/2014/main" id="{47D696EF-B318-4AE8-09F1-273F965A5B2A}"/>
                </a:ext>
              </a:extLst>
            </p:cNvPr>
            <p:cNvSpPr/>
            <p:nvPr/>
          </p:nvSpPr>
          <p:spPr>
            <a:xfrm>
              <a:off x="2327043" y="-2215987"/>
              <a:ext cx="62969" cy="31630"/>
            </a:xfrm>
            <a:custGeom>
              <a:avLst/>
              <a:gdLst/>
              <a:ahLst/>
              <a:cxnLst/>
              <a:rect l="l" t="t" r="r" b="b"/>
              <a:pathLst>
                <a:path w="434" h="218" extrusionOk="0">
                  <a:moveTo>
                    <a:pt x="20" y="1"/>
                  </a:moveTo>
                  <a:cubicBezTo>
                    <a:pt x="5" y="1"/>
                    <a:pt x="1" y="56"/>
                    <a:pt x="1" y="71"/>
                  </a:cubicBezTo>
                  <a:lnTo>
                    <a:pt x="1" y="143"/>
                  </a:lnTo>
                  <a:cubicBezTo>
                    <a:pt x="1" y="160"/>
                    <a:pt x="5" y="217"/>
                    <a:pt x="20" y="217"/>
                  </a:cubicBezTo>
                  <a:lnTo>
                    <a:pt x="351" y="217"/>
                  </a:lnTo>
                  <a:cubicBezTo>
                    <a:pt x="366" y="217"/>
                    <a:pt x="434" y="161"/>
                    <a:pt x="434" y="143"/>
                  </a:cubicBezTo>
                  <a:lnTo>
                    <a:pt x="434" y="71"/>
                  </a:lnTo>
                  <a:cubicBezTo>
                    <a:pt x="434" y="56"/>
                    <a:pt x="366" y="1"/>
                    <a:pt x="3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722;p64">
              <a:extLst>
                <a:ext uri="{FF2B5EF4-FFF2-40B4-BE49-F238E27FC236}">
                  <a16:creationId xmlns:a16="http://schemas.microsoft.com/office/drawing/2014/main" id="{C9126A5F-D266-01D3-575C-FE8EC730FC7D}"/>
                </a:ext>
              </a:extLst>
            </p:cNvPr>
            <p:cNvSpPr/>
            <p:nvPr/>
          </p:nvSpPr>
          <p:spPr>
            <a:xfrm>
              <a:off x="2562670" y="-2200463"/>
              <a:ext cx="47444" cy="439913"/>
            </a:xfrm>
            <a:custGeom>
              <a:avLst/>
              <a:gdLst/>
              <a:ahLst/>
              <a:cxnLst/>
              <a:rect l="l" t="t" r="r" b="b"/>
              <a:pathLst>
                <a:path w="327" h="3032" extrusionOk="0">
                  <a:moveTo>
                    <a:pt x="0" y="1"/>
                  </a:moveTo>
                  <a:lnTo>
                    <a:pt x="0" y="3031"/>
                  </a:lnTo>
                  <a:lnTo>
                    <a:pt x="326" y="3031"/>
                  </a:lnTo>
                  <a:lnTo>
                    <a:pt x="32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723;p64">
              <a:extLst>
                <a:ext uri="{FF2B5EF4-FFF2-40B4-BE49-F238E27FC236}">
                  <a16:creationId xmlns:a16="http://schemas.microsoft.com/office/drawing/2014/main" id="{F1592E34-4F56-0A23-91A1-D0CB7EFAA897}"/>
                </a:ext>
              </a:extLst>
            </p:cNvPr>
            <p:cNvSpPr/>
            <p:nvPr/>
          </p:nvSpPr>
          <p:spPr>
            <a:xfrm>
              <a:off x="2552078" y="-2339459"/>
              <a:ext cx="73851" cy="74576"/>
            </a:xfrm>
            <a:custGeom>
              <a:avLst/>
              <a:gdLst/>
              <a:ahLst/>
              <a:cxnLst/>
              <a:rect l="l" t="t" r="r" b="b"/>
              <a:pathLst>
                <a:path w="509" h="514" extrusionOk="0">
                  <a:moveTo>
                    <a:pt x="255" y="0"/>
                  </a:moveTo>
                  <a:cubicBezTo>
                    <a:pt x="255" y="0"/>
                    <a:pt x="238" y="221"/>
                    <a:pt x="186" y="350"/>
                  </a:cubicBezTo>
                  <a:lnTo>
                    <a:pt x="114" y="395"/>
                  </a:lnTo>
                  <a:cubicBezTo>
                    <a:pt x="66" y="422"/>
                    <a:pt x="27" y="462"/>
                    <a:pt x="0" y="509"/>
                  </a:cubicBezTo>
                  <a:cubicBezTo>
                    <a:pt x="91" y="460"/>
                    <a:pt x="176" y="442"/>
                    <a:pt x="252" y="442"/>
                  </a:cubicBezTo>
                  <a:cubicBezTo>
                    <a:pt x="358" y="442"/>
                    <a:pt x="447" y="478"/>
                    <a:pt x="509" y="513"/>
                  </a:cubicBezTo>
                  <a:cubicBezTo>
                    <a:pt x="481" y="462"/>
                    <a:pt x="378" y="385"/>
                    <a:pt x="326" y="358"/>
                  </a:cubicBezTo>
                  <a:cubicBezTo>
                    <a:pt x="259" y="283"/>
                    <a:pt x="255" y="0"/>
                    <a:pt x="2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724;p64">
              <a:extLst>
                <a:ext uri="{FF2B5EF4-FFF2-40B4-BE49-F238E27FC236}">
                  <a16:creationId xmlns:a16="http://schemas.microsoft.com/office/drawing/2014/main" id="{7E27EBB6-4531-90F0-D616-1FB13A5E9C3C}"/>
                </a:ext>
              </a:extLst>
            </p:cNvPr>
            <p:cNvSpPr/>
            <p:nvPr/>
          </p:nvSpPr>
          <p:spPr>
            <a:xfrm>
              <a:off x="2546274" y="-2275329"/>
              <a:ext cx="84878" cy="73416"/>
            </a:xfrm>
            <a:custGeom>
              <a:avLst/>
              <a:gdLst/>
              <a:ahLst/>
              <a:cxnLst/>
              <a:rect l="l" t="t" r="r" b="b"/>
              <a:pathLst>
                <a:path w="585" h="506" extrusionOk="0">
                  <a:moveTo>
                    <a:pt x="292" y="0"/>
                  </a:moveTo>
                  <a:cubicBezTo>
                    <a:pt x="217" y="0"/>
                    <a:pt x="132" y="18"/>
                    <a:pt x="40" y="67"/>
                  </a:cubicBezTo>
                  <a:cubicBezTo>
                    <a:pt x="15" y="109"/>
                    <a:pt x="1" y="158"/>
                    <a:pt x="1" y="212"/>
                  </a:cubicBezTo>
                  <a:cubicBezTo>
                    <a:pt x="1" y="373"/>
                    <a:pt x="132" y="505"/>
                    <a:pt x="293" y="505"/>
                  </a:cubicBezTo>
                  <a:cubicBezTo>
                    <a:pt x="455" y="505"/>
                    <a:pt x="584" y="373"/>
                    <a:pt x="584" y="212"/>
                  </a:cubicBezTo>
                  <a:cubicBezTo>
                    <a:pt x="584" y="158"/>
                    <a:pt x="570" y="112"/>
                    <a:pt x="548" y="70"/>
                  </a:cubicBezTo>
                  <a:cubicBezTo>
                    <a:pt x="486" y="35"/>
                    <a:pt x="398" y="0"/>
                    <a:pt x="2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725;p64">
              <a:extLst>
                <a:ext uri="{FF2B5EF4-FFF2-40B4-BE49-F238E27FC236}">
                  <a16:creationId xmlns:a16="http://schemas.microsoft.com/office/drawing/2014/main" id="{B51E850F-990B-52C4-9F3B-421B0BBE91EE}"/>
                </a:ext>
              </a:extLst>
            </p:cNvPr>
            <p:cNvSpPr/>
            <p:nvPr/>
          </p:nvSpPr>
          <p:spPr>
            <a:xfrm>
              <a:off x="2581821" y="-2351356"/>
              <a:ext cx="14944" cy="15089"/>
            </a:xfrm>
            <a:custGeom>
              <a:avLst/>
              <a:gdLst/>
              <a:ahLst/>
              <a:cxnLst/>
              <a:rect l="l" t="t" r="r" b="b"/>
              <a:pathLst>
                <a:path w="103" h="104" extrusionOk="0">
                  <a:moveTo>
                    <a:pt x="51" y="1"/>
                  </a:moveTo>
                  <a:cubicBezTo>
                    <a:pt x="23" y="1"/>
                    <a:pt x="0" y="24"/>
                    <a:pt x="0" y="53"/>
                  </a:cubicBezTo>
                  <a:cubicBezTo>
                    <a:pt x="0" y="81"/>
                    <a:pt x="23" y="103"/>
                    <a:pt x="51" y="103"/>
                  </a:cubicBezTo>
                  <a:cubicBezTo>
                    <a:pt x="79" y="103"/>
                    <a:pt x="103" y="81"/>
                    <a:pt x="103" y="53"/>
                  </a:cubicBezTo>
                  <a:cubicBezTo>
                    <a:pt x="103" y="24"/>
                    <a:pt x="79" y="1"/>
                    <a:pt x="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726;p64">
              <a:extLst>
                <a:ext uri="{FF2B5EF4-FFF2-40B4-BE49-F238E27FC236}">
                  <a16:creationId xmlns:a16="http://schemas.microsoft.com/office/drawing/2014/main" id="{13244CF5-2654-F352-059D-9459756F1A3D}"/>
                </a:ext>
              </a:extLst>
            </p:cNvPr>
            <p:cNvSpPr/>
            <p:nvPr/>
          </p:nvSpPr>
          <p:spPr>
            <a:xfrm>
              <a:off x="2563105" y="-2216133"/>
              <a:ext cx="62679" cy="16250"/>
            </a:xfrm>
            <a:custGeom>
              <a:avLst/>
              <a:gdLst/>
              <a:ahLst/>
              <a:cxnLst/>
              <a:rect l="l" t="t" r="r" b="b"/>
              <a:pathLst>
                <a:path w="432" h="112" extrusionOk="0">
                  <a:moveTo>
                    <a:pt x="28" y="0"/>
                  </a:moveTo>
                  <a:cubicBezTo>
                    <a:pt x="11" y="0"/>
                    <a:pt x="0" y="13"/>
                    <a:pt x="0" y="30"/>
                  </a:cubicBezTo>
                  <a:lnTo>
                    <a:pt x="0" y="81"/>
                  </a:lnTo>
                  <a:cubicBezTo>
                    <a:pt x="0" y="97"/>
                    <a:pt x="11" y="111"/>
                    <a:pt x="28" y="111"/>
                  </a:cubicBezTo>
                  <a:lnTo>
                    <a:pt x="403" y="111"/>
                  </a:lnTo>
                  <a:cubicBezTo>
                    <a:pt x="419" y="111"/>
                    <a:pt x="432" y="99"/>
                    <a:pt x="432" y="81"/>
                  </a:cubicBezTo>
                  <a:lnTo>
                    <a:pt x="432" y="30"/>
                  </a:lnTo>
                  <a:cubicBezTo>
                    <a:pt x="432" y="14"/>
                    <a:pt x="419" y="0"/>
                    <a:pt x="4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727;p64">
              <a:extLst>
                <a:ext uri="{FF2B5EF4-FFF2-40B4-BE49-F238E27FC236}">
                  <a16:creationId xmlns:a16="http://schemas.microsoft.com/office/drawing/2014/main" id="{5E6D275B-0493-5B00-4039-EAC5F057270C}"/>
                </a:ext>
              </a:extLst>
            </p:cNvPr>
            <p:cNvSpPr/>
            <p:nvPr/>
          </p:nvSpPr>
          <p:spPr>
            <a:xfrm>
              <a:off x="5719538" y="-2200463"/>
              <a:ext cx="47299" cy="439913"/>
            </a:xfrm>
            <a:custGeom>
              <a:avLst/>
              <a:gdLst/>
              <a:ahLst/>
              <a:cxnLst/>
              <a:rect l="l" t="t" r="r" b="b"/>
              <a:pathLst>
                <a:path w="326" h="3032" extrusionOk="0">
                  <a:moveTo>
                    <a:pt x="1" y="1"/>
                  </a:moveTo>
                  <a:lnTo>
                    <a:pt x="1" y="3031"/>
                  </a:lnTo>
                  <a:lnTo>
                    <a:pt x="325" y="3031"/>
                  </a:lnTo>
                  <a:lnTo>
                    <a:pt x="3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728;p64">
              <a:extLst>
                <a:ext uri="{FF2B5EF4-FFF2-40B4-BE49-F238E27FC236}">
                  <a16:creationId xmlns:a16="http://schemas.microsoft.com/office/drawing/2014/main" id="{E7CB16D6-94A9-BC37-220C-A9A3D1C77EF7}"/>
                </a:ext>
              </a:extLst>
            </p:cNvPr>
            <p:cNvSpPr/>
            <p:nvPr/>
          </p:nvSpPr>
          <p:spPr>
            <a:xfrm>
              <a:off x="5705899" y="-2339459"/>
              <a:ext cx="73706" cy="74576"/>
            </a:xfrm>
            <a:custGeom>
              <a:avLst/>
              <a:gdLst/>
              <a:ahLst/>
              <a:cxnLst/>
              <a:rect l="l" t="t" r="r" b="b"/>
              <a:pathLst>
                <a:path w="508" h="514" extrusionOk="0">
                  <a:moveTo>
                    <a:pt x="255" y="0"/>
                  </a:moveTo>
                  <a:cubicBezTo>
                    <a:pt x="255" y="0"/>
                    <a:pt x="252" y="283"/>
                    <a:pt x="183" y="358"/>
                  </a:cubicBezTo>
                  <a:cubicBezTo>
                    <a:pt x="133" y="385"/>
                    <a:pt x="29" y="462"/>
                    <a:pt x="1" y="513"/>
                  </a:cubicBezTo>
                  <a:cubicBezTo>
                    <a:pt x="62" y="478"/>
                    <a:pt x="150" y="442"/>
                    <a:pt x="256" y="442"/>
                  </a:cubicBezTo>
                  <a:cubicBezTo>
                    <a:pt x="332" y="442"/>
                    <a:pt x="417" y="460"/>
                    <a:pt x="508" y="509"/>
                  </a:cubicBezTo>
                  <a:cubicBezTo>
                    <a:pt x="481" y="462"/>
                    <a:pt x="440" y="422"/>
                    <a:pt x="394" y="395"/>
                  </a:cubicBezTo>
                  <a:lnTo>
                    <a:pt x="324" y="350"/>
                  </a:lnTo>
                  <a:cubicBezTo>
                    <a:pt x="273" y="221"/>
                    <a:pt x="255" y="0"/>
                    <a:pt x="2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729;p64">
              <a:extLst>
                <a:ext uri="{FF2B5EF4-FFF2-40B4-BE49-F238E27FC236}">
                  <a16:creationId xmlns:a16="http://schemas.microsoft.com/office/drawing/2014/main" id="{558BCD52-BB80-0088-FCC7-3394C79AAC64}"/>
                </a:ext>
              </a:extLst>
            </p:cNvPr>
            <p:cNvSpPr/>
            <p:nvPr/>
          </p:nvSpPr>
          <p:spPr>
            <a:xfrm>
              <a:off x="5700531" y="-2275329"/>
              <a:ext cx="84878" cy="73416"/>
            </a:xfrm>
            <a:custGeom>
              <a:avLst/>
              <a:gdLst/>
              <a:ahLst/>
              <a:cxnLst/>
              <a:rect l="l" t="t" r="r" b="b"/>
              <a:pathLst>
                <a:path w="585" h="506" extrusionOk="0">
                  <a:moveTo>
                    <a:pt x="293" y="0"/>
                  </a:moveTo>
                  <a:cubicBezTo>
                    <a:pt x="187" y="0"/>
                    <a:pt x="99" y="35"/>
                    <a:pt x="38" y="70"/>
                  </a:cubicBezTo>
                  <a:cubicBezTo>
                    <a:pt x="15" y="112"/>
                    <a:pt x="1" y="158"/>
                    <a:pt x="1" y="212"/>
                  </a:cubicBezTo>
                  <a:cubicBezTo>
                    <a:pt x="1" y="373"/>
                    <a:pt x="130" y="505"/>
                    <a:pt x="292" y="505"/>
                  </a:cubicBezTo>
                  <a:cubicBezTo>
                    <a:pt x="454" y="505"/>
                    <a:pt x="584" y="373"/>
                    <a:pt x="584" y="212"/>
                  </a:cubicBezTo>
                  <a:cubicBezTo>
                    <a:pt x="584" y="158"/>
                    <a:pt x="570" y="109"/>
                    <a:pt x="545" y="67"/>
                  </a:cubicBezTo>
                  <a:cubicBezTo>
                    <a:pt x="454" y="18"/>
                    <a:pt x="368" y="0"/>
                    <a:pt x="2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730;p64">
              <a:extLst>
                <a:ext uri="{FF2B5EF4-FFF2-40B4-BE49-F238E27FC236}">
                  <a16:creationId xmlns:a16="http://schemas.microsoft.com/office/drawing/2014/main" id="{71B06C02-5275-996B-FD45-5635A0813EBA}"/>
                </a:ext>
              </a:extLst>
            </p:cNvPr>
            <p:cNvSpPr/>
            <p:nvPr/>
          </p:nvSpPr>
          <p:spPr>
            <a:xfrm>
              <a:off x="5734917" y="-2351356"/>
              <a:ext cx="14944" cy="15089"/>
            </a:xfrm>
            <a:custGeom>
              <a:avLst/>
              <a:gdLst/>
              <a:ahLst/>
              <a:cxnLst/>
              <a:rect l="l" t="t" r="r" b="b"/>
              <a:pathLst>
                <a:path w="103" h="104" extrusionOk="0">
                  <a:moveTo>
                    <a:pt x="52" y="1"/>
                  </a:moveTo>
                  <a:cubicBezTo>
                    <a:pt x="24" y="1"/>
                    <a:pt x="0" y="24"/>
                    <a:pt x="0" y="53"/>
                  </a:cubicBezTo>
                  <a:cubicBezTo>
                    <a:pt x="0" y="81"/>
                    <a:pt x="24" y="103"/>
                    <a:pt x="52" y="103"/>
                  </a:cubicBezTo>
                  <a:cubicBezTo>
                    <a:pt x="80" y="103"/>
                    <a:pt x="103" y="81"/>
                    <a:pt x="103" y="53"/>
                  </a:cubicBezTo>
                  <a:cubicBezTo>
                    <a:pt x="103" y="24"/>
                    <a:pt x="80" y="1"/>
                    <a:pt x="5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731;p64">
              <a:extLst>
                <a:ext uri="{FF2B5EF4-FFF2-40B4-BE49-F238E27FC236}">
                  <a16:creationId xmlns:a16="http://schemas.microsoft.com/office/drawing/2014/main" id="{D5EDD512-F1DF-4442-65A7-0CFF478F1F1E}"/>
                </a:ext>
              </a:extLst>
            </p:cNvPr>
            <p:cNvSpPr/>
            <p:nvPr/>
          </p:nvSpPr>
          <p:spPr>
            <a:xfrm>
              <a:off x="5719973" y="-2216133"/>
              <a:ext cx="62824" cy="16250"/>
            </a:xfrm>
            <a:custGeom>
              <a:avLst/>
              <a:gdLst/>
              <a:ahLst/>
              <a:cxnLst/>
              <a:rect l="l" t="t" r="r" b="b"/>
              <a:pathLst>
                <a:path w="433" h="112" extrusionOk="0">
                  <a:moveTo>
                    <a:pt x="29" y="0"/>
                  </a:moveTo>
                  <a:cubicBezTo>
                    <a:pt x="12" y="0"/>
                    <a:pt x="1" y="14"/>
                    <a:pt x="1" y="30"/>
                  </a:cubicBezTo>
                  <a:lnTo>
                    <a:pt x="1" y="81"/>
                  </a:lnTo>
                  <a:cubicBezTo>
                    <a:pt x="1" y="99"/>
                    <a:pt x="12" y="111"/>
                    <a:pt x="29" y="111"/>
                  </a:cubicBezTo>
                  <a:lnTo>
                    <a:pt x="404" y="111"/>
                  </a:lnTo>
                  <a:cubicBezTo>
                    <a:pt x="419" y="111"/>
                    <a:pt x="432" y="97"/>
                    <a:pt x="432" y="81"/>
                  </a:cubicBezTo>
                  <a:lnTo>
                    <a:pt x="432" y="30"/>
                  </a:lnTo>
                  <a:cubicBezTo>
                    <a:pt x="432" y="13"/>
                    <a:pt x="419" y="0"/>
                    <a:pt x="4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732;p64">
              <a:extLst>
                <a:ext uri="{FF2B5EF4-FFF2-40B4-BE49-F238E27FC236}">
                  <a16:creationId xmlns:a16="http://schemas.microsoft.com/office/drawing/2014/main" id="{7B781F6E-1563-F42C-181F-0A91CD590F1B}"/>
                </a:ext>
              </a:extLst>
            </p:cNvPr>
            <p:cNvSpPr/>
            <p:nvPr/>
          </p:nvSpPr>
          <p:spPr>
            <a:xfrm>
              <a:off x="5484057" y="-2200463"/>
              <a:ext cx="47444" cy="439913"/>
            </a:xfrm>
            <a:custGeom>
              <a:avLst/>
              <a:gdLst/>
              <a:ahLst/>
              <a:cxnLst/>
              <a:rect l="l" t="t" r="r" b="b"/>
              <a:pathLst>
                <a:path w="327" h="3032" extrusionOk="0">
                  <a:moveTo>
                    <a:pt x="0" y="1"/>
                  </a:moveTo>
                  <a:lnTo>
                    <a:pt x="0" y="3031"/>
                  </a:lnTo>
                  <a:lnTo>
                    <a:pt x="326" y="3031"/>
                  </a:lnTo>
                  <a:lnTo>
                    <a:pt x="32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733;p64">
              <a:extLst>
                <a:ext uri="{FF2B5EF4-FFF2-40B4-BE49-F238E27FC236}">
                  <a16:creationId xmlns:a16="http://schemas.microsoft.com/office/drawing/2014/main" id="{6B5D4424-D151-5E18-D0BF-48F03F4F7CCE}"/>
                </a:ext>
              </a:extLst>
            </p:cNvPr>
            <p:cNvSpPr/>
            <p:nvPr/>
          </p:nvSpPr>
          <p:spPr>
            <a:xfrm>
              <a:off x="5471144" y="-2339459"/>
              <a:ext cx="73851" cy="74576"/>
            </a:xfrm>
            <a:custGeom>
              <a:avLst/>
              <a:gdLst/>
              <a:ahLst/>
              <a:cxnLst/>
              <a:rect l="l" t="t" r="r" b="b"/>
              <a:pathLst>
                <a:path w="509" h="514" extrusionOk="0">
                  <a:moveTo>
                    <a:pt x="255" y="0"/>
                  </a:moveTo>
                  <a:cubicBezTo>
                    <a:pt x="255" y="0"/>
                    <a:pt x="251" y="283"/>
                    <a:pt x="183" y="358"/>
                  </a:cubicBezTo>
                  <a:cubicBezTo>
                    <a:pt x="131" y="385"/>
                    <a:pt x="29" y="462"/>
                    <a:pt x="1" y="513"/>
                  </a:cubicBezTo>
                  <a:cubicBezTo>
                    <a:pt x="62" y="478"/>
                    <a:pt x="150" y="442"/>
                    <a:pt x="256" y="442"/>
                  </a:cubicBezTo>
                  <a:cubicBezTo>
                    <a:pt x="332" y="442"/>
                    <a:pt x="417" y="460"/>
                    <a:pt x="508" y="509"/>
                  </a:cubicBezTo>
                  <a:cubicBezTo>
                    <a:pt x="481" y="462"/>
                    <a:pt x="441" y="422"/>
                    <a:pt x="394" y="395"/>
                  </a:cubicBezTo>
                  <a:lnTo>
                    <a:pt x="324" y="350"/>
                  </a:lnTo>
                  <a:cubicBezTo>
                    <a:pt x="272" y="221"/>
                    <a:pt x="255" y="0"/>
                    <a:pt x="2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734;p64">
              <a:extLst>
                <a:ext uri="{FF2B5EF4-FFF2-40B4-BE49-F238E27FC236}">
                  <a16:creationId xmlns:a16="http://schemas.microsoft.com/office/drawing/2014/main" id="{BEC2A788-3F4C-97A6-1EDF-DEE97C4601EB}"/>
                </a:ext>
              </a:extLst>
            </p:cNvPr>
            <p:cNvSpPr/>
            <p:nvPr/>
          </p:nvSpPr>
          <p:spPr>
            <a:xfrm>
              <a:off x="5465485" y="-2275329"/>
              <a:ext cx="84733" cy="73416"/>
            </a:xfrm>
            <a:custGeom>
              <a:avLst/>
              <a:gdLst/>
              <a:ahLst/>
              <a:cxnLst/>
              <a:rect l="l" t="t" r="r" b="b"/>
              <a:pathLst>
                <a:path w="584" h="506" extrusionOk="0">
                  <a:moveTo>
                    <a:pt x="294" y="0"/>
                  </a:moveTo>
                  <a:cubicBezTo>
                    <a:pt x="188" y="0"/>
                    <a:pt x="100" y="35"/>
                    <a:pt x="37" y="70"/>
                  </a:cubicBezTo>
                  <a:cubicBezTo>
                    <a:pt x="14" y="112"/>
                    <a:pt x="0" y="158"/>
                    <a:pt x="0" y="212"/>
                  </a:cubicBezTo>
                  <a:cubicBezTo>
                    <a:pt x="0" y="373"/>
                    <a:pt x="131" y="505"/>
                    <a:pt x="293" y="505"/>
                  </a:cubicBezTo>
                  <a:cubicBezTo>
                    <a:pt x="454" y="505"/>
                    <a:pt x="584" y="373"/>
                    <a:pt x="584" y="212"/>
                  </a:cubicBezTo>
                  <a:cubicBezTo>
                    <a:pt x="584" y="158"/>
                    <a:pt x="570" y="109"/>
                    <a:pt x="546" y="67"/>
                  </a:cubicBezTo>
                  <a:cubicBezTo>
                    <a:pt x="455" y="18"/>
                    <a:pt x="370" y="0"/>
                    <a:pt x="2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735;p64">
              <a:extLst>
                <a:ext uri="{FF2B5EF4-FFF2-40B4-BE49-F238E27FC236}">
                  <a16:creationId xmlns:a16="http://schemas.microsoft.com/office/drawing/2014/main" id="{F927673E-339E-195F-3796-D589125CAF27}"/>
                </a:ext>
              </a:extLst>
            </p:cNvPr>
            <p:cNvSpPr/>
            <p:nvPr/>
          </p:nvSpPr>
          <p:spPr>
            <a:xfrm>
              <a:off x="5500162" y="-2351356"/>
              <a:ext cx="14944" cy="15089"/>
            </a:xfrm>
            <a:custGeom>
              <a:avLst/>
              <a:gdLst/>
              <a:ahLst/>
              <a:cxnLst/>
              <a:rect l="l" t="t" r="r" b="b"/>
              <a:pathLst>
                <a:path w="103" h="104" extrusionOk="0">
                  <a:moveTo>
                    <a:pt x="51" y="1"/>
                  </a:moveTo>
                  <a:cubicBezTo>
                    <a:pt x="23" y="1"/>
                    <a:pt x="0" y="24"/>
                    <a:pt x="0" y="53"/>
                  </a:cubicBezTo>
                  <a:cubicBezTo>
                    <a:pt x="0" y="81"/>
                    <a:pt x="23" y="103"/>
                    <a:pt x="51" y="103"/>
                  </a:cubicBezTo>
                  <a:cubicBezTo>
                    <a:pt x="79" y="103"/>
                    <a:pt x="103" y="81"/>
                    <a:pt x="103" y="53"/>
                  </a:cubicBezTo>
                  <a:cubicBezTo>
                    <a:pt x="103" y="24"/>
                    <a:pt x="79" y="1"/>
                    <a:pt x="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736;p64">
              <a:extLst>
                <a:ext uri="{FF2B5EF4-FFF2-40B4-BE49-F238E27FC236}">
                  <a16:creationId xmlns:a16="http://schemas.microsoft.com/office/drawing/2014/main" id="{08674D46-C9DA-FDA2-AD87-7EDEB08BB8A7}"/>
                </a:ext>
              </a:extLst>
            </p:cNvPr>
            <p:cNvSpPr/>
            <p:nvPr/>
          </p:nvSpPr>
          <p:spPr>
            <a:xfrm>
              <a:off x="5484492" y="-2216133"/>
              <a:ext cx="62679" cy="16250"/>
            </a:xfrm>
            <a:custGeom>
              <a:avLst/>
              <a:gdLst/>
              <a:ahLst/>
              <a:cxnLst/>
              <a:rect l="l" t="t" r="r" b="b"/>
              <a:pathLst>
                <a:path w="432" h="112" extrusionOk="0">
                  <a:moveTo>
                    <a:pt x="28" y="0"/>
                  </a:moveTo>
                  <a:cubicBezTo>
                    <a:pt x="11" y="0"/>
                    <a:pt x="0" y="14"/>
                    <a:pt x="0" y="30"/>
                  </a:cubicBezTo>
                  <a:lnTo>
                    <a:pt x="0" y="81"/>
                  </a:lnTo>
                  <a:cubicBezTo>
                    <a:pt x="0" y="99"/>
                    <a:pt x="11" y="111"/>
                    <a:pt x="28" y="111"/>
                  </a:cubicBezTo>
                  <a:lnTo>
                    <a:pt x="403" y="111"/>
                  </a:lnTo>
                  <a:cubicBezTo>
                    <a:pt x="419" y="111"/>
                    <a:pt x="432" y="97"/>
                    <a:pt x="432" y="81"/>
                  </a:cubicBezTo>
                  <a:lnTo>
                    <a:pt x="432" y="30"/>
                  </a:lnTo>
                  <a:cubicBezTo>
                    <a:pt x="432" y="13"/>
                    <a:pt x="419" y="0"/>
                    <a:pt x="4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737;p64">
              <a:extLst>
                <a:ext uri="{FF2B5EF4-FFF2-40B4-BE49-F238E27FC236}">
                  <a16:creationId xmlns:a16="http://schemas.microsoft.com/office/drawing/2014/main" id="{5E1E8808-1CF1-0026-29A2-A370DA9E8E56}"/>
                </a:ext>
              </a:extLst>
            </p:cNvPr>
            <p:cNvSpPr/>
            <p:nvPr/>
          </p:nvSpPr>
          <p:spPr>
            <a:xfrm>
              <a:off x="5468532" y="-1870528"/>
              <a:ext cx="455728" cy="1539260"/>
            </a:xfrm>
            <a:custGeom>
              <a:avLst/>
              <a:gdLst/>
              <a:ahLst/>
              <a:cxnLst/>
              <a:rect l="l" t="t" r="r" b="b"/>
              <a:pathLst>
                <a:path w="3141" h="10609" extrusionOk="0">
                  <a:moveTo>
                    <a:pt x="0" y="1"/>
                  </a:moveTo>
                  <a:lnTo>
                    <a:pt x="0" y="10609"/>
                  </a:lnTo>
                  <a:lnTo>
                    <a:pt x="3141" y="10609"/>
                  </a:lnTo>
                  <a:lnTo>
                    <a:pt x="314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738;p64">
              <a:extLst>
                <a:ext uri="{FF2B5EF4-FFF2-40B4-BE49-F238E27FC236}">
                  <a16:creationId xmlns:a16="http://schemas.microsoft.com/office/drawing/2014/main" id="{2EE7A681-8840-8CE0-0202-E30769DA0923}"/>
                </a:ext>
              </a:extLst>
            </p:cNvPr>
            <p:cNvSpPr/>
            <p:nvPr/>
          </p:nvSpPr>
          <p:spPr>
            <a:xfrm>
              <a:off x="2170056" y="-1870528"/>
              <a:ext cx="455728" cy="1539260"/>
            </a:xfrm>
            <a:custGeom>
              <a:avLst/>
              <a:gdLst/>
              <a:ahLst/>
              <a:cxnLst/>
              <a:rect l="l" t="t" r="r" b="b"/>
              <a:pathLst>
                <a:path w="3141" h="10609" extrusionOk="0">
                  <a:moveTo>
                    <a:pt x="0" y="1"/>
                  </a:moveTo>
                  <a:lnTo>
                    <a:pt x="0" y="10609"/>
                  </a:lnTo>
                  <a:lnTo>
                    <a:pt x="3141" y="10609"/>
                  </a:lnTo>
                  <a:lnTo>
                    <a:pt x="314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739;p64">
              <a:extLst>
                <a:ext uri="{FF2B5EF4-FFF2-40B4-BE49-F238E27FC236}">
                  <a16:creationId xmlns:a16="http://schemas.microsoft.com/office/drawing/2014/main" id="{AD4E70C1-2052-F76C-88A3-1DFB31E0200C}"/>
                </a:ext>
              </a:extLst>
            </p:cNvPr>
            <p:cNvSpPr/>
            <p:nvPr/>
          </p:nvSpPr>
          <p:spPr>
            <a:xfrm>
              <a:off x="5100584" y="-2924462"/>
              <a:ext cx="9141" cy="190213"/>
            </a:xfrm>
            <a:custGeom>
              <a:avLst/>
              <a:gdLst/>
              <a:ahLst/>
              <a:cxnLst/>
              <a:rect l="l" t="t" r="r" b="b"/>
              <a:pathLst>
                <a:path w="63" h="1311" extrusionOk="0">
                  <a:moveTo>
                    <a:pt x="46" y="1"/>
                  </a:moveTo>
                  <a:lnTo>
                    <a:pt x="1" y="1311"/>
                  </a:lnTo>
                  <a:lnTo>
                    <a:pt x="63" y="1311"/>
                  </a:lnTo>
                  <a:lnTo>
                    <a:pt x="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740;p64">
              <a:extLst>
                <a:ext uri="{FF2B5EF4-FFF2-40B4-BE49-F238E27FC236}">
                  <a16:creationId xmlns:a16="http://schemas.microsoft.com/office/drawing/2014/main" id="{36305A9D-34B8-CF5E-D8F1-E5EE44729AF8}"/>
                </a:ext>
              </a:extLst>
            </p:cNvPr>
            <p:cNvSpPr/>
            <p:nvPr/>
          </p:nvSpPr>
          <p:spPr>
            <a:xfrm>
              <a:off x="4744098" y="-2742519"/>
              <a:ext cx="722548" cy="511007"/>
            </a:xfrm>
            <a:custGeom>
              <a:avLst/>
              <a:gdLst/>
              <a:ahLst/>
              <a:cxnLst/>
              <a:rect l="l" t="t" r="r" b="b"/>
              <a:pathLst>
                <a:path w="4980" h="3522" extrusionOk="0">
                  <a:moveTo>
                    <a:pt x="2491" y="1"/>
                  </a:moveTo>
                  <a:cubicBezTo>
                    <a:pt x="2251" y="397"/>
                    <a:pt x="1985" y="627"/>
                    <a:pt x="1205" y="1163"/>
                  </a:cubicBezTo>
                  <a:cubicBezTo>
                    <a:pt x="1" y="1990"/>
                    <a:pt x="496" y="3350"/>
                    <a:pt x="496" y="3350"/>
                  </a:cubicBezTo>
                  <a:lnTo>
                    <a:pt x="556" y="3522"/>
                  </a:lnTo>
                  <a:lnTo>
                    <a:pt x="4424" y="3522"/>
                  </a:lnTo>
                  <a:lnTo>
                    <a:pt x="4485" y="3350"/>
                  </a:lnTo>
                  <a:cubicBezTo>
                    <a:pt x="4482" y="3350"/>
                    <a:pt x="4979" y="1990"/>
                    <a:pt x="3776" y="1163"/>
                  </a:cubicBezTo>
                  <a:cubicBezTo>
                    <a:pt x="2996" y="627"/>
                    <a:pt x="2732" y="397"/>
                    <a:pt x="2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741;p64">
              <a:extLst>
                <a:ext uri="{FF2B5EF4-FFF2-40B4-BE49-F238E27FC236}">
                  <a16:creationId xmlns:a16="http://schemas.microsoft.com/office/drawing/2014/main" id="{BE770519-B212-F26F-8C74-863FAE27B4C6}"/>
                </a:ext>
              </a:extLst>
            </p:cNvPr>
            <p:cNvSpPr/>
            <p:nvPr/>
          </p:nvSpPr>
          <p:spPr>
            <a:xfrm>
              <a:off x="4962893" y="-2650387"/>
              <a:ext cx="289600" cy="36708"/>
            </a:xfrm>
            <a:custGeom>
              <a:avLst/>
              <a:gdLst/>
              <a:ahLst/>
              <a:cxnLst/>
              <a:rect l="l" t="t" r="r" b="b"/>
              <a:pathLst>
                <a:path w="1996" h="253" extrusionOk="0">
                  <a:moveTo>
                    <a:pt x="905" y="1"/>
                  </a:moveTo>
                  <a:cubicBezTo>
                    <a:pt x="682" y="1"/>
                    <a:pt x="447" y="21"/>
                    <a:pt x="234" y="78"/>
                  </a:cubicBezTo>
                  <a:cubicBezTo>
                    <a:pt x="234" y="78"/>
                    <a:pt x="234" y="78"/>
                    <a:pt x="234" y="78"/>
                  </a:cubicBezTo>
                  <a:cubicBezTo>
                    <a:pt x="228" y="78"/>
                    <a:pt x="1" y="126"/>
                    <a:pt x="82" y="253"/>
                  </a:cubicBezTo>
                  <a:cubicBezTo>
                    <a:pt x="82" y="253"/>
                    <a:pt x="401" y="99"/>
                    <a:pt x="930" y="99"/>
                  </a:cubicBezTo>
                  <a:cubicBezTo>
                    <a:pt x="1194" y="99"/>
                    <a:pt x="1512" y="138"/>
                    <a:pt x="1868" y="253"/>
                  </a:cubicBezTo>
                  <a:cubicBezTo>
                    <a:pt x="1868" y="253"/>
                    <a:pt x="1996" y="127"/>
                    <a:pt x="1726" y="78"/>
                  </a:cubicBezTo>
                  <a:cubicBezTo>
                    <a:pt x="1561" y="48"/>
                    <a:pt x="1247" y="1"/>
                    <a:pt x="9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742;p64">
              <a:extLst>
                <a:ext uri="{FF2B5EF4-FFF2-40B4-BE49-F238E27FC236}">
                  <a16:creationId xmlns:a16="http://schemas.microsoft.com/office/drawing/2014/main" id="{12723933-48C2-32E1-8AF3-824A3F49A950}"/>
                </a:ext>
              </a:extLst>
            </p:cNvPr>
            <p:cNvSpPr/>
            <p:nvPr/>
          </p:nvSpPr>
          <p:spPr>
            <a:xfrm>
              <a:off x="5085059" y="-2822899"/>
              <a:ext cx="40045" cy="55279"/>
            </a:xfrm>
            <a:custGeom>
              <a:avLst/>
              <a:gdLst/>
              <a:ahLst/>
              <a:cxnLst/>
              <a:rect l="l" t="t" r="r" b="b"/>
              <a:pathLst>
                <a:path w="276" h="381" extrusionOk="0">
                  <a:moveTo>
                    <a:pt x="139" y="1"/>
                  </a:moveTo>
                  <a:cubicBezTo>
                    <a:pt x="63" y="1"/>
                    <a:pt x="1" y="85"/>
                    <a:pt x="1" y="191"/>
                  </a:cubicBezTo>
                  <a:cubicBezTo>
                    <a:pt x="1" y="295"/>
                    <a:pt x="63" y="380"/>
                    <a:pt x="139" y="380"/>
                  </a:cubicBezTo>
                  <a:cubicBezTo>
                    <a:pt x="213" y="380"/>
                    <a:pt x="275" y="296"/>
                    <a:pt x="275" y="191"/>
                  </a:cubicBezTo>
                  <a:cubicBezTo>
                    <a:pt x="275" y="87"/>
                    <a:pt x="213" y="1"/>
                    <a:pt x="1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743;p64">
              <a:extLst>
                <a:ext uri="{FF2B5EF4-FFF2-40B4-BE49-F238E27FC236}">
                  <a16:creationId xmlns:a16="http://schemas.microsoft.com/office/drawing/2014/main" id="{6AC67E10-9A94-B5FF-D4AF-7C5F12DF6679}"/>
                </a:ext>
              </a:extLst>
            </p:cNvPr>
            <p:cNvSpPr/>
            <p:nvPr/>
          </p:nvSpPr>
          <p:spPr>
            <a:xfrm>
              <a:off x="5094345" y="-2882676"/>
              <a:ext cx="21473" cy="36563"/>
            </a:xfrm>
            <a:custGeom>
              <a:avLst/>
              <a:gdLst/>
              <a:ahLst/>
              <a:cxnLst/>
              <a:rect l="l" t="t" r="r" b="b"/>
              <a:pathLst>
                <a:path w="148" h="252" extrusionOk="0">
                  <a:moveTo>
                    <a:pt x="75" y="1"/>
                  </a:moveTo>
                  <a:cubicBezTo>
                    <a:pt x="34" y="1"/>
                    <a:pt x="0" y="57"/>
                    <a:pt x="0" y="126"/>
                  </a:cubicBezTo>
                  <a:cubicBezTo>
                    <a:pt x="0" y="195"/>
                    <a:pt x="34" y="251"/>
                    <a:pt x="75" y="251"/>
                  </a:cubicBezTo>
                  <a:cubicBezTo>
                    <a:pt x="114" y="251"/>
                    <a:pt x="148" y="196"/>
                    <a:pt x="148" y="126"/>
                  </a:cubicBezTo>
                  <a:cubicBezTo>
                    <a:pt x="148" y="57"/>
                    <a:pt x="117" y="1"/>
                    <a:pt x="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744;p64">
              <a:extLst>
                <a:ext uri="{FF2B5EF4-FFF2-40B4-BE49-F238E27FC236}">
                  <a16:creationId xmlns:a16="http://schemas.microsoft.com/office/drawing/2014/main" id="{B25B6609-7DAB-0210-4D32-4842D946FDBD}"/>
                </a:ext>
              </a:extLst>
            </p:cNvPr>
            <p:cNvSpPr/>
            <p:nvPr/>
          </p:nvSpPr>
          <p:spPr>
            <a:xfrm>
              <a:off x="5094345" y="-2749774"/>
              <a:ext cx="28438" cy="28873"/>
            </a:xfrm>
            <a:custGeom>
              <a:avLst/>
              <a:gdLst/>
              <a:ahLst/>
              <a:cxnLst/>
              <a:rect l="l" t="t" r="r" b="b"/>
              <a:pathLst>
                <a:path w="196" h="199" extrusionOk="0">
                  <a:moveTo>
                    <a:pt x="24" y="0"/>
                  </a:moveTo>
                  <a:cubicBezTo>
                    <a:pt x="10" y="0"/>
                    <a:pt x="0" y="11"/>
                    <a:pt x="0" y="25"/>
                  </a:cubicBezTo>
                  <a:lnTo>
                    <a:pt x="0" y="173"/>
                  </a:lnTo>
                  <a:cubicBezTo>
                    <a:pt x="0" y="187"/>
                    <a:pt x="10" y="198"/>
                    <a:pt x="24" y="198"/>
                  </a:cubicBezTo>
                  <a:lnTo>
                    <a:pt x="170" y="198"/>
                  </a:lnTo>
                  <a:cubicBezTo>
                    <a:pt x="184" y="198"/>
                    <a:pt x="196" y="187"/>
                    <a:pt x="196" y="173"/>
                  </a:cubicBezTo>
                  <a:lnTo>
                    <a:pt x="196" y="25"/>
                  </a:lnTo>
                  <a:cubicBezTo>
                    <a:pt x="196" y="11"/>
                    <a:pt x="184" y="0"/>
                    <a:pt x="1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745;p64">
              <a:extLst>
                <a:ext uri="{FF2B5EF4-FFF2-40B4-BE49-F238E27FC236}">
                  <a16:creationId xmlns:a16="http://schemas.microsoft.com/office/drawing/2014/main" id="{F5FC8E3E-0590-7578-1652-F5D1B751C3C3}"/>
                </a:ext>
              </a:extLst>
            </p:cNvPr>
            <p:cNvSpPr/>
            <p:nvPr/>
          </p:nvSpPr>
          <p:spPr>
            <a:xfrm>
              <a:off x="4824623" y="-2297383"/>
              <a:ext cx="580940" cy="65871"/>
            </a:xfrm>
            <a:custGeom>
              <a:avLst/>
              <a:gdLst/>
              <a:ahLst/>
              <a:cxnLst/>
              <a:rect l="l" t="t" r="r" b="b"/>
              <a:pathLst>
                <a:path w="4004" h="454" extrusionOk="0">
                  <a:moveTo>
                    <a:pt x="2025" y="1"/>
                  </a:moveTo>
                  <a:cubicBezTo>
                    <a:pt x="2019" y="1"/>
                    <a:pt x="2013" y="1"/>
                    <a:pt x="2007" y="1"/>
                  </a:cubicBezTo>
                  <a:cubicBezTo>
                    <a:pt x="54" y="5"/>
                    <a:pt x="1" y="454"/>
                    <a:pt x="1" y="454"/>
                  </a:cubicBezTo>
                  <a:lnTo>
                    <a:pt x="3869" y="454"/>
                  </a:lnTo>
                  <a:cubicBezTo>
                    <a:pt x="3869" y="454"/>
                    <a:pt x="4003" y="1"/>
                    <a:pt x="20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746;p64">
              <a:extLst>
                <a:ext uri="{FF2B5EF4-FFF2-40B4-BE49-F238E27FC236}">
                  <a16:creationId xmlns:a16="http://schemas.microsoft.com/office/drawing/2014/main" id="{8191B339-4E30-9CEA-FC1D-24C9B06767BF}"/>
                </a:ext>
              </a:extLst>
            </p:cNvPr>
            <p:cNvSpPr/>
            <p:nvPr/>
          </p:nvSpPr>
          <p:spPr>
            <a:xfrm>
              <a:off x="4824623" y="-2231657"/>
              <a:ext cx="565561" cy="534076"/>
            </a:xfrm>
            <a:custGeom>
              <a:avLst/>
              <a:gdLst/>
              <a:ahLst/>
              <a:cxnLst/>
              <a:rect l="l" t="t" r="r" b="b"/>
              <a:pathLst>
                <a:path w="3898" h="3681" extrusionOk="0">
                  <a:moveTo>
                    <a:pt x="1" y="1"/>
                  </a:moveTo>
                  <a:lnTo>
                    <a:pt x="1" y="3680"/>
                  </a:lnTo>
                  <a:lnTo>
                    <a:pt x="109" y="3680"/>
                  </a:lnTo>
                  <a:lnTo>
                    <a:pt x="109" y="1815"/>
                  </a:lnTo>
                  <a:lnTo>
                    <a:pt x="109" y="868"/>
                  </a:lnTo>
                  <a:cubicBezTo>
                    <a:pt x="109" y="538"/>
                    <a:pt x="590" y="426"/>
                    <a:pt x="590" y="426"/>
                  </a:cubicBezTo>
                  <a:cubicBezTo>
                    <a:pt x="590" y="426"/>
                    <a:pt x="1082" y="536"/>
                    <a:pt x="1082" y="868"/>
                  </a:cubicBezTo>
                  <a:lnTo>
                    <a:pt x="1082" y="1814"/>
                  </a:lnTo>
                  <a:lnTo>
                    <a:pt x="1082" y="3679"/>
                  </a:lnTo>
                  <a:lnTo>
                    <a:pt x="1408" y="3679"/>
                  </a:lnTo>
                  <a:lnTo>
                    <a:pt x="1408" y="1814"/>
                  </a:lnTo>
                  <a:lnTo>
                    <a:pt x="1408" y="868"/>
                  </a:lnTo>
                  <a:cubicBezTo>
                    <a:pt x="1408" y="538"/>
                    <a:pt x="1889" y="426"/>
                    <a:pt x="1889" y="426"/>
                  </a:cubicBezTo>
                  <a:cubicBezTo>
                    <a:pt x="1889" y="426"/>
                    <a:pt x="2381" y="536"/>
                    <a:pt x="2381" y="868"/>
                  </a:cubicBezTo>
                  <a:lnTo>
                    <a:pt x="2381" y="1814"/>
                  </a:lnTo>
                  <a:lnTo>
                    <a:pt x="2381" y="3679"/>
                  </a:lnTo>
                  <a:lnTo>
                    <a:pt x="2815" y="3679"/>
                  </a:lnTo>
                  <a:lnTo>
                    <a:pt x="2815" y="1814"/>
                  </a:lnTo>
                  <a:lnTo>
                    <a:pt x="2815" y="868"/>
                  </a:lnTo>
                  <a:cubicBezTo>
                    <a:pt x="2815" y="538"/>
                    <a:pt x="3296" y="426"/>
                    <a:pt x="3296" y="426"/>
                  </a:cubicBezTo>
                  <a:cubicBezTo>
                    <a:pt x="3296" y="426"/>
                    <a:pt x="3788" y="536"/>
                    <a:pt x="3788" y="868"/>
                  </a:cubicBezTo>
                  <a:lnTo>
                    <a:pt x="3788" y="1814"/>
                  </a:lnTo>
                  <a:lnTo>
                    <a:pt x="3788" y="3679"/>
                  </a:lnTo>
                  <a:lnTo>
                    <a:pt x="3897" y="3679"/>
                  </a:lnTo>
                  <a:lnTo>
                    <a:pt x="389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747;p64">
              <a:extLst>
                <a:ext uri="{FF2B5EF4-FFF2-40B4-BE49-F238E27FC236}">
                  <a16:creationId xmlns:a16="http://schemas.microsoft.com/office/drawing/2014/main" id="{20A858AD-081E-D30C-A5AD-146C6A471529}"/>
                </a:ext>
              </a:extLst>
            </p:cNvPr>
            <p:cNvSpPr/>
            <p:nvPr/>
          </p:nvSpPr>
          <p:spPr>
            <a:xfrm>
              <a:off x="4824623" y="-1870528"/>
              <a:ext cx="644055" cy="1539260"/>
            </a:xfrm>
            <a:custGeom>
              <a:avLst/>
              <a:gdLst/>
              <a:ahLst/>
              <a:cxnLst/>
              <a:rect l="l" t="t" r="r" b="b"/>
              <a:pathLst>
                <a:path w="4439" h="10609" extrusionOk="0">
                  <a:moveTo>
                    <a:pt x="1" y="1"/>
                  </a:moveTo>
                  <a:lnTo>
                    <a:pt x="1" y="10609"/>
                  </a:lnTo>
                  <a:lnTo>
                    <a:pt x="4438" y="10609"/>
                  </a:lnTo>
                  <a:lnTo>
                    <a:pt x="44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748;p64">
              <a:extLst>
                <a:ext uri="{FF2B5EF4-FFF2-40B4-BE49-F238E27FC236}">
                  <a16:creationId xmlns:a16="http://schemas.microsoft.com/office/drawing/2014/main" id="{85741705-2FCF-8936-B380-1B3CF5D28D44}"/>
                </a:ext>
              </a:extLst>
            </p:cNvPr>
            <p:cNvSpPr/>
            <p:nvPr/>
          </p:nvSpPr>
          <p:spPr>
            <a:xfrm>
              <a:off x="5531356" y="-1649846"/>
              <a:ext cx="298450" cy="564835"/>
            </a:xfrm>
            <a:custGeom>
              <a:avLst/>
              <a:gdLst/>
              <a:ahLst/>
              <a:cxnLst/>
              <a:rect l="l" t="t" r="r" b="b"/>
              <a:pathLst>
                <a:path w="2057" h="3893" extrusionOk="0">
                  <a:moveTo>
                    <a:pt x="1008" y="1"/>
                  </a:moveTo>
                  <a:cubicBezTo>
                    <a:pt x="1008" y="1"/>
                    <a:pt x="0" y="535"/>
                    <a:pt x="0" y="921"/>
                  </a:cubicBezTo>
                  <a:lnTo>
                    <a:pt x="0" y="3893"/>
                  </a:lnTo>
                  <a:lnTo>
                    <a:pt x="2057" y="3893"/>
                  </a:lnTo>
                  <a:lnTo>
                    <a:pt x="2057" y="878"/>
                  </a:lnTo>
                  <a:cubicBezTo>
                    <a:pt x="2057" y="490"/>
                    <a:pt x="1008" y="1"/>
                    <a:pt x="100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749;p64">
              <a:extLst>
                <a:ext uri="{FF2B5EF4-FFF2-40B4-BE49-F238E27FC236}">
                  <a16:creationId xmlns:a16="http://schemas.microsoft.com/office/drawing/2014/main" id="{7A6A093A-EFF5-EB02-DBBF-5B00083D66A7}"/>
                </a:ext>
              </a:extLst>
            </p:cNvPr>
            <p:cNvSpPr/>
            <p:nvPr/>
          </p:nvSpPr>
          <p:spPr>
            <a:xfrm>
              <a:off x="5044289" y="-1649846"/>
              <a:ext cx="298740" cy="564835"/>
            </a:xfrm>
            <a:custGeom>
              <a:avLst/>
              <a:gdLst/>
              <a:ahLst/>
              <a:cxnLst/>
              <a:rect l="l" t="t" r="r" b="b"/>
              <a:pathLst>
                <a:path w="2059" h="3893" extrusionOk="0">
                  <a:moveTo>
                    <a:pt x="1010" y="1"/>
                  </a:moveTo>
                  <a:cubicBezTo>
                    <a:pt x="1010" y="1"/>
                    <a:pt x="1" y="535"/>
                    <a:pt x="1" y="921"/>
                  </a:cubicBezTo>
                  <a:lnTo>
                    <a:pt x="1" y="3893"/>
                  </a:lnTo>
                  <a:lnTo>
                    <a:pt x="2059" y="3893"/>
                  </a:lnTo>
                  <a:lnTo>
                    <a:pt x="2059" y="878"/>
                  </a:lnTo>
                  <a:cubicBezTo>
                    <a:pt x="2059" y="490"/>
                    <a:pt x="1010" y="1"/>
                    <a:pt x="10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750;p64">
              <a:extLst>
                <a:ext uri="{FF2B5EF4-FFF2-40B4-BE49-F238E27FC236}">
                  <a16:creationId xmlns:a16="http://schemas.microsoft.com/office/drawing/2014/main" id="{6D30DBE7-CE96-B6D1-2C2B-EA9FD943961D}"/>
                </a:ext>
              </a:extLst>
            </p:cNvPr>
            <p:cNvSpPr/>
            <p:nvPr/>
          </p:nvSpPr>
          <p:spPr>
            <a:xfrm>
              <a:off x="5531356" y="-925992"/>
              <a:ext cx="298450" cy="578909"/>
            </a:xfrm>
            <a:custGeom>
              <a:avLst/>
              <a:gdLst/>
              <a:ahLst/>
              <a:cxnLst/>
              <a:rect l="l" t="t" r="r" b="b"/>
              <a:pathLst>
                <a:path w="2057" h="3990" extrusionOk="0">
                  <a:moveTo>
                    <a:pt x="1008" y="0"/>
                  </a:moveTo>
                  <a:cubicBezTo>
                    <a:pt x="1008" y="0"/>
                    <a:pt x="0" y="533"/>
                    <a:pt x="0" y="921"/>
                  </a:cubicBezTo>
                  <a:lnTo>
                    <a:pt x="0" y="3989"/>
                  </a:lnTo>
                  <a:lnTo>
                    <a:pt x="2057" y="3989"/>
                  </a:lnTo>
                  <a:lnTo>
                    <a:pt x="2057" y="877"/>
                  </a:lnTo>
                  <a:cubicBezTo>
                    <a:pt x="2057" y="491"/>
                    <a:pt x="1008" y="0"/>
                    <a:pt x="10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751;p64">
              <a:extLst>
                <a:ext uri="{FF2B5EF4-FFF2-40B4-BE49-F238E27FC236}">
                  <a16:creationId xmlns:a16="http://schemas.microsoft.com/office/drawing/2014/main" id="{E32AC80B-BCC2-C671-BF1D-4D2D91BDB450}"/>
                </a:ext>
              </a:extLst>
            </p:cNvPr>
            <p:cNvSpPr/>
            <p:nvPr/>
          </p:nvSpPr>
          <p:spPr>
            <a:xfrm>
              <a:off x="5044289" y="-925992"/>
              <a:ext cx="298740" cy="578909"/>
            </a:xfrm>
            <a:custGeom>
              <a:avLst/>
              <a:gdLst/>
              <a:ahLst/>
              <a:cxnLst/>
              <a:rect l="l" t="t" r="r" b="b"/>
              <a:pathLst>
                <a:path w="2059" h="3990" extrusionOk="0">
                  <a:moveTo>
                    <a:pt x="1010" y="0"/>
                  </a:moveTo>
                  <a:cubicBezTo>
                    <a:pt x="1010" y="0"/>
                    <a:pt x="1" y="533"/>
                    <a:pt x="1" y="921"/>
                  </a:cubicBezTo>
                  <a:lnTo>
                    <a:pt x="1" y="3989"/>
                  </a:lnTo>
                  <a:lnTo>
                    <a:pt x="2059" y="3989"/>
                  </a:lnTo>
                  <a:lnTo>
                    <a:pt x="2059" y="877"/>
                  </a:lnTo>
                  <a:cubicBezTo>
                    <a:pt x="2059" y="491"/>
                    <a:pt x="1010" y="0"/>
                    <a:pt x="10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752;p64">
              <a:extLst>
                <a:ext uri="{FF2B5EF4-FFF2-40B4-BE49-F238E27FC236}">
                  <a16:creationId xmlns:a16="http://schemas.microsoft.com/office/drawing/2014/main" id="{B985C357-8EF6-11D2-45F4-0F265445174E}"/>
                </a:ext>
              </a:extLst>
            </p:cNvPr>
            <p:cNvSpPr/>
            <p:nvPr/>
          </p:nvSpPr>
          <p:spPr>
            <a:xfrm>
              <a:off x="5923970" y="-2011991"/>
              <a:ext cx="31339" cy="1680577"/>
            </a:xfrm>
            <a:custGeom>
              <a:avLst/>
              <a:gdLst/>
              <a:ahLst/>
              <a:cxnLst/>
              <a:rect l="l" t="t" r="r" b="b"/>
              <a:pathLst>
                <a:path w="216" h="11583" extrusionOk="0">
                  <a:moveTo>
                    <a:pt x="0" y="0"/>
                  </a:moveTo>
                  <a:lnTo>
                    <a:pt x="0" y="11582"/>
                  </a:lnTo>
                  <a:lnTo>
                    <a:pt x="215" y="11582"/>
                  </a:lnTo>
                  <a:lnTo>
                    <a:pt x="21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753;p64">
              <a:extLst>
                <a:ext uri="{FF2B5EF4-FFF2-40B4-BE49-F238E27FC236}">
                  <a16:creationId xmlns:a16="http://schemas.microsoft.com/office/drawing/2014/main" id="{B37F18DC-1CC0-6706-AFD9-95E5D5D12F60}"/>
                </a:ext>
              </a:extLst>
            </p:cNvPr>
            <p:cNvSpPr/>
            <p:nvPr/>
          </p:nvSpPr>
          <p:spPr>
            <a:xfrm>
              <a:off x="5902932" y="-2150117"/>
              <a:ext cx="74141" cy="74576"/>
            </a:xfrm>
            <a:custGeom>
              <a:avLst/>
              <a:gdLst/>
              <a:ahLst/>
              <a:cxnLst/>
              <a:rect l="l" t="t" r="r" b="b"/>
              <a:pathLst>
                <a:path w="511" h="514" extrusionOk="0">
                  <a:moveTo>
                    <a:pt x="255" y="1"/>
                  </a:moveTo>
                  <a:cubicBezTo>
                    <a:pt x="255" y="1"/>
                    <a:pt x="252" y="283"/>
                    <a:pt x="183" y="359"/>
                  </a:cubicBezTo>
                  <a:cubicBezTo>
                    <a:pt x="132" y="385"/>
                    <a:pt x="28" y="462"/>
                    <a:pt x="0" y="514"/>
                  </a:cubicBezTo>
                  <a:cubicBezTo>
                    <a:pt x="63" y="478"/>
                    <a:pt x="151" y="442"/>
                    <a:pt x="257" y="442"/>
                  </a:cubicBezTo>
                  <a:cubicBezTo>
                    <a:pt x="333" y="442"/>
                    <a:pt x="419" y="460"/>
                    <a:pt x="511" y="510"/>
                  </a:cubicBezTo>
                  <a:cubicBezTo>
                    <a:pt x="484" y="462"/>
                    <a:pt x="443" y="422"/>
                    <a:pt x="395" y="396"/>
                  </a:cubicBezTo>
                  <a:lnTo>
                    <a:pt x="324" y="349"/>
                  </a:lnTo>
                  <a:cubicBezTo>
                    <a:pt x="273" y="222"/>
                    <a:pt x="255" y="1"/>
                    <a:pt x="2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754;p64">
              <a:extLst>
                <a:ext uri="{FF2B5EF4-FFF2-40B4-BE49-F238E27FC236}">
                  <a16:creationId xmlns:a16="http://schemas.microsoft.com/office/drawing/2014/main" id="{0866540E-923A-186D-232C-F3A830562AED}"/>
                </a:ext>
              </a:extLst>
            </p:cNvPr>
            <p:cNvSpPr/>
            <p:nvPr/>
          </p:nvSpPr>
          <p:spPr>
            <a:xfrm>
              <a:off x="5897563" y="-2085987"/>
              <a:ext cx="84878" cy="73270"/>
            </a:xfrm>
            <a:custGeom>
              <a:avLst/>
              <a:gdLst/>
              <a:ahLst/>
              <a:cxnLst/>
              <a:rect l="l" t="t" r="r" b="b"/>
              <a:pathLst>
                <a:path w="585" h="505" extrusionOk="0">
                  <a:moveTo>
                    <a:pt x="292" y="0"/>
                  </a:moveTo>
                  <a:cubicBezTo>
                    <a:pt x="187" y="0"/>
                    <a:pt x="99" y="35"/>
                    <a:pt x="37" y="69"/>
                  </a:cubicBezTo>
                  <a:cubicBezTo>
                    <a:pt x="15" y="111"/>
                    <a:pt x="1" y="159"/>
                    <a:pt x="1" y="212"/>
                  </a:cubicBezTo>
                  <a:cubicBezTo>
                    <a:pt x="1" y="373"/>
                    <a:pt x="130" y="505"/>
                    <a:pt x="292" y="505"/>
                  </a:cubicBezTo>
                  <a:cubicBezTo>
                    <a:pt x="453" y="505"/>
                    <a:pt x="584" y="373"/>
                    <a:pt x="584" y="212"/>
                  </a:cubicBezTo>
                  <a:cubicBezTo>
                    <a:pt x="584" y="159"/>
                    <a:pt x="570" y="110"/>
                    <a:pt x="545" y="68"/>
                  </a:cubicBezTo>
                  <a:cubicBezTo>
                    <a:pt x="453" y="18"/>
                    <a:pt x="368" y="0"/>
                    <a:pt x="2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755;p64">
              <a:extLst>
                <a:ext uri="{FF2B5EF4-FFF2-40B4-BE49-F238E27FC236}">
                  <a16:creationId xmlns:a16="http://schemas.microsoft.com/office/drawing/2014/main" id="{097EAB7B-AD93-7AAA-E133-2BAA6C8D2031}"/>
                </a:ext>
              </a:extLst>
            </p:cNvPr>
            <p:cNvSpPr/>
            <p:nvPr/>
          </p:nvSpPr>
          <p:spPr>
            <a:xfrm>
              <a:off x="5932240" y="-2161869"/>
              <a:ext cx="14799" cy="14944"/>
            </a:xfrm>
            <a:custGeom>
              <a:avLst/>
              <a:gdLst/>
              <a:ahLst/>
              <a:cxnLst/>
              <a:rect l="l" t="t" r="r" b="b"/>
              <a:pathLst>
                <a:path w="102" h="103" extrusionOk="0">
                  <a:moveTo>
                    <a:pt x="51" y="0"/>
                  </a:moveTo>
                  <a:cubicBezTo>
                    <a:pt x="23" y="0"/>
                    <a:pt x="1" y="23"/>
                    <a:pt x="1" y="51"/>
                  </a:cubicBezTo>
                  <a:cubicBezTo>
                    <a:pt x="1" y="79"/>
                    <a:pt x="23" y="103"/>
                    <a:pt x="51" y="103"/>
                  </a:cubicBezTo>
                  <a:cubicBezTo>
                    <a:pt x="79" y="103"/>
                    <a:pt x="102" y="79"/>
                    <a:pt x="102" y="51"/>
                  </a:cubicBezTo>
                  <a:cubicBezTo>
                    <a:pt x="102" y="23"/>
                    <a:pt x="79" y="0"/>
                    <a:pt x="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756;p64">
              <a:extLst>
                <a:ext uri="{FF2B5EF4-FFF2-40B4-BE49-F238E27FC236}">
                  <a16:creationId xmlns:a16="http://schemas.microsoft.com/office/drawing/2014/main" id="{4E48131D-9C0A-B56F-3709-147DA9238E8D}"/>
                </a:ext>
              </a:extLst>
            </p:cNvPr>
            <p:cNvSpPr/>
            <p:nvPr/>
          </p:nvSpPr>
          <p:spPr>
            <a:xfrm>
              <a:off x="5908155" y="-2027515"/>
              <a:ext cx="62969" cy="15815"/>
            </a:xfrm>
            <a:custGeom>
              <a:avLst/>
              <a:gdLst/>
              <a:ahLst/>
              <a:cxnLst/>
              <a:rect l="l" t="t" r="r" b="b"/>
              <a:pathLst>
                <a:path w="434" h="109" extrusionOk="0">
                  <a:moveTo>
                    <a:pt x="29" y="1"/>
                  </a:moveTo>
                  <a:cubicBezTo>
                    <a:pt x="14" y="1"/>
                    <a:pt x="1" y="12"/>
                    <a:pt x="1" y="29"/>
                  </a:cubicBezTo>
                  <a:lnTo>
                    <a:pt x="1" y="79"/>
                  </a:lnTo>
                  <a:cubicBezTo>
                    <a:pt x="1" y="98"/>
                    <a:pt x="14" y="109"/>
                    <a:pt x="29" y="109"/>
                  </a:cubicBezTo>
                  <a:lnTo>
                    <a:pt x="406" y="109"/>
                  </a:lnTo>
                  <a:cubicBezTo>
                    <a:pt x="421" y="109"/>
                    <a:pt x="434" y="95"/>
                    <a:pt x="434" y="79"/>
                  </a:cubicBezTo>
                  <a:lnTo>
                    <a:pt x="434" y="29"/>
                  </a:lnTo>
                  <a:cubicBezTo>
                    <a:pt x="434" y="12"/>
                    <a:pt x="421" y="1"/>
                    <a:pt x="4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757;p64">
              <a:extLst>
                <a:ext uri="{FF2B5EF4-FFF2-40B4-BE49-F238E27FC236}">
                  <a16:creationId xmlns:a16="http://schemas.microsoft.com/office/drawing/2014/main" id="{91ADF2FD-45CD-E239-5357-B953F310FF2D}"/>
                </a:ext>
              </a:extLst>
            </p:cNvPr>
            <p:cNvSpPr/>
            <p:nvPr/>
          </p:nvSpPr>
          <p:spPr>
            <a:xfrm>
              <a:off x="4824332" y="-1886343"/>
              <a:ext cx="1146791" cy="47444"/>
            </a:xfrm>
            <a:custGeom>
              <a:avLst/>
              <a:gdLst/>
              <a:ahLst/>
              <a:cxnLst/>
              <a:rect l="l" t="t" r="r" b="b"/>
              <a:pathLst>
                <a:path w="7904" h="327" extrusionOk="0">
                  <a:moveTo>
                    <a:pt x="48" y="0"/>
                  </a:moveTo>
                  <a:cubicBezTo>
                    <a:pt x="13" y="0"/>
                    <a:pt x="0" y="19"/>
                    <a:pt x="0" y="54"/>
                  </a:cubicBezTo>
                  <a:lnTo>
                    <a:pt x="0" y="249"/>
                  </a:lnTo>
                  <a:cubicBezTo>
                    <a:pt x="0" y="286"/>
                    <a:pt x="13" y="326"/>
                    <a:pt x="48" y="326"/>
                  </a:cubicBezTo>
                  <a:lnTo>
                    <a:pt x="7819" y="326"/>
                  </a:lnTo>
                  <a:cubicBezTo>
                    <a:pt x="7855" y="326"/>
                    <a:pt x="7904" y="284"/>
                    <a:pt x="7904" y="249"/>
                  </a:cubicBezTo>
                  <a:lnTo>
                    <a:pt x="7904" y="54"/>
                  </a:lnTo>
                  <a:cubicBezTo>
                    <a:pt x="7904" y="17"/>
                    <a:pt x="7855" y="0"/>
                    <a:pt x="78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758;p64">
              <a:extLst>
                <a:ext uri="{FF2B5EF4-FFF2-40B4-BE49-F238E27FC236}">
                  <a16:creationId xmlns:a16="http://schemas.microsoft.com/office/drawing/2014/main" id="{25A11DFA-4518-9D3A-F344-156115D474AF}"/>
                </a:ext>
              </a:extLst>
            </p:cNvPr>
            <p:cNvSpPr/>
            <p:nvPr/>
          </p:nvSpPr>
          <p:spPr>
            <a:xfrm>
              <a:off x="4824623" y="-488401"/>
              <a:ext cx="1146791" cy="157132"/>
            </a:xfrm>
            <a:custGeom>
              <a:avLst/>
              <a:gdLst/>
              <a:ahLst/>
              <a:cxnLst/>
              <a:rect l="l" t="t" r="r" b="b"/>
              <a:pathLst>
                <a:path w="7904" h="1083" extrusionOk="0">
                  <a:moveTo>
                    <a:pt x="1" y="1"/>
                  </a:moveTo>
                  <a:lnTo>
                    <a:pt x="1" y="1083"/>
                  </a:lnTo>
                  <a:lnTo>
                    <a:pt x="7903" y="1083"/>
                  </a:lnTo>
                  <a:lnTo>
                    <a:pt x="790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759;p64">
              <a:extLst>
                <a:ext uri="{FF2B5EF4-FFF2-40B4-BE49-F238E27FC236}">
                  <a16:creationId xmlns:a16="http://schemas.microsoft.com/office/drawing/2014/main" id="{F3FF4269-66A6-7916-E54D-6E9A39EBDD1B}"/>
                </a:ext>
              </a:extLst>
            </p:cNvPr>
            <p:cNvSpPr/>
            <p:nvPr/>
          </p:nvSpPr>
          <p:spPr>
            <a:xfrm>
              <a:off x="2987203" y="-2924462"/>
              <a:ext cx="8996" cy="190213"/>
            </a:xfrm>
            <a:custGeom>
              <a:avLst/>
              <a:gdLst/>
              <a:ahLst/>
              <a:cxnLst/>
              <a:rect l="l" t="t" r="r" b="b"/>
              <a:pathLst>
                <a:path w="62" h="1311" extrusionOk="0">
                  <a:moveTo>
                    <a:pt x="18" y="1"/>
                  </a:moveTo>
                  <a:lnTo>
                    <a:pt x="1" y="1311"/>
                  </a:lnTo>
                  <a:lnTo>
                    <a:pt x="61" y="1311"/>
                  </a:lnTo>
                  <a:lnTo>
                    <a:pt x="1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760;p64">
              <a:extLst>
                <a:ext uri="{FF2B5EF4-FFF2-40B4-BE49-F238E27FC236}">
                  <a16:creationId xmlns:a16="http://schemas.microsoft.com/office/drawing/2014/main" id="{EA19E1BF-6F19-8A05-B825-4D82A03A1627}"/>
                </a:ext>
              </a:extLst>
            </p:cNvPr>
            <p:cNvSpPr/>
            <p:nvPr/>
          </p:nvSpPr>
          <p:spPr>
            <a:xfrm>
              <a:off x="2630281" y="-2742519"/>
              <a:ext cx="722548" cy="511007"/>
            </a:xfrm>
            <a:custGeom>
              <a:avLst/>
              <a:gdLst/>
              <a:ahLst/>
              <a:cxnLst/>
              <a:rect l="l" t="t" r="r" b="b"/>
              <a:pathLst>
                <a:path w="4980" h="3522" extrusionOk="0">
                  <a:moveTo>
                    <a:pt x="2489" y="1"/>
                  </a:moveTo>
                  <a:cubicBezTo>
                    <a:pt x="2247" y="397"/>
                    <a:pt x="1984" y="627"/>
                    <a:pt x="1204" y="1163"/>
                  </a:cubicBezTo>
                  <a:cubicBezTo>
                    <a:pt x="1" y="1990"/>
                    <a:pt x="496" y="3350"/>
                    <a:pt x="496" y="3350"/>
                  </a:cubicBezTo>
                  <a:lnTo>
                    <a:pt x="556" y="3522"/>
                  </a:lnTo>
                  <a:lnTo>
                    <a:pt x="4424" y="3522"/>
                  </a:lnTo>
                  <a:lnTo>
                    <a:pt x="4485" y="3350"/>
                  </a:lnTo>
                  <a:cubicBezTo>
                    <a:pt x="4485" y="3350"/>
                    <a:pt x="4979" y="1990"/>
                    <a:pt x="3775" y="1163"/>
                  </a:cubicBezTo>
                  <a:cubicBezTo>
                    <a:pt x="2996" y="627"/>
                    <a:pt x="2729" y="397"/>
                    <a:pt x="248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761;p64">
              <a:extLst>
                <a:ext uri="{FF2B5EF4-FFF2-40B4-BE49-F238E27FC236}">
                  <a16:creationId xmlns:a16="http://schemas.microsoft.com/office/drawing/2014/main" id="{F1582EAB-BD6C-5DBA-484B-9A63D87A3FA7}"/>
                </a:ext>
              </a:extLst>
            </p:cNvPr>
            <p:cNvSpPr/>
            <p:nvPr/>
          </p:nvSpPr>
          <p:spPr>
            <a:xfrm>
              <a:off x="2844434" y="-2650387"/>
              <a:ext cx="289600" cy="36708"/>
            </a:xfrm>
            <a:custGeom>
              <a:avLst/>
              <a:gdLst/>
              <a:ahLst/>
              <a:cxnLst/>
              <a:rect l="l" t="t" r="r" b="b"/>
              <a:pathLst>
                <a:path w="1996" h="253" extrusionOk="0">
                  <a:moveTo>
                    <a:pt x="1091" y="1"/>
                  </a:moveTo>
                  <a:cubicBezTo>
                    <a:pt x="749" y="1"/>
                    <a:pt x="435" y="48"/>
                    <a:pt x="271" y="78"/>
                  </a:cubicBezTo>
                  <a:cubicBezTo>
                    <a:pt x="1" y="127"/>
                    <a:pt x="129" y="253"/>
                    <a:pt x="129" y="253"/>
                  </a:cubicBezTo>
                  <a:cubicBezTo>
                    <a:pt x="485" y="138"/>
                    <a:pt x="802" y="99"/>
                    <a:pt x="1066" y="99"/>
                  </a:cubicBezTo>
                  <a:cubicBezTo>
                    <a:pt x="1595" y="99"/>
                    <a:pt x="1914" y="253"/>
                    <a:pt x="1914" y="253"/>
                  </a:cubicBezTo>
                  <a:cubicBezTo>
                    <a:pt x="1996" y="126"/>
                    <a:pt x="1766" y="78"/>
                    <a:pt x="1759" y="78"/>
                  </a:cubicBezTo>
                  <a:cubicBezTo>
                    <a:pt x="1759" y="78"/>
                    <a:pt x="1759" y="78"/>
                    <a:pt x="1759" y="78"/>
                  </a:cubicBezTo>
                  <a:cubicBezTo>
                    <a:pt x="1548" y="21"/>
                    <a:pt x="1314" y="1"/>
                    <a:pt x="10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762;p64">
              <a:extLst>
                <a:ext uri="{FF2B5EF4-FFF2-40B4-BE49-F238E27FC236}">
                  <a16:creationId xmlns:a16="http://schemas.microsoft.com/office/drawing/2014/main" id="{6AC0330D-2F31-8907-B3F9-DCE6A753A966}"/>
                </a:ext>
              </a:extLst>
            </p:cNvPr>
            <p:cNvSpPr/>
            <p:nvPr/>
          </p:nvSpPr>
          <p:spPr>
            <a:xfrm>
              <a:off x="2971968" y="-2822899"/>
              <a:ext cx="39464" cy="55279"/>
            </a:xfrm>
            <a:custGeom>
              <a:avLst/>
              <a:gdLst/>
              <a:ahLst/>
              <a:cxnLst/>
              <a:rect l="l" t="t" r="r" b="b"/>
              <a:pathLst>
                <a:path w="272" h="381" extrusionOk="0">
                  <a:moveTo>
                    <a:pt x="137" y="1"/>
                  </a:moveTo>
                  <a:cubicBezTo>
                    <a:pt x="59" y="1"/>
                    <a:pt x="0" y="87"/>
                    <a:pt x="0" y="191"/>
                  </a:cubicBezTo>
                  <a:cubicBezTo>
                    <a:pt x="0" y="296"/>
                    <a:pt x="61" y="380"/>
                    <a:pt x="137" y="380"/>
                  </a:cubicBezTo>
                  <a:cubicBezTo>
                    <a:pt x="212" y="380"/>
                    <a:pt x="272" y="295"/>
                    <a:pt x="272" y="191"/>
                  </a:cubicBezTo>
                  <a:cubicBezTo>
                    <a:pt x="272" y="85"/>
                    <a:pt x="211" y="1"/>
                    <a:pt x="1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763;p64">
              <a:extLst>
                <a:ext uri="{FF2B5EF4-FFF2-40B4-BE49-F238E27FC236}">
                  <a16:creationId xmlns:a16="http://schemas.microsoft.com/office/drawing/2014/main" id="{54316A69-0A3B-035E-E6C6-553A6910B5C4}"/>
                </a:ext>
              </a:extLst>
            </p:cNvPr>
            <p:cNvSpPr/>
            <p:nvPr/>
          </p:nvSpPr>
          <p:spPr>
            <a:xfrm>
              <a:off x="2980674" y="-2882676"/>
              <a:ext cx="21618" cy="36563"/>
            </a:xfrm>
            <a:custGeom>
              <a:avLst/>
              <a:gdLst/>
              <a:ahLst/>
              <a:cxnLst/>
              <a:rect l="l" t="t" r="r" b="b"/>
              <a:pathLst>
                <a:path w="149" h="252" extrusionOk="0">
                  <a:moveTo>
                    <a:pt x="75" y="1"/>
                  </a:moveTo>
                  <a:cubicBezTo>
                    <a:pt x="34" y="1"/>
                    <a:pt x="1" y="57"/>
                    <a:pt x="1" y="126"/>
                  </a:cubicBezTo>
                  <a:cubicBezTo>
                    <a:pt x="1" y="196"/>
                    <a:pt x="34" y="251"/>
                    <a:pt x="75" y="251"/>
                  </a:cubicBezTo>
                  <a:cubicBezTo>
                    <a:pt x="116" y="251"/>
                    <a:pt x="148" y="195"/>
                    <a:pt x="148" y="126"/>
                  </a:cubicBezTo>
                  <a:cubicBezTo>
                    <a:pt x="148" y="57"/>
                    <a:pt x="116" y="1"/>
                    <a:pt x="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764;p64">
              <a:extLst>
                <a:ext uri="{FF2B5EF4-FFF2-40B4-BE49-F238E27FC236}">
                  <a16:creationId xmlns:a16="http://schemas.microsoft.com/office/drawing/2014/main" id="{EC084164-FB7F-9801-3ED5-9A71F33B15B4}"/>
                </a:ext>
              </a:extLst>
            </p:cNvPr>
            <p:cNvSpPr/>
            <p:nvPr/>
          </p:nvSpPr>
          <p:spPr>
            <a:xfrm>
              <a:off x="2974000" y="-2749774"/>
              <a:ext cx="28293" cy="28873"/>
            </a:xfrm>
            <a:custGeom>
              <a:avLst/>
              <a:gdLst/>
              <a:ahLst/>
              <a:cxnLst/>
              <a:rect l="l" t="t" r="r" b="b"/>
              <a:pathLst>
                <a:path w="195" h="199" extrusionOk="0">
                  <a:moveTo>
                    <a:pt x="24" y="0"/>
                  </a:moveTo>
                  <a:cubicBezTo>
                    <a:pt x="10" y="0"/>
                    <a:pt x="0" y="11"/>
                    <a:pt x="0" y="25"/>
                  </a:cubicBezTo>
                  <a:lnTo>
                    <a:pt x="0" y="173"/>
                  </a:lnTo>
                  <a:cubicBezTo>
                    <a:pt x="0" y="187"/>
                    <a:pt x="10" y="198"/>
                    <a:pt x="24" y="198"/>
                  </a:cubicBezTo>
                  <a:lnTo>
                    <a:pt x="170" y="198"/>
                  </a:lnTo>
                  <a:cubicBezTo>
                    <a:pt x="184" y="198"/>
                    <a:pt x="194" y="187"/>
                    <a:pt x="194" y="173"/>
                  </a:cubicBezTo>
                  <a:lnTo>
                    <a:pt x="194" y="25"/>
                  </a:lnTo>
                  <a:cubicBezTo>
                    <a:pt x="194" y="11"/>
                    <a:pt x="184" y="0"/>
                    <a:pt x="1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765;p64">
              <a:extLst>
                <a:ext uri="{FF2B5EF4-FFF2-40B4-BE49-F238E27FC236}">
                  <a16:creationId xmlns:a16="http://schemas.microsoft.com/office/drawing/2014/main" id="{F0A6FBC8-D389-684B-A535-8D8986CED350}"/>
                </a:ext>
              </a:extLst>
            </p:cNvPr>
            <p:cNvSpPr/>
            <p:nvPr/>
          </p:nvSpPr>
          <p:spPr>
            <a:xfrm>
              <a:off x="2691219" y="-2297383"/>
              <a:ext cx="581085" cy="65871"/>
            </a:xfrm>
            <a:custGeom>
              <a:avLst/>
              <a:gdLst/>
              <a:ahLst/>
              <a:cxnLst/>
              <a:rect l="l" t="t" r="r" b="b"/>
              <a:pathLst>
                <a:path w="4005" h="454" extrusionOk="0">
                  <a:moveTo>
                    <a:pt x="1980" y="1"/>
                  </a:moveTo>
                  <a:cubicBezTo>
                    <a:pt x="1" y="1"/>
                    <a:pt x="136" y="454"/>
                    <a:pt x="136" y="454"/>
                  </a:cubicBezTo>
                  <a:lnTo>
                    <a:pt x="4004" y="454"/>
                  </a:lnTo>
                  <a:cubicBezTo>
                    <a:pt x="4004" y="454"/>
                    <a:pt x="3949" y="5"/>
                    <a:pt x="1998" y="1"/>
                  </a:cubicBezTo>
                  <a:cubicBezTo>
                    <a:pt x="1992" y="1"/>
                    <a:pt x="1986" y="1"/>
                    <a:pt x="198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766;p64">
              <a:extLst>
                <a:ext uri="{FF2B5EF4-FFF2-40B4-BE49-F238E27FC236}">
                  <a16:creationId xmlns:a16="http://schemas.microsoft.com/office/drawing/2014/main" id="{CDD39CAB-2AA9-22B7-0A82-BA097EB6854B}"/>
                </a:ext>
              </a:extLst>
            </p:cNvPr>
            <p:cNvSpPr/>
            <p:nvPr/>
          </p:nvSpPr>
          <p:spPr>
            <a:xfrm>
              <a:off x="2704422" y="-2231657"/>
              <a:ext cx="565416" cy="534076"/>
            </a:xfrm>
            <a:custGeom>
              <a:avLst/>
              <a:gdLst/>
              <a:ahLst/>
              <a:cxnLst/>
              <a:rect l="l" t="t" r="r" b="b"/>
              <a:pathLst>
                <a:path w="3897" h="3681" extrusionOk="0">
                  <a:moveTo>
                    <a:pt x="0" y="1"/>
                  </a:moveTo>
                  <a:lnTo>
                    <a:pt x="0" y="3679"/>
                  </a:lnTo>
                  <a:lnTo>
                    <a:pt x="217" y="3679"/>
                  </a:lnTo>
                  <a:lnTo>
                    <a:pt x="217" y="1814"/>
                  </a:lnTo>
                  <a:lnTo>
                    <a:pt x="217" y="868"/>
                  </a:lnTo>
                  <a:cubicBezTo>
                    <a:pt x="217" y="536"/>
                    <a:pt x="709" y="426"/>
                    <a:pt x="709" y="426"/>
                  </a:cubicBezTo>
                  <a:cubicBezTo>
                    <a:pt x="709" y="426"/>
                    <a:pt x="1189" y="538"/>
                    <a:pt x="1189" y="868"/>
                  </a:cubicBezTo>
                  <a:lnTo>
                    <a:pt x="1189" y="1814"/>
                  </a:lnTo>
                  <a:lnTo>
                    <a:pt x="1189" y="3679"/>
                  </a:lnTo>
                  <a:lnTo>
                    <a:pt x="1515" y="3679"/>
                  </a:lnTo>
                  <a:lnTo>
                    <a:pt x="1515" y="1814"/>
                  </a:lnTo>
                  <a:lnTo>
                    <a:pt x="1515" y="868"/>
                  </a:lnTo>
                  <a:cubicBezTo>
                    <a:pt x="1515" y="536"/>
                    <a:pt x="2007" y="426"/>
                    <a:pt x="2007" y="426"/>
                  </a:cubicBezTo>
                  <a:cubicBezTo>
                    <a:pt x="2007" y="426"/>
                    <a:pt x="2488" y="538"/>
                    <a:pt x="2488" y="868"/>
                  </a:cubicBezTo>
                  <a:lnTo>
                    <a:pt x="2488" y="1814"/>
                  </a:lnTo>
                  <a:lnTo>
                    <a:pt x="2488" y="3679"/>
                  </a:lnTo>
                  <a:lnTo>
                    <a:pt x="2813" y="3679"/>
                  </a:lnTo>
                  <a:lnTo>
                    <a:pt x="2813" y="1814"/>
                  </a:lnTo>
                  <a:lnTo>
                    <a:pt x="2813" y="868"/>
                  </a:lnTo>
                  <a:cubicBezTo>
                    <a:pt x="2813" y="536"/>
                    <a:pt x="3305" y="426"/>
                    <a:pt x="3305" y="426"/>
                  </a:cubicBezTo>
                  <a:cubicBezTo>
                    <a:pt x="3305" y="426"/>
                    <a:pt x="3787" y="538"/>
                    <a:pt x="3787" y="868"/>
                  </a:cubicBezTo>
                  <a:lnTo>
                    <a:pt x="3787" y="1815"/>
                  </a:lnTo>
                  <a:lnTo>
                    <a:pt x="3787" y="3680"/>
                  </a:lnTo>
                  <a:lnTo>
                    <a:pt x="3896" y="3680"/>
                  </a:lnTo>
                  <a:lnTo>
                    <a:pt x="389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767;p64">
              <a:extLst>
                <a:ext uri="{FF2B5EF4-FFF2-40B4-BE49-F238E27FC236}">
                  <a16:creationId xmlns:a16="http://schemas.microsoft.com/office/drawing/2014/main" id="{8F2C31A6-9BCE-FB47-0203-AA5204C64EAA}"/>
                </a:ext>
              </a:extLst>
            </p:cNvPr>
            <p:cNvSpPr/>
            <p:nvPr/>
          </p:nvSpPr>
          <p:spPr>
            <a:xfrm>
              <a:off x="2625639" y="-1870528"/>
              <a:ext cx="644200" cy="1539260"/>
            </a:xfrm>
            <a:custGeom>
              <a:avLst/>
              <a:gdLst/>
              <a:ahLst/>
              <a:cxnLst/>
              <a:rect l="l" t="t" r="r" b="b"/>
              <a:pathLst>
                <a:path w="4440" h="10609" extrusionOk="0">
                  <a:moveTo>
                    <a:pt x="1" y="1"/>
                  </a:moveTo>
                  <a:lnTo>
                    <a:pt x="1" y="10609"/>
                  </a:lnTo>
                  <a:lnTo>
                    <a:pt x="4439" y="10609"/>
                  </a:lnTo>
                  <a:lnTo>
                    <a:pt x="443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768;p64">
              <a:extLst>
                <a:ext uri="{FF2B5EF4-FFF2-40B4-BE49-F238E27FC236}">
                  <a16:creationId xmlns:a16="http://schemas.microsoft.com/office/drawing/2014/main" id="{0EF720E8-F552-9902-7452-AB8288654003}"/>
                </a:ext>
              </a:extLst>
            </p:cNvPr>
            <p:cNvSpPr/>
            <p:nvPr/>
          </p:nvSpPr>
          <p:spPr>
            <a:xfrm>
              <a:off x="2264510" y="-1649846"/>
              <a:ext cx="298305" cy="564835"/>
            </a:xfrm>
            <a:custGeom>
              <a:avLst/>
              <a:gdLst/>
              <a:ahLst/>
              <a:cxnLst/>
              <a:rect l="l" t="t" r="r" b="b"/>
              <a:pathLst>
                <a:path w="2056" h="3893" extrusionOk="0">
                  <a:moveTo>
                    <a:pt x="1049" y="1"/>
                  </a:moveTo>
                  <a:cubicBezTo>
                    <a:pt x="1049" y="1"/>
                    <a:pt x="0" y="490"/>
                    <a:pt x="0" y="878"/>
                  </a:cubicBezTo>
                  <a:lnTo>
                    <a:pt x="0" y="3893"/>
                  </a:lnTo>
                  <a:lnTo>
                    <a:pt x="2055" y="3893"/>
                  </a:lnTo>
                  <a:lnTo>
                    <a:pt x="2055" y="921"/>
                  </a:lnTo>
                  <a:cubicBezTo>
                    <a:pt x="2055" y="535"/>
                    <a:pt x="1049" y="1"/>
                    <a:pt x="104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769;p64">
              <a:extLst>
                <a:ext uri="{FF2B5EF4-FFF2-40B4-BE49-F238E27FC236}">
                  <a16:creationId xmlns:a16="http://schemas.microsoft.com/office/drawing/2014/main" id="{C3DD1703-DF12-419B-96C7-DAE1DE4D96E9}"/>
                </a:ext>
              </a:extLst>
            </p:cNvPr>
            <p:cNvSpPr/>
            <p:nvPr/>
          </p:nvSpPr>
          <p:spPr>
            <a:xfrm>
              <a:off x="2751287" y="-1649846"/>
              <a:ext cx="314120" cy="564835"/>
            </a:xfrm>
            <a:custGeom>
              <a:avLst/>
              <a:gdLst/>
              <a:ahLst/>
              <a:cxnLst/>
              <a:rect l="l" t="t" r="r" b="b"/>
              <a:pathLst>
                <a:path w="2165" h="3893" extrusionOk="0">
                  <a:moveTo>
                    <a:pt x="1104" y="1"/>
                  </a:moveTo>
                  <a:cubicBezTo>
                    <a:pt x="1104" y="1"/>
                    <a:pt x="0" y="490"/>
                    <a:pt x="0" y="878"/>
                  </a:cubicBezTo>
                  <a:lnTo>
                    <a:pt x="0" y="3893"/>
                  </a:lnTo>
                  <a:lnTo>
                    <a:pt x="2165" y="3893"/>
                  </a:lnTo>
                  <a:lnTo>
                    <a:pt x="2165" y="921"/>
                  </a:lnTo>
                  <a:cubicBezTo>
                    <a:pt x="2165" y="535"/>
                    <a:pt x="1104" y="1"/>
                    <a:pt x="11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6" name="Google Shape;1770;p64">
              <a:extLst>
                <a:ext uri="{FF2B5EF4-FFF2-40B4-BE49-F238E27FC236}">
                  <a16:creationId xmlns:a16="http://schemas.microsoft.com/office/drawing/2014/main" id="{460BDE29-1330-04BE-5690-751FB552BD7A}"/>
                </a:ext>
              </a:extLst>
            </p:cNvPr>
            <p:cNvSpPr/>
            <p:nvPr/>
          </p:nvSpPr>
          <p:spPr>
            <a:xfrm>
              <a:off x="2264510" y="-925992"/>
              <a:ext cx="298305" cy="578909"/>
            </a:xfrm>
            <a:custGeom>
              <a:avLst/>
              <a:gdLst/>
              <a:ahLst/>
              <a:cxnLst/>
              <a:rect l="l" t="t" r="r" b="b"/>
              <a:pathLst>
                <a:path w="2056" h="3990" extrusionOk="0">
                  <a:moveTo>
                    <a:pt x="1049" y="0"/>
                  </a:moveTo>
                  <a:cubicBezTo>
                    <a:pt x="1049" y="0"/>
                    <a:pt x="0" y="491"/>
                    <a:pt x="0" y="877"/>
                  </a:cubicBezTo>
                  <a:lnTo>
                    <a:pt x="0" y="3989"/>
                  </a:lnTo>
                  <a:lnTo>
                    <a:pt x="2055" y="3989"/>
                  </a:lnTo>
                  <a:lnTo>
                    <a:pt x="2055" y="921"/>
                  </a:lnTo>
                  <a:cubicBezTo>
                    <a:pt x="2055" y="533"/>
                    <a:pt x="1049" y="0"/>
                    <a:pt x="104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771;p64">
              <a:extLst>
                <a:ext uri="{FF2B5EF4-FFF2-40B4-BE49-F238E27FC236}">
                  <a16:creationId xmlns:a16="http://schemas.microsoft.com/office/drawing/2014/main" id="{B8144149-DE0C-05E1-47FC-61C272FF6958}"/>
                </a:ext>
              </a:extLst>
            </p:cNvPr>
            <p:cNvSpPr/>
            <p:nvPr/>
          </p:nvSpPr>
          <p:spPr>
            <a:xfrm>
              <a:off x="2751287" y="-925992"/>
              <a:ext cx="314120" cy="578909"/>
            </a:xfrm>
            <a:custGeom>
              <a:avLst/>
              <a:gdLst/>
              <a:ahLst/>
              <a:cxnLst/>
              <a:rect l="l" t="t" r="r" b="b"/>
              <a:pathLst>
                <a:path w="2165" h="3990" extrusionOk="0">
                  <a:moveTo>
                    <a:pt x="1104" y="0"/>
                  </a:moveTo>
                  <a:cubicBezTo>
                    <a:pt x="1104" y="0"/>
                    <a:pt x="0" y="491"/>
                    <a:pt x="0" y="877"/>
                  </a:cubicBezTo>
                  <a:lnTo>
                    <a:pt x="0" y="3989"/>
                  </a:lnTo>
                  <a:lnTo>
                    <a:pt x="2165" y="3989"/>
                  </a:lnTo>
                  <a:lnTo>
                    <a:pt x="2165" y="921"/>
                  </a:lnTo>
                  <a:cubicBezTo>
                    <a:pt x="2165" y="533"/>
                    <a:pt x="1104" y="0"/>
                    <a:pt x="11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772;p64">
              <a:extLst>
                <a:ext uri="{FF2B5EF4-FFF2-40B4-BE49-F238E27FC236}">
                  <a16:creationId xmlns:a16="http://schemas.microsoft.com/office/drawing/2014/main" id="{470DA8E5-C10F-D03B-F71D-7D787AF7FD96}"/>
                </a:ext>
              </a:extLst>
            </p:cNvPr>
            <p:cNvSpPr/>
            <p:nvPr/>
          </p:nvSpPr>
          <p:spPr>
            <a:xfrm>
              <a:off x="2138862" y="-2011991"/>
              <a:ext cx="31339" cy="1680577"/>
            </a:xfrm>
            <a:custGeom>
              <a:avLst/>
              <a:gdLst/>
              <a:ahLst/>
              <a:cxnLst/>
              <a:rect l="l" t="t" r="r" b="b"/>
              <a:pathLst>
                <a:path w="216" h="11583" extrusionOk="0">
                  <a:moveTo>
                    <a:pt x="0" y="0"/>
                  </a:moveTo>
                  <a:lnTo>
                    <a:pt x="0" y="11582"/>
                  </a:lnTo>
                  <a:lnTo>
                    <a:pt x="215" y="11582"/>
                  </a:lnTo>
                  <a:lnTo>
                    <a:pt x="21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773;p64">
              <a:extLst>
                <a:ext uri="{FF2B5EF4-FFF2-40B4-BE49-F238E27FC236}">
                  <a16:creationId xmlns:a16="http://schemas.microsoft.com/office/drawing/2014/main" id="{2C4CCB81-D483-3280-3B6E-F4B190B5B8B8}"/>
                </a:ext>
              </a:extLst>
            </p:cNvPr>
            <p:cNvSpPr/>
            <p:nvPr/>
          </p:nvSpPr>
          <p:spPr>
            <a:xfrm>
              <a:off x="2119855" y="-2150117"/>
              <a:ext cx="74141" cy="74576"/>
            </a:xfrm>
            <a:custGeom>
              <a:avLst/>
              <a:gdLst/>
              <a:ahLst/>
              <a:cxnLst/>
              <a:rect l="l" t="t" r="r" b="b"/>
              <a:pathLst>
                <a:path w="511" h="514" extrusionOk="0">
                  <a:moveTo>
                    <a:pt x="255" y="1"/>
                  </a:moveTo>
                  <a:cubicBezTo>
                    <a:pt x="255" y="1"/>
                    <a:pt x="238" y="222"/>
                    <a:pt x="186" y="349"/>
                  </a:cubicBezTo>
                  <a:lnTo>
                    <a:pt x="115" y="396"/>
                  </a:lnTo>
                  <a:cubicBezTo>
                    <a:pt x="68" y="422"/>
                    <a:pt x="27" y="462"/>
                    <a:pt x="1" y="510"/>
                  </a:cubicBezTo>
                  <a:cubicBezTo>
                    <a:pt x="92" y="460"/>
                    <a:pt x="177" y="442"/>
                    <a:pt x="253" y="442"/>
                  </a:cubicBezTo>
                  <a:cubicBezTo>
                    <a:pt x="359" y="442"/>
                    <a:pt x="448" y="478"/>
                    <a:pt x="511" y="514"/>
                  </a:cubicBezTo>
                  <a:cubicBezTo>
                    <a:pt x="481" y="462"/>
                    <a:pt x="379" y="385"/>
                    <a:pt x="327" y="359"/>
                  </a:cubicBezTo>
                  <a:cubicBezTo>
                    <a:pt x="259" y="283"/>
                    <a:pt x="255" y="1"/>
                    <a:pt x="2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774;p64">
              <a:extLst>
                <a:ext uri="{FF2B5EF4-FFF2-40B4-BE49-F238E27FC236}">
                  <a16:creationId xmlns:a16="http://schemas.microsoft.com/office/drawing/2014/main" id="{FE829E16-3D77-177B-FA49-12D89ED0D94F}"/>
                </a:ext>
              </a:extLst>
            </p:cNvPr>
            <p:cNvSpPr/>
            <p:nvPr/>
          </p:nvSpPr>
          <p:spPr>
            <a:xfrm>
              <a:off x="2114341" y="-2085987"/>
              <a:ext cx="84878" cy="73270"/>
            </a:xfrm>
            <a:custGeom>
              <a:avLst/>
              <a:gdLst/>
              <a:ahLst/>
              <a:cxnLst/>
              <a:rect l="l" t="t" r="r" b="b"/>
              <a:pathLst>
                <a:path w="585" h="505" extrusionOk="0">
                  <a:moveTo>
                    <a:pt x="292" y="0"/>
                  </a:moveTo>
                  <a:cubicBezTo>
                    <a:pt x="216" y="0"/>
                    <a:pt x="131" y="18"/>
                    <a:pt x="39" y="68"/>
                  </a:cubicBezTo>
                  <a:cubicBezTo>
                    <a:pt x="15" y="110"/>
                    <a:pt x="1" y="159"/>
                    <a:pt x="1" y="212"/>
                  </a:cubicBezTo>
                  <a:cubicBezTo>
                    <a:pt x="1" y="373"/>
                    <a:pt x="130" y="505"/>
                    <a:pt x="292" y="505"/>
                  </a:cubicBezTo>
                  <a:cubicBezTo>
                    <a:pt x="453" y="505"/>
                    <a:pt x="584" y="373"/>
                    <a:pt x="584" y="212"/>
                  </a:cubicBezTo>
                  <a:cubicBezTo>
                    <a:pt x="584" y="159"/>
                    <a:pt x="570" y="111"/>
                    <a:pt x="546" y="69"/>
                  </a:cubicBezTo>
                  <a:cubicBezTo>
                    <a:pt x="485" y="35"/>
                    <a:pt x="398" y="0"/>
                    <a:pt x="2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775;p64">
              <a:extLst>
                <a:ext uri="{FF2B5EF4-FFF2-40B4-BE49-F238E27FC236}">
                  <a16:creationId xmlns:a16="http://schemas.microsoft.com/office/drawing/2014/main" id="{CC09D48C-6061-405D-2912-F1B2649CB16B}"/>
                </a:ext>
              </a:extLst>
            </p:cNvPr>
            <p:cNvSpPr/>
            <p:nvPr/>
          </p:nvSpPr>
          <p:spPr>
            <a:xfrm>
              <a:off x="2149598" y="-2161869"/>
              <a:ext cx="15089" cy="14944"/>
            </a:xfrm>
            <a:custGeom>
              <a:avLst/>
              <a:gdLst/>
              <a:ahLst/>
              <a:cxnLst/>
              <a:rect l="l" t="t" r="r" b="b"/>
              <a:pathLst>
                <a:path w="104" h="103" extrusionOk="0">
                  <a:moveTo>
                    <a:pt x="53" y="0"/>
                  </a:moveTo>
                  <a:cubicBezTo>
                    <a:pt x="25" y="0"/>
                    <a:pt x="1" y="23"/>
                    <a:pt x="1" y="51"/>
                  </a:cubicBezTo>
                  <a:cubicBezTo>
                    <a:pt x="1" y="79"/>
                    <a:pt x="25" y="103"/>
                    <a:pt x="53" y="103"/>
                  </a:cubicBezTo>
                  <a:cubicBezTo>
                    <a:pt x="81" y="103"/>
                    <a:pt x="104" y="79"/>
                    <a:pt x="104" y="51"/>
                  </a:cubicBezTo>
                  <a:cubicBezTo>
                    <a:pt x="104" y="23"/>
                    <a:pt x="81" y="0"/>
                    <a:pt x="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776;p64">
              <a:extLst>
                <a:ext uri="{FF2B5EF4-FFF2-40B4-BE49-F238E27FC236}">
                  <a16:creationId xmlns:a16="http://schemas.microsoft.com/office/drawing/2014/main" id="{5E627F3C-3077-F8E7-4850-6ECACFBB2889}"/>
                </a:ext>
              </a:extLst>
            </p:cNvPr>
            <p:cNvSpPr/>
            <p:nvPr/>
          </p:nvSpPr>
          <p:spPr>
            <a:xfrm>
              <a:off x="2123192" y="-2027515"/>
              <a:ext cx="62969" cy="15815"/>
            </a:xfrm>
            <a:custGeom>
              <a:avLst/>
              <a:gdLst/>
              <a:ahLst/>
              <a:cxnLst/>
              <a:rect l="l" t="t" r="r" b="b"/>
              <a:pathLst>
                <a:path w="434" h="109" extrusionOk="0">
                  <a:moveTo>
                    <a:pt x="28" y="1"/>
                  </a:moveTo>
                  <a:cubicBezTo>
                    <a:pt x="13" y="1"/>
                    <a:pt x="0" y="13"/>
                    <a:pt x="0" y="29"/>
                  </a:cubicBezTo>
                  <a:lnTo>
                    <a:pt x="0" y="79"/>
                  </a:lnTo>
                  <a:cubicBezTo>
                    <a:pt x="0" y="95"/>
                    <a:pt x="13" y="109"/>
                    <a:pt x="28" y="109"/>
                  </a:cubicBezTo>
                  <a:lnTo>
                    <a:pt x="405" y="109"/>
                  </a:lnTo>
                  <a:cubicBezTo>
                    <a:pt x="420" y="109"/>
                    <a:pt x="433" y="98"/>
                    <a:pt x="433" y="79"/>
                  </a:cubicBezTo>
                  <a:lnTo>
                    <a:pt x="433" y="29"/>
                  </a:lnTo>
                  <a:cubicBezTo>
                    <a:pt x="433" y="13"/>
                    <a:pt x="420" y="1"/>
                    <a:pt x="4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777;p64">
              <a:extLst>
                <a:ext uri="{FF2B5EF4-FFF2-40B4-BE49-F238E27FC236}">
                  <a16:creationId xmlns:a16="http://schemas.microsoft.com/office/drawing/2014/main" id="{5612EF67-84BA-433B-F2A5-708CE293F3AF}"/>
                </a:ext>
              </a:extLst>
            </p:cNvPr>
            <p:cNvSpPr/>
            <p:nvPr/>
          </p:nvSpPr>
          <p:spPr>
            <a:xfrm>
              <a:off x="2122902" y="-1886343"/>
              <a:ext cx="1147952" cy="47444"/>
            </a:xfrm>
            <a:custGeom>
              <a:avLst/>
              <a:gdLst/>
              <a:ahLst/>
              <a:cxnLst/>
              <a:rect l="l" t="t" r="r" b="b"/>
              <a:pathLst>
                <a:path w="7912" h="327" extrusionOk="0">
                  <a:moveTo>
                    <a:pt x="103" y="0"/>
                  </a:moveTo>
                  <a:cubicBezTo>
                    <a:pt x="68" y="0"/>
                    <a:pt x="1" y="17"/>
                    <a:pt x="1" y="54"/>
                  </a:cubicBezTo>
                  <a:lnTo>
                    <a:pt x="1" y="249"/>
                  </a:lnTo>
                  <a:cubicBezTo>
                    <a:pt x="1" y="284"/>
                    <a:pt x="68" y="326"/>
                    <a:pt x="103" y="326"/>
                  </a:cubicBezTo>
                  <a:lnTo>
                    <a:pt x="7873" y="326"/>
                  </a:lnTo>
                  <a:cubicBezTo>
                    <a:pt x="7909" y="326"/>
                    <a:pt x="7904" y="286"/>
                    <a:pt x="7904" y="249"/>
                  </a:cubicBezTo>
                  <a:lnTo>
                    <a:pt x="7904" y="54"/>
                  </a:lnTo>
                  <a:cubicBezTo>
                    <a:pt x="7904" y="19"/>
                    <a:pt x="7911" y="0"/>
                    <a:pt x="78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778;p64">
              <a:extLst>
                <a:ext uri="{FF2B5EF4-FFF2-40B4-BE49-F238E27FC236}">
                  <a16:creationId xmlns:a16="http://schemas.microsoft.com/office/drawing/2014/main" id="{69A584F2-9719-2AE5-9152-8E74DBA05FAD}"/>
                </a:ext>
              </a:extLst>
            </p:cNvPr>
            <p:cNvSpPr/>
            <p:nvPr/>
          </p:nvSpPr>
          <p:spPr>
            <a:xfrm>
              <a:off x="2122902" y="-488401"/>
              <a:ext cx="1146936" cy="157132"/>
            </a:xfrm>
            <a:custGeom>
              <a:avLst/>
              <a:gdLst/>
              <a:ahLst/>
              <a:cxnLst/>
              <a:rect l="l" t="t" r="r" b="b"/>
              <a:pathLst>
                <a:path w="7905" h="1083" extrusionOk="0">
                  <a:moveTo>
                    <a:pt x="1" y="1"/>
                  </a:moveTo>
                  <a:lnTo>
                    <a:pt x="1" y="1083"/>
                  </a:lnTo>
                  <a:lnTo>
                    <a:pt x="7904" y="1083"/>
                  </a:lnTo>
                  <a:lnTo>
                    <a:pt x="79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779;p64">
              <a:extLst>
                <a:ext uri="{FF2B5EF4-FFF2-40B4-BE49-F238E27FC236}">
                  <a16:creationId xmlns:a16="http://schemas.microsoft.com/office/drawing/2014/main" id="{7A7E72C1-51E2-52A1-9911-27FE12C83861}"/>
                </a:ext>
              </a:extLst>
            </p:cNvPr>
            <p:cNvSpPr/>
            <p:nvPr/>
          </p:nvSpPr>
          <p:spPr>
            <a:xfrm>
              <a:off x="3300885" y="-2121967"/>
              <a:ext cx="1523589" cy="1727730"/>
            </a:xfrm>
            <a:custGeom>
              <a:avLst/>
              <a:gdLst/>
              <a:ahLst/>
              <a:cxnLst/>
              <a:rect l="l" t="t" r="r" b="b"/>
              <a:pathLst>
                <a:path w="10501" h="11908" extrusionOk="0">
                  <a:moveTo>
                    <a:pt x="0" y="1"/>
                  </a:moveTo>
                  <a:lnTo>
                    <a:pt x="0" y="11907"/>
                  </a:lnTo>
                  <a:lnTo>
                    <a:pt x="10500" y="11907"/>
                  </a:lnTo>
                  <a:lnTo>
                    <a:pt x="1050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780;p64">
              <a:extLst>
                <a:ext uri="{FF2B5EF4-FFF2-40B4-BE49-F238E27FC236}">
                  <a16:creationId xmlns:a16="http://schemas.microsoft.com/office/drawing/2014/main" id="{26944AA8-59CE-BD10-F5C2-C45D30C288B7}"/>
                </a:ext>
              </a:extLst>
            </p:cNvPr>
            <p:cNvSpPr/>
            <p:nvPr/>
          </p:nvSpPr>
          <p:spPr>
            <a:xfrm>
              <a:off x="3300887" y="-2451759"/>
              <a:ext cx="1523590" cy="251441"/>
            </a:xfrm>
            <a:custGeom>
              <a:avLst/>
              <a:gdLst/>
              <a:ahLst/>
              <a:cxnLst/>
              <a:rect l="l" t="t" r="r" b="b"/>
              <a:pathLst>
                <a:path w="10501" h="1733" extrusionOk="0">
                  <a:moveTo>
                    <a:pt x="0" y="1"/>
                  </a:moveTo>
                  <a:lnTo>
                    <a:pt x="0" y="1733"/>
                  </a:lnTo>
                  <a:lnTo>
                    <a:pt x="10500" y="1733"/>
                  </a:lnTo>
                  <a:lnTo>
                    <a:pt x="1050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781;p64">
              <a:extLst>
                <a:ext uri="{FF2B5EF4-FFF2-40B4-BE49-F238E27FC236}">
                  <a16:creationId xmlns:a16="http://schemas.microsoft.com/office/drawing/2014/main" id="{41B6E47A-D01B-404C-C92C-2F507D37161D}"/>
                </a:ext>
              </a:extLst>
            </p:cNvPr>
            <p:cNvSpPr/>
            <p:nvPr/>
          </p:nvSpPr>
          <p:spPr>
            <a:xfrm>
              <a:off x="3316847" y="-2200463"/>
              <a:ext cx="1507775" cy="78639"/>
            </a:xfrm>
            <a:custGeom>
              <a:avLst/>
              <a:gdLst/>
              <a:ahLst/>
              <a:cxnLst/>
              <a:rect l="l" t="t" r="r" b="b"/>
              <a:pathLst>
                <a:path w="10392" h="542" extrusionOk="0">
                  <a:moveTo>
                    <a:pt x="0" y="1"/>
                  </a:moveTo>
                  <a:lnTo>
                    <a:pt x="0" y="542"/>
                  </a:lnTo>
                  <a:lnTo>
                    <a:pt x="10392" y="542"/>
                  </a:lnTo>
                  <a:lnTo>
                    <a:pt x="103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782;p64">
              <a:extLst>
                <a:ext uri="{FF2B5EF4-FFF2-40B4-BE49-F238E27FC236}">
                  <a16:creationId xmlns:a16="http://schemas.microsoft.com/office/drawing/2014/main" id="{E38BF554-B1E6-6538-7003-253B68EEFD30}"/>
                </a:ext>
              </a:extLst>
            </p:cNvPr>
            <p:cNvSpPr/>
            <p:nvPr/>
          </p:nvSpPr>
          <p:spPr>
            <a:xfrm>
              <a:off x="3913457" y="-1476464"/>
              <a:ext cx="282780" cy="454277"/>
            </a:xfrm>
            <a:custGeom>
              <a:avLst/>
              <a:gdLst/>
              <a:ahLst/>
              <a:cxnLst/>
              <a:rect l="l" t="t" r="r" b="b"/>
              <a:pathLst>
                <a:path w="1949" h="3131" extrusionOk="0">
                  <a:moveTo>
                    <a:pt x="957" y="0"/>
                  </a:moveTo>
                  <a:cubicBezTo>
                    <a:pt x="957" y="0"/>
                    <a:pt x="1" y="488"/>
                    <a:pt x="1" y="842"/>
                  </a:cubicBezTo>
                  <a:lnTo>
                    <a:pt x="1" y="3131"/>
                  </a:lnTo>
                  <a:lnTo>
                    <a:pt x="1949" y="3131"/>
                  </a:lnTo>
                  <a:lnTo>
                    <a:pt x="1949" y="804"/>
                  </a:lnTo>
                  <a:cubicBezTo>
                    <a:pt x="1949" y="449"/>
                    <a:pt x="957" y="0"/>
                    <a:pt x="95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783;p64">
              <a:extLst>
                <a:ext uri="{FF2B5EF4-FFF2-40B4-BE49-F238E27FC236}">
                  <a16:creationId xmlns:a16="http://schemas.microsoft.com/office/drawing/2014/main" id="{471306B4-7BBB-A098-EDAF-EF728EC80567}"/>
                </a:ext>
              </a:extLst>
            </p:cNvPr>
            <p:cNvSpPr/>
            <p:nvPr/>
          </p:nvSpPr>
          <p:spPr>
            <a:xfrm>
              <a:off x="3913457" y="-880144"/>
              <a:ext cx="282780" cy="454712"/>
            </a:xfrm>
            <a:custGeom>
              <a:avLst/>
              <a:gdLst/>
              <a:ahLst/>
              <a:cxnLst/>
              <a:rect l="l" t="t" r="r" b="b"/>
              <a:pathLst>
                <a:path w="1949" h="3134" extrusionOk="0">
                  <a:moveTo>
                    <a:pt x="957" y="0"/>
                  </a:moveTo>
                  <a:cubicBezTo>
                    <a:pt x="957" y="0"/>
                    <a:pt x="1" y="487"/>
                    <a:pt x="1" y="842"/>
                  </a:cubicBezTo>
                  <a:lnTo>
                    <a:pt x="1" y="3133"/>
                  </a:lnTo>
                  <a:lnTo>
                    <a:pt x="1949" y="3133"/>
                  </a:lnTo>
                  <a:lnTo>
                    <a:pt x="1949" y="803"/>
                  </a:lnTo>
                  <a:cubicBezTo>
                    <a:pt x="1949" y="449"/>
                    <a:pt x="957" y="0"/>
                    <a:pt x="95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784;p64">
              <a:extLst>
                <a:ext uri="{FF2B5EF4-FFF2-40B4-BE49-F238E27FC236}">
                  <a16:creationId xmlns:a16="http://schemas.microsoft.com/office/drawing/2014/main" id="{B9D762BF-3090-93F1-9553-22D6AE2E444C}"/>
                </a:ext>
              </a:extLst>
            </p:cNvPr>
            <p:cNvSpPr/>
            <p:nvPr/>
          </p:nvSpPr>
          <p:spPr>
            <a:xfrm>
              <a:off x="3316557" y="-1933352"/>
              <a:ext cx="1507920" cy="1570889"/>
            </a:xfrm>
            <a:custGeom>
              <a:avLst/>
              <a:gdLst/>
              <a:ahLst/>
              <a:cxnLst/>
              <a:rect l="l" t="t" r="r" b="b"/>
              <a:pathLst>
                <a:path w="10393" h="10827" extrusionOk="0">
                  <a:moveTo>
                    <a:pt x="5083" y="836"/>
                  </a:moveTo>
                  <a:cubicBezTo>
                    <a:pt x="5083" y="836"/>
                    <a:pt x="8228" y="2323"/>
                    <a:pt x="8228" y="3499"/>
                  </a:cubicBezTo>
                  <a:lnTo>
                    <a:pt x="8228" y="5954"/>
                  </a:lnTo>
                  <a:lnTo>
                    <a:pt x="2057" y="5954"/>
                  </a:lnTo>
                  <a:lnTo>
                    <a:pt x="2057" y="3632"/>
                  </a:lnTo>
                  <a:cubicBezTo>
                    <a:pt x="2057" y="2454"/>
                    <a:pt x="5083" y="836"/>
                    <a:pt x="5083" y="836"/>
                  </a:cubicBezTo>
                  <a:close/>
                  <a:moveTo>
                    <a:pt x="1408" y="1"/>
                  </a:moveTo>
                  <a:lnTo>
                    <a:pt x="1408" y="5924"/>
                  </a:lnTo>
                  <a:lnTo>
                    <a:pt x="1408" y="6446"/>
                  </a:lnTo>
                  <a:lnTo>
                    <a:pt x="1408" y="9960"/>
                  </a:lnTo>
                  <a:lnTo>
                    <a:pt x="1" y="9960"/>
                  </a:lnTo>
                  <a:lnTo>
                    <a:pt x="1" y="10827"/>
                  </a:lnTo>
                  <a:lnTo>
                    <a:pt x="2057" y="10827"/>
                  </a:lnTo>
                  <a:lnTo>
                    <a:pt x="2057" y="9969"/>
                  </a:lnTo>
                  <a:lnTo>
                    <a:pt x="2057" y="6495"/>
                  </a:lnTo>
                  <a:lnTo>
                    <a:pt x="8228" y="6495"/>
                  </a:lnTo>
                  <a:lnTo>
                    <a:pt x="8228" y="9969"/>
                  </a:lnTo>
                  <a:lnTo>
                    <a:pt x="8228" y="10827"/>
                  </a:lnTo>
                  <a:lnTo>
                    <a:pt x="10392" y="10827"/>
                  </a:lnTo>
                  <a:lnTo>
                    <a:pt x="10392" y="9960"/>
                  </a:lnTo>
                  <a:lnTo>
                    <a:pt x="8769" y="9960"/>
                  </a:lnTo>
                  <a:lnTo>
                    <a:pt x="8769" y="6446"/>
                  </a:lnTo>
                  <a:lnTo>
                    <a:pt x="8769" y="5924"/>
                  </a:lnTo>
                  <a:lnTo>
                    <a:pt x="876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785;p64">
              <a:extLst>
                <a:ext uri="{FF2B5EF4-FFF2-40B4-BE49-F238E27FC236}">
                  <a16:creationId xmlns:a16="http://schemas.microsoft.com/office/drawing/2014/main" id="{7E1D79AF-0866-B3FE-E9F6-5C066EDA7627}"/>
                </a:ext>
              </a:extLst>
            </p:cNvPr>
            <p:cNvSpPr/>
            <p:nvPr/>
          </p:nvSpPr>
          <p:spPr>
            <a:xfrm>
              <a:off x="4057532" y="-4219390"/>
              <a:ext cx="24230" cy="511442"/>
            </a:xfrm>
            <a:custGeom>
              <a:avLst/>
              <a:gdLst/>
              <a:ahLst/>
              <a:cxnLst/>
              <a:rect l="l" t="t" r="r" b="b"/>
              <a:pathLst>
                <a:path w="167" h="3525" extrusionOk="0">
                  <a:moveTo>
                    <a:pt x="117" y="0"/>
                  </a:moveTo>
                  <a:lnTo>
                    <a:pt x="0" y="3524"/>
                  </a:lnTo>
                  <a:lnTo>
                    <a:pt x="166" y="3524"/>
                  </a:lnTo>
                  <a:lnTo>
                    <a:pt x="11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786;p64">
              <a:extLst>
                <a:ext uri="{FF2B5EF4-FFF2-40B4-BE49-F238E27FC236}">
                  <a16:creationId xmlns:a16="http://schemas.microsoft.com/office/drawing/2014/main" id="{D0C051B9-48F5-517B-AEA6-01BA6457ED47}"/>
                </a:ext>
              </a:extLst>
            </p:cNvPr>
            <p:cNvSpPr/>
            <p:nvPr/>
          </p:nvSpPr>
          <p:spPr>
            <a:xfrm>
              <a:off x="3940879" y="-4495787"/>
              <a:ext cx="359823" cy="375783"/>
            </a:xfrm>
            <a:custGeom>
              <a:avLst/>
              <a:gdLst/>
              <a:ahLst/>
              <a:cxnLst/>
              <a:rect l="l" t="t" r="r" b="b"/>
              <a:pathLst>
                <a:path w="2480" h="2590" extrusionOk="0">
                  <a:moveTo>
                    <a:pt x="997" y="1"/>
                  </a:moveTo>
                  <a:cubicBezTo>
                    <a:pt x="425" y="144"/>
                    <a:pt x="0" y="660"/>
                    <a:pt x="0" y="1277"/>
                  </a:cubicBezTo>
                  <a:cubicBezTo>
                    <a:pt x="0" y="2002"/>
                    <a:pt x="588" y="2590"/>
                    <a:pt x="1314" y="2590"/>
                  </a:cubicBezTo>
                  <a:cubicBezTo>
                    <a:pt x="1822" y="2590"/>
                    <a:pt x="2262" y="2303"/>
                    <a:pt x="2480" y="1881"/>
                  </a:cubicBezTo>
                  <a:lnTo>
                    <a:pt x="2480" y="1881"/>
                  </a:lnTo>
                  <a:cubicBezTo>
                    <a:pt x="2286" y="2015"/>
                    <a:pt x="2052" y="2092"/>
                    <a:pt x="1801" y="2092"/>
                  </a:cubicBezTo>
                  <a:cubicBezTo>
                    <a:pt x="1139" y="2092"/>
                    <a:pt x="600" y="1554"/>
                    <a:pt x="600" y="892"/>
                  </a:cubicBezTo>
                  <a:cubicBezTo>
                    <a:pt x="600" y="539"/>
                    <a:pt x="754" y="221"/>
                    <a:pt x="9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787;p64">
              <a:extLst>
                <a:ext uri="{FF2B5EF4-FFF2-40B4-BE49-F238E27FC236}">
                  <a16:creationId xmlns:a16="http://schemas.microsoft.com/office/drawing/2014/main" id="{3BE2A3EB-F540-D341-1421-645215A6F1D8}"/>
                </a:ext>
              </a:extLst>
            </p:cNvPr>
            <p:cNvSpPr/>
            <p:nvPr/>
          </p:nvSpPr>
          <p:spPr>
            <a:xfrm>
              <a:off x="3097616" y="-3746832"/>
              <a:ext cx="1944641" cy="1357897"/>
            </a:xfrm>
            <a:custGeom>
              <a:avLst/>
              <a:gdLst/>
              <a:ahLst/>
              <a:cxnLst/>
              <a:rect l="l" t="t" r="r" b="b"/>
              <a:pathLst>
                <a:path w="13403" h="9359" extrusionOk="0">
                  <a:moveTo>
                    <a:pt x="6705" y="0"/>
                  </a:moveTo>
                  <a:cubicBezTo>
                    <a:pt x="6057" y="1066"/>
                    <a:pt x="5341" y="1688"/>
                    <a:pt x="3241" y="3129"/>
                  </a:cubicBezTo>
                  <a:cubicBezTo>
                    <a:pt x="0" y="5355"/>
                    <a:pt x="1330" y="8958"/>
                    <a:pt x="1330" y="8958"/>
                  </a:cubicBezTo>
                  <a:lnTo>
                    <a:pt x="1491" y="9358"/>
                  </a:lnTo>
                  <a:lnTo>
                    <a:pt x="11905" y="9358"/>
                  </a:lnTo>
                  <a:lnTo>
                    <a:pt x="12067" y="8958"/>
                  </a:lnTo>
                  <a:cubicBezTo>
                    <a:pt x="12066" y="8958"/>
                    <a:pt x="13402" y="5355"/>
                    <a:pt x="10161" y="3129"/>
                  </a:cubicBezTo>
                  <a:cubicBezTo>
                    <a:pt x="8063" y="1688"/>
                    <a:pt x="7351" y="1068"/>
                    <a:pt x="67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788;p64">
              <a:extLst>
                <a:ext uri="{FF2B5EF4-FFF2-40B4-BE49-F238E27FC236}">
                  <a16:creationId xmlns:a16="http://schemas.microsoft.com/office/drawing/2014/main" id="{5A910401-3F16-672F-B00E-32E6DDE16A53}"/>
                </a:ext>
              </a:extLst>
            </p:cNvPr>
            <p:cNvSpPr/>
            <p:nvPr/>
          </p:nvSpPr>
          <p:spPr>
            <a:xfrm>
              <a:off x="3685956" y="-3499018"/>
              <a:ext cx="779714" cy="98371"/>
            </a:xfrm>
            <a:custGeom>
              <a:avLst/>
              <a:gdLst/>
              <a:ahLst/>
              <a:cxnLst/>
              <a:rect l="l" t="t" r="r" b="b"/>
              <a:pathLst>
                <a:path w="5374" h="678" extrusionOk="0">
                  <a:moveTo>
                    <a:pt x="2437" y="0"/>
                  </a:moveTo>
                  <a:cubicBezTo>
                    <a:pt x="1838" y="0"/>
                    <a:pt x="1207" y="54"/>
                    <a:pt x="637" y="208"/>
                  </a:cubicBezTo>
                  <a:cubicBezTo>
                    <a:pt x="638" y="208"/>
                    <a:pt x="0" y="334"/>
                    <a:pt x="225" y="677"/>
                  </a:cubicBezTo>
                  <a:cubicBezTo>
                    <a:pt x="225" y="677"/>
                    <a:pt x="1083" y="267"/>
                    <a:pt x="2507" y="267"/>
                  </a:cubicBezTo>
                  <a:cubicBezTo>
                    <a:pt x="3218" y="267"/>
                    <a:pt x="4071" y="370"/>
                    <a:pt x="5028" y="677"/>
                  </a:cubicBezTo>
                  <a:cubicBezTo>
                    <a:pt x="5028" y="677"/>
                    <a:pt x="5374" y="344"/>
                    <a:pt x="4646" y="208"/>
                  </a:cubicBezTo>
                  <a:cubicBezTo>
                    <a:pt x="4204" y="126"/>
                    <a:pt x="3357" y="0"/>
                    <a:pt x="24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789;p64">
              <a:extLst>
                <a:ext uri="{FF2B5EF4-FFF2-40B4-BE49-F238E27FC236}">
                  <a16:creationId xmlns:a16="http://schemas.microsoft.com/office/drawing/2014/main" id="{14107582-20A4-A735-DEDC-5D477D887F1A}"/>
                </a:ext>
              </a:extLst>
            </p:cNvPr>
            <p:cNvSpPr/>
            <p:nvPr/>
          </p:nvSpPr>
          <p:spPr>
            <a:xfrm>
              <a:off x="4016326" y="-3962871"/>
              <a:ext cx="106496" cy="148427"/>
            </a:xfrm>
            <a:custGeom>
              <a:avLst/>
              <a:gdLst/>
              <a:ahLst/>
              <a:cxnLst/>
              <a:rect l="l" t="t" r="r" b="b"/>
              <a:pathLst>
                <a:path w="734" h="1023" extrusionOk="0">
                  <a:moveTo>
                    <a:pt x="367" y="1"/>
                  </a:moveTo>
                  <a:cubicBezTo>
                    <a:pt x="163" y="1"/>
                    <a:pt x="0" y="228"/>
                    <a:pt x="0" y="512"/>
                  </a:cubicBezTo>
                  <a:cubicBezTo>
                    <a:pt x="0" y="795"/>
                    <a:pt x="165" y="1022"/>
                    <a:pt x="367" y="1022"/>
                  </a:cubicBezTo>
                  <a:cubicBezTo>
                    <a:pt x="571" y="1022"/>
                    <a:pt x="734" y="795"/>
                    <a:pt x="734" y="512"/>
                  </a:cubicBezTo>
                  <a:cubicBezTo>
                    <a:pt x="734" y="228"/>
                    <a:pt x="570" y="1"/>
                    <a:pt x="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790;p64">
              <a:extLst>
                <a:ext uri="{FF2B5EF4-FFF2-40B4-BE49-F238E27FC236}">
                  <a16:creationId xmlns:a16="http://schemas.microsoft.com/office/drawing/2014/main" id="{8D2FF557-04FD-5B30-D63E-D3BC887E2A0B}"/>
                </a:ext>
              </a:extLst>
            </p:cNvPr>
            <p:cNvSpPr/>
            <p:nvPr/>
          </p:nvSpPr>
          <p:spPr>
            <a:xfrm>
              <a:off x="4036929" y="-3786587"/>
              <a:ext cx="67177" cy="78639"/>
            </a:xfrm>
            <a:custGeom>
              <a:avLst/>
              <a:gdLst/>
              <a:ahLst/>
              <a:cxnLst/>
              <a:rect l="l" t="t" r="r" b="b"/>
              <a:pathLst>
                <a:path w="463" h="542" extrusionOk="0">
                  <a:moveTo>
                    <a:pt x="37" y="0"/>
                  </a:moveTo>
                  <a:cubicBezTo>
                    <a:pt x="0" y="0"/>
                    <a:pt x="14" y="65"/>
                    <a:pt x="14" y="100"/>
                  </a:cubicBezTo>
                  <a:lnTo>
                    <a:pt x="14" y="426"/>
                  </a:lnTo>
                  <a:cubicBezTo>
                    <a:pt x="14" y="464"/>
                    <a:pt x="2" y="541"/>
                    <a:pt x="37" y="541"/>
                  </a:cubicBezTo>
                  <a:lnTo>
                    <a:pt x="425" y="541"/>
                  </a:lnTo>
                  <a:cubicBezTo>
                    <a:pt x="463" y="541"/>
                    <a:pt x="449" y="464"/>
                    <a:pt x="449" y="426"/>
                  </a:cubicBezTo>
                  <a:lnTo>
                    <a:pt x="449" y="100"/>
                  </a:lnTo>
                  <a:cubicBezTo>
                    <a:pt x="449" y="65"/>
                    <a:pt x="460" y="0"/>
                    <a:pt x="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791;p64">
              <a:extLst>
                <a:ext uri="{FF2B5EF4-FFF2-40B4-BE49-F238E27FC236}">
                  <a16:creationId xmlns:a16="http://schemas.microsoft.com/office/drawing/2014/main" id="{48AA4C58-24BF-0B1C-5395-5C245A947EC3}"/>
                </a:ext>
              </a:extLst>
            </p:cNvPr>
            <p:cNvSpPr/>
            <p:nvPr/>
          </p:nvSpPr>
          <p:spPr>
            <a:xfrm>
              <a:off x="3313946" y="-2565074"/>
              <a:ext cx="1562619" cy="176575"/>
            </a:xfrm>
            <a:custGeom>
              <a:avLst/>
              <a:gdLst/>
              <a:ahLst/>
              <a:cxnLst/>
              <a:rect l="l" t="t" r="r" b="b"/>
              <a:pathLst>
                <a:path w="10770" h="1217" extrusionOk="0">
                  <a:moveTo>
                    <a:pt x="5471" y="0"/>
                  </a:moveTo>
                  <a:cubicBezTo>
                    <a:pt x="5447" y="0"/>
                    <a:pt x="5422" y="0"/>
                    <a:pt x="5398" y="0"/>
                  </a:cubicBezTo>
                  <a:cubicBezTo>
                    <a:pt x="148" y="10"/>
                    <a:pt x="0" y="1216"/>
                    <a:pt x="0" y="1216"/>
                  </a:cubicBezTo>
                  <a:lnTo>
                    <a:pt x="10413" y="1216"/>
                  </a:lnTo>
                  <a:cubicBezTo>
                    <a:pt x="10413" y="1216"/>
                    <a:pt x="10770" y="0"/>
                    <a:pt x="5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792;p64">
              <a:extLst>
                <a:ext uri="{FF2B5EF4-FFF2-40B4-BE49-F238E27FC236}">
                  <a16:creationId xmlns:a16="http://schemas.microsoft.com/office/drawing/2014/main" id="{5669F0A2-86DB-26A1-4AB8-DA23F523DD56}"/>
                </a:ext>
              </a:extLst>
            </p:cNvPr>
            <p:cNvSpPr/>
            <p:nvPr/>
          </p:nvSpPr>
          <p:spPr>
            <a:xfrm>
              <a:off x="4808808" y="-2546067"/>
              <a:ext cx="31485" cy="2183169"/>
            </a:xfrm>
            <a:custGeom>
              <a:avLst/>
              <a:gdLst/>
              <a:ahLst/>
              <a:cxnLst/>
              <a:rect l="l" t="t" r="r" b="b"/>
              <a:pathLst>
                <a:path w="217" h="15047" extrusionOk="0">
                  <a:moveTo>
                    <a:pt x="0" y="0"/>
                  </a:moveTo>
                  <a:lnTo>
                    <a:pt x="0" y="15047"/>
                  </a:lnTo>
                  <a:lnTo>
                    <a:pt x="217" y="15047"/>
                  </a:lnTo>
                  <a:lnTo>
                    <a:pt x="21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793;p64">
              <a:extLst>
                <a:ext uri="{FF2B5EF4-FFF2-40B4-BE49-F238E27FC236}">
                  <a16:creationId xmlns:a16="http://schemas.microsoft.com/office/drawing/2014/main" id="{DCD6FC9A-AB7A-CB4E-512A-3C0A4E431409}"/>
                </a:ext>
              </a:extLst>
            </p:cNvPr>
            <p:cNvSpPr/>
            <p:nvPr/>
          </p:nvSpPr>
          <p:spPr>
            <a:xfrm>
              <a:off x="4785303" y="-2689851"/>
              <a:ext cx="73851" cy="74576"/>
            </a:xfrm>
            <a:custGeom>
              <a:avLst/>
              <a:gdLst/>
              <a:ahLst/>
              <a:cxnLst/>
              <a:rect l="l" t="t" r="r" b="b"/>
              <a:pathLst>
                <a:path w="509" h="514" extrusionOk="0">
                  <a:moveTo>
                    <a:pt x="255" y="0"/>
                  </a:moveTo>
                  <a:cubicBezTo>
                    <a:pt x="255" y="0"/>
                    <a:pt x="252" y="284"/>
                    <a:pt x="183" y="359"/>
                  </a:cubicBezTo>
                  <a:cubicBezTo>
                    <a:pt x="131" y="385"/>
                    <a:pt x="29" y="463"/>
                    <a:pt x="1" y="513"/>
                  </a:cubicBezTo>
                  <a:cubicBezTo>
                    <a:pt x="61" y="478"/>
                    <a:pt x="149" y="444"/>
                    <a:pt x="254" y="444"/>
                  </a:cubicBezTo>
                  <a:cubicBezTo>
                    <a:pt x="330" y="444"/>
                    <a:pt x="416" y="462"/>
                    <a:pt x="508" y="510"/>
                  </a:cubicBezTo>
                  <a:cubicBezTo>
                    <a:pt x="483" y="463"/>
                    <a:pt x="442" y="422"/>
                    <a:pt x="394" y="397"/>
                  </a:cubicBezTo>
                  <a:lnTo>
                    <a:pt x="324" y="350"/>
                  </a:lnTo>
                  <a:cubicBezTo>
                    <a:pt x="273" y="222"/>
                    <a:pt x="255" y="0"/>
                    <a:pt x="2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794;p64">
              <a:extLst>
                <a:ext uri="{FF2B5EF4-FFF2-40B4-BE49-F238E27FC236}">
                  <a16:creationId xmlns:a16="http://schemas.microsoft.com/office/drawing/2014/main" id="{8D6887FA-8737-D79C-C5D3-DB7BDF58648C}"/>
                </a:ext>
              </a:extLst>
            </p:cNvPr>
            <p:cNvSpPr/>
            <p:nvPr/>
          </p:nvSpPr>
          <p:spPr>
            <a:xfrm>
              <a:off x="4779790" y="-2625576"/>
              <a:ext cx="84587" cy="73270"/>
            </a:xfrm>
            <a:custGeom>
              <a:avLst/>
              <a:gdLst/>
              <a:ahLst/>
              <a:cxnLst/>
              <a:rect l="l" t="t" r="r" b="b"/>
              <a:pathLst>
                <a:path w="583" h="505" extrusionOk="0">
                  <a:moveTo>
                    <a:pt x="291" y="0"/>
                  </a:moveTo>
                  <a:cubicBezTo>
                    <a:pt x="186" y="0"/>
                    <a:pt x="98" y="35"/>
                    <a:pt x="37" y="69"/>
                  </a:cubicBezTo>
                  <a:cubicBezTo>
                    <a:pt x="13" y="111"/>
                    <a:pt x="1" y="159"/>
                    <a:pt x="1" y="211"/>
                  </a:cubicBezTo>
                  <a:cubicBezTo>
                    <a:pt x="1" y="372"/>
                    <a:pt x="130" y="505"/>
                    <a:pt x="292" y="505"/>
                  </a:cubicBezTo>
                  <a:cubicBezTo>
                    <a:pt x="453" y="505"/>
                    <a:pt x="583" y="372"/>
                    <a:pt x="583" y="211"/>
                  </a:cubicBezTo>
                  <a:cubicBezTo>
                    <a:pt x="583" y="159"/>
                    <a:pt x="569" y="110"/>
                    <a:pt x="545" y="67"/>
                  </a:cubicBezTo>
                  <a:cubicBezTo>
                    <a:pt x="453" y="18"/>
                    <a:pt x="368" y="0"/>
                    <a:pt x="2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795;p64">
              <a:extLst>
                <a:ext uri="{FF2B5EF4-FFF2-40B4-BE49-F238E27FC236}">
                  <a16:creationId xmlns:a16="http://schemas.microsoft.com/office/drawing/2014/main" id="{78174574-52B0-5312-3E39-D023B0A45B48}"/>
                </a:ext>
              </a:extLst>
            </p:cNvPr>
            <p:cNvSpPr/>
            <p:nvPr/>
          </p:nvSpPr>
          <p:spPr>
            <a:xfrm>
              <a:off x="4814466" y="-2701459"/>
              <a:ext cx="14799" cy="14799"/>
            </a:xfrm>
            <a:custGeom>
              <a:avLst/>
              <a:gdLst/>
              <a:ahLst/>
              <a:cxnLst/>
              <a:rect l="l" t="t" r="r" b="b"/>
              <a:pathLst>
                <a:path w="102" h="102" extrusionOk="0">
                  <a:moveTo>
                    <a:pt x="51" y="0"/>
                  </a:moveTo>
                  <a:cubicBezTo>
                    <a:pt x="23" y="0"/>
                    <a:pt x="1" y="23"/>
                    <a:pt x="1" y="51"/>
                  </a:cubicBezTo>
                  <a:cubicBezTo>
                    <a:pt x="1" y="79"/>
                    <a:pt x="23" y="101"/>
                    <a:pt x="51" y="101"/>
                  </a:cubicBezTo>
                  <a:cubicBezTo>
                    <a:pt x="79" y="101"/>
                    <a:pt x="102" y="79"/>
                    <a:pt x="102" y="51"/>
                  </a:cubicBezTo>
                  <a:cubicBezTo>
                    <a:pt x="102" y="23"/>
                    <a:pt x="79" y="0"/>
                    <a:pt x="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796;p64">
              <a:extLst>
                <a:ext uri="{FF2B5EF4-FFF2-40B4-BE49-F238E27FC236}">
                  <a16:creationId xmlns:a16="http://schemas.microsoft.com/office/drawing/2014/main" id="{DC81EF0D-4DFD-BF1E-C598-F0D7FC136FA3}"/>
                </a:ext>
              </a:extLst>
            </p:cNvPr>
            <p:cNvSpPr/>
            <p:nvPr/>
          </p:nvSpPr>
          <p:spPr>
            <a:xfrm>
              <a:off x="4793138" y="-2561592"/>
              <a:ext cx="62969" cy="15815"/>
            </a:xfrm>
            <a:custGeom>
              <a:avLst/>
              <a:gdLst/>
              <a:ahLst/>
              <a:cxnLst/>
              <a:rect l="l" t="t" r="r" b="b"/>
              <a:pathLst>
                <a:path w="434" h="109" extrusionOk="0">
                  <a:moveTo>
                    <a:pt x="30" y="0"/>
                  </a:moveTo>
                  <a:cubicBezTo>
                    <a:pt x="11" y="0"/>
                    <a:pt x="0" y="13"/>
                    <a:pt x="0" y="28"/>
                  </a:cubicBezTo>
                  <a:lnTo>
                    <a:pt x="0" y="79"/>
                  </a:lnTo>
                  <a:cubicBezTo>
                    <a:pt x="0" y="97"/>
                    <a:pt x="14" y="109"/>
                    <a:pt x="30" y="109"/>
                  </a:cubicBezTo>
                  <a:lnTo>
                    <a:pt x="404" y="109"/>
                  </a:lnTo>
                  <a:cubicBezTo>
                    <a:pt x="419" y="109"/>
                    <a:pt x="433" y="96"/>
                    <a:pt x="433" y="79"/>
                  </a:cubicBezTo>
                  <a:lnTo>
                    <a:pt x="433" y="28"/>
                  </a:lnTo>
                  <a:cubicBezTo>
                    <a:pt x="433" y="13"/>
                    <a:pt x="419" y="0"/>
                    <a:pt x="4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797;p64">
              <a:extLst>
                <a:ext uri="{FF2B5EF4-FFF2-40B4-BE49-F238E27FC236}">
                  <a16:creationId xmlns:a16="http://schemas.microsoft.com/office/drawing/2014/main" id="{641B48E3-B84A-0599-DCD1-4D2947152EDB}"/>
                </a:ext>
              </a:extLst>
            </p:cNvPr>
            <p:cNvSpPr/>
            <p:nvPr/>
          </p:nvSpPr>
          <p:spPr>
            <a:xfrm>
              <a:off x="3269403" y="-2546067"/>
              <a:ext cx="47590" cy="2183169"/>
            </a:xfrm>
            <a:custGeom>
              <a:avLst/>
              <a:gdLst/>
              <a:ahLst/>
              <a:cxnLst/>
              <a:rect l="l" t="t" r="r" b="b"/>
              <a:pathLst>
                <a:path w="328" h="15047" extrusionOk="0">
                  <a:moveTo>
                    <a:pt x="1" y="0"/>
                  </a:moveTo>
                  <a:lnTo>
                    <a:pt x="1" y="15047"/>
                  </a:lnTo>
                  <a:lnTo>
                    <a:pt x="327" y="15047"/>
                  </a:lnTo>
                  <a:lnTo>
                    <a:pt x="32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798;p64">
              <a:extLst>
                <a:ext uri="{FF2B5EF4-FFF2-40B4-BE49-F238E27FC236}">
                  <a16:creationId xmlns:a16="http://schemas.microsoft.com/office/drawing/2014/main" id="{91EFFF6D-FDD8-6BF6-AEAD-44F7A79E786F}"/>
                </a:ext>
              </a:extLst>
            </p:cNvPr>
            <p:cNvSpPr/>
            <p:nvPr/>
          </p:nvSpPr>
          <p:spPr>
            <a:xfrm>
              <a:off x="3253733" y="-2689851"/>
              <a:ext cx="74141" cy="74576"/>
            </a:xfrm>
            <a:custGeom>
              <a:avLst/>
              <a:gdLst/>
              <a:ahLst/>
              <a:cxnLst/>
              <a:rect l="l" t="t" r="r" b="b"/>
              <a:pathLst>
                <a:path w="511" h="514" extrusionOk="0">
                  <a:moveTo>
                    <a:pt x="255" y="0"/>
                  </a:moveTo>
                  <a:cubicBezTo>
                    <a:pt x="255" y="0"/>
                    <a:pt x="252" y="284"/>
                    <a:pt x="183" y="359"/>
                  </a:cubicBezTo>
                  <a:cubicBezTo>
                    <a:pt x="133" y="385"/>
                    <a:pt x="29" y="463"/>
                    <a:pt x="1" y="513"/>
                  </a:cubicBezTo>
                  <a:cubicBezTo>
                    <a:pt x="63" y="478"/>
                    <a:pt x="151" y="444"/>
                    <a:pt x="257" y="444"/>
                  </a:cubicBezTo>
                  <a:cubicBezTo>
                    <a:pt x="334" y="444"/>
                    <a:pt x="420" y="462"/>
                    <a:pt x="511" y="510"/>
                  </a:cubicBezTo>
                  <a:cubicBezTo>
                    <a:pt x="484" y="463"/>
                    <a:pt x="444" y="422"/>
                    <a:pt x="396" y="397"/>
                  </a:cubicBezTo>
                  <a:lnTo>
                    <a:pt x="324" y="350"/>
                  </a:lnTo>
                  <a:cubicBezTo>
                    <a:pt x="275" y="222"/>
                    <a:pt x="255" y="0"/>
                    <a:pt x="2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799;p64">
              <a:extLst>
                <a:ext uri="{FF2B5EF4-FFF2-40B4-BE49-F238E27FC236}">
                  <a16:creationId xmlns:a16="http://schemas.microsoft.com/office/drawing/2014/main" id="{065B165F-0517-FFD8-F0C0-DA3A83404ACA}"/>
                </a:ext>
              </a:extLst>
            </p:cNvPr>
            <p:cNvSpPr/>
            <p:nvPr/>
          </p:nvSpPr>
          <p:spPr>
            <a:xfrm>
              <a:off x="3248655" y="-2625576"/>
              <a:ext cx="84733" cy="73270"/>
            </a:xfrm>
            <a:custGeom>
              <a:avLst/>
              <a:gdLst/>
              <a:ahLst/>
              <a:cxnLst/>
              <a:rect l="l" t="t" r="r" b="b"/>
              <a:pathLst>
                <a:path w="584" h="505" extrusionOk="0">
                  <a:moveTo>
                    <a:pt x="292" y="0"/>
                  </a:moveTo>
                  <a:cubicBezTo>
                    <a:pt x="186" y="0"/>
                    <a:pt x="98" y="35"/>
                    <a:pt x="37" y="69"/>
                  </a:cubicBezTo>
                  <a:cubicBezTo>
                    <a:pt x="15" y="111"/>
                    <a:pt x="1" y="159"/>
                    <a:pt x="1" y="211"/>
                  </a:cubicBezTo>
                  <a:cubicBezTo>
                    <a:pt x="1" y="372"/>
                    <a:pt x="131" y="505"/>
                    <a:pt x="293" y="505"/>
                  </a:cubicBezTo>
                  <a:cubicBezTo>
                    <a:pt x="455" y="505"/>
                    <a:pt x="584" y="372"/>
                    <a:pt x="584" y="211"/>
                  </a:cubicBezTo>
                  <a:cubicBezTo>
                    <a:pt x="584" y="159"/>
                    <a:pt x="570" y="110"/>
                    <a:pt x="546" y="67"/>
                  </a:cubicBezTo>
                  <a:cubicBezTo>
                    <a:pt x="454" y="18"/>
                    <a:pt x="369" y="0"/>
                    <a:pt x="2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00;p64">
              <a:extLst>
                <a:ext uri="{FF2B5EF4-FFF2-40B4-BE49-F238E27FC236}">
                  <a16:creationId xmlns:a16="http://schemas.microsoft.com/office/drawing/2014/main" id="{ED2BC989-BF9A-5EA1-620D-333D7D6BC6A4}"/>
                </a:ext>
              </a:extLst>
            </p:cNvPr>
            <p:cNvSpPr/>
            <p:nvPr/>
          </p:nvSpPr>
          <p:spPr>
            <a:xfrm>
              <a:off x="3283186" y="-2701459"/>
              <a:ext cx="14799" cy="14799"/>
            </a:xfrm>
            <a:custGeom>
              <a:avLst/>
              <a:gdLst/>
              <a:ahLst/>
              <a:cxnLst/>
              <a:rect l="l" t="t" r="r" b="b"/>
              <a:pathLst>
                <a:path w="102" h="102" extrusionOk="0">
                  <a:moveTo>
                    <a:pt x="51" y="0"/>
                  </a:moveTo>
                  <a:cubicBezTo>
                    <a:pt x="23" y="0"/>
                    <a:pt x="0" y="23"/>
                    <a:pt x="0" y="51"/>
                  </a:cubicBezTo>
                  <a:cubicBezTo>
                    <a:pt x="0" y="79"/>
                    <a:pt x="23" y="101"/>
                    <a:pt x="51" y="101"/>
                  </a:cubicBezTo>
                  <a:cubicBezTo>
                    <a:pt x="79" y="101"/>
                    <a:pt x="101" y="79"/>
                    <a:pt x="101" y="51"/>
                  </a:cubicBezTo>
                  <a:cubicBezTo>
                    <a:pt x="101" y="23"/>
                    <a:pt x="80" y="0"/>
                    <a:pt x="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01;p64">
              <a:extLst>
                <a:ext uri="{FF2B5EF4-FFF2-40B4-BE49-F238E27FC236}">
                  <a16:creationId xmlns:a16="http://schemas.microsoft.com/office/drawing/2014/main" id="{13C82A83-D2E5-F43C-4048-FBA900276D5F}"/>
                </a:ext>
              </a:extLst>
            </p:cNvPr>
            <p:cNvSpPr/>
            <p:nvPr/>
          </p:nvSpPr>
          <p:spPr>
            <a:xfrm>
              <a:off x="3264615" y="-2561592"/>
              <a:ext cx="52668" cy="17266"/>
            </a:xfrm>
            <a:custGeom>
              <a:avLst/>
              <a:gdLst/>
              <a:ahLst/>
              <a:cxnLst/>
              <a:rect l="l" t="t" r="r" b="b"/>
              <a:pathLst>
                <a:path w="363" h="119" extrusionOk="0">
                  <a:moveTo>
                    <a:pt x="17" y="0"/>
                  </a:moveTo>
                  <a:cubicBezTo>
                    <a:pt x="0" y="0"/>
                    <a:pt x="35" y="23"/>
                    <a:pt x="35" y="40"/>
                  </a:cubicBezTo>
                  <a:lnTo>
                    <a:pt x="35" y="110"/>
                  </a:lnTo>
                  <a:lnTo>
                    <a:pt x="347" y="110"/>
                  </a:lnTo>
                  <a:cubicBezTo>
                    <a:pt x="358" y="110"/>
                    <a:pt x="360" y="118"/>
                    <a:pt x="360" y="118"/>
                  </a:cubicBezTo>
                  <a:cubicBezTo>
                    <a:pt x="360" y="118"/>
                    <a:pt x="360" y="116"/>
                    <a:pt x="360" y="111"/>
                  </a:cubicBezTo>
                  <a:lnTo>
                    <a:pt x="360" y="40"/>
                  </a:lnTo>
                  <a:cubicBezTo>
                    <a:pt x="360" y="23"/>
                    <a:pt x="363" y="0"/>
                    <a:pt x="347" y="0"/>
                  </a:cubicBezTo>
                  <a:close/>
                  <a:moveTo>
                    <a:pt x="17" y="110"/>
                  </a:moveTo>
                  <a:cubicBezTo>
                    <a:pt x="7" y="110"/>
                    <a:pt x="19" y="119"/>
                    <a:pt x="28" y="119"/>
                  </a:cubicBezTo>
                  <a:cubicBezTo>
                    <a:pt x="32" y="119"/>
                    <a:pt x="35" y="117"/>
                    <a:pt x="35" y="111"/>
                  </a:cubicBezTo>
                  <a:lnTo>
                    <a:pt x="35" y="11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4288112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38"/>
          <p:cNvSpPr/>
          <p:nvPr/>
        </p:nvSpPr>
        <p:spPr>
          <a:xfrm>
            <a:off x="1022201" y="1612977"/>
            <a:ext cx="1514478" cy="2805657"/>
          </a:xfrm>
          <a:custGeom>
            <a:avLst/>
            <a:gdLst/>
            <a:ahLst/>
            <a:cxnLst/>
            <a:rect l="l" t="t" r="r" b="b"/>
            <a:pathLst>
              <a:path w="15918" h="29489" extrusionOk="0">
                <a:moveTo>
                  <a:pt x="7788" y="1"/>
                </a:moveTo>
                <a:lnTo>
                  <a:pt x="7675" y="2402"/>
                </a:lnTo>
                <a:cubicBezTo>
                  <a:pt x="7514" y="2499"/>
                  <a:pt x="7397" y="2766"/>
                  <a:pt x="7397" y="3083"/>
                </a:cubicBezTo>
                <a:cubicBezTo>
                  <a:pt x="7397" y="3211"/>
                  <a:pt x="7418" y="3329"/>
                  <a:pt x="7449" y="3433"/>
                </a:cubicBezTo>
                <a:lnTo>
                  <a:pt x="7076" y="3433"/>
                </a:lnTo>
                <a:lnTo>
                  <a:pt x="7076" y="4132"/>
                </a:lnTo>
                <a:lnTo>
                  <a:pt x="6565" y="4132"/>
                </a:lnTo>
                <a:lnTo>
                  <a:pt x="6565" y="4631"/>
                </a:lnTo>
                <a:lnTo>
                  <a:pt x="7186" y="4631"/>
                </a:lnTo>
                <a:cubicBezTo>
                  <a:pt x="7186" y="4631"/>
                  <a:pt x="5616" y="5130"/>
                  <a:pt x="5398" y="6429"/>
                </a:cubicBezTo>
                <a:cubicBezTo>
                  <a:pt x="5179" y="7727"/>
                  <a:pt x="5398" y="8226"/>
                  <a:pt x="5398" y="8226"/>
                </a:cubicBezTo>
                <a:cubicBezTo>
                  <a:pt x="5398" y="8226"/>
                  <a:pt x="1533" y="9524"/>
                  <a:pt x="1" y="13516"/>
                </a:cubicBezTo>
                <a:lnTo>
                  <a:pt x="1" y="29489"/>
                </a:lnTo>
                <a:lnTo>
                  <a:pt x="7806" y="29314"/>
                </a:lnTo>
                <a:lnTo>
                  <a:pt x="7806" y="29489"/>
                </a:lnTo>
                <a:lnTo>
                  <a:pt x="15918" y="29489"/>
                </a:lnTo>
                <a:lnTo>
                  <a:pt x="15918" y="13635"/>
                </a:lnTo>
                <a:cubicBezTo>
                  <a:pt x="14317" y="9593"/>
                  <a:pt x="10271" y="8280"/>
                  <a:pt x="10271" y="8280"/>
                </a:cubicBezTo>
                <a:cubicBezTo>
                  <a:pt x="10271" y="8280"/>
                  <a:pt x="10499" y="7777"/>
                  <a:pt x="10271" y="6462"/>
                </a:cubicBezTo>
                <a:cubicBezTo>
                  <a:pt x="10042" y="5150"/>
                  <a:pt x="8399" y="4644"/>
                  <a:pt x="8399" y="4644"/>
                </a:cubicBezTo>
                <a:lnTo>
                  <a:pt x="9048" y="4644"/>
                </a:lnTo>
                <a:lnTo>
                  <a:pt x="9048" y="4139"/>
                </a:lnTo>
                <a:lnTo>
                  <a:pt x="8514" y="4139"/>
                </a:lnTo>
                <a:lnTo>
                  <a:pt x="8514" y="3433"/>
                </a:lnTo>
                <a:lnTo>
                  <a:pt x="8166" y="3433"/>
                </a:lnTo>
                <a:cubicBezTo>
                  <a:pt x="8199" y="3329"/>
                  <a:pt x="8219" y="3211"/>
                  <a:pt x="8219" y="3083"/>
                </a:cubicBezTo>
                <a:cubicBezTo>
                  <a:pt x="8219" y="2740"/>
                  <a:pt x="8083" y="2456"/>
                  <a:pt x="7903" y="2381"/>
                </a:cubicBezTo>
                <a:lnTo>
                  <a:pt x="778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2" name="Google Shape;632;p38"/>
          <p:cNvGrpSpPr/>
          <p:nvPr/>
        </p:nvGrpSpPr>
        <p:grpSpPr>
          <a:xfrm>
            <a:off x="-1066800" y="1054955"/>
            <a:ext cx="4744050" cy="3507145"/>
            <a:chOff x="0" y="1054955"/>
            <a:chExt cx="4744050" cy="3507145"/>
          </a:xfrm>
        </p:grpSpPr>
        <p:sp>
          <p:nvSpPr>
            <p:cNvPr id="633" name="Google Shape;633;p38"/>
            <p:cNvSpPr/>
            <p:nvPr/>
          </p:nvSpPr>
          <p:spPr>
            <a:xfrm flipH="1">
              <a:off x="0" y="1054955"/>
              <a:ext cx="4060624" cy="3409260"/>
            </a:xfrm>
            <a:custGeom>
              <a:avLst/>
              <a:gdLst/>
              <a:ahLst/>
              <a:cxnLst/>
              <a:rect l="l" t="t" r="r" b="b"/>
              <a:pathLst>
                <a:path w="78262" h="65708" extrusionOk="0">
                  <a:moveTo>
                    <a:pt x="58138" y="9062"/>
                  </a:moveTo>
                  <a:cubicBezTo>
                    <a:pt x="58575" y="9062"/>
                    <a:pt x="58575" y="9689"/>
                    <a:pt x="58575" y="9689"/>
                  </a:cubicBezTo>
                  <a:lnTo>
                    <a:pt x="58575" y="11484"/>
                  </a:lnTo>
                  <a:lnTo>
                    <a:pt x="57701" y="11484"/>
                  </a:lnTo>
                  <a:lnTo>
                    <a:pt x="57701" y="9779"/>
                  </a:lnTo>
                  <a:cubicBezTo>
                    <a:pt x="57701" y="9779"/>
                    <a:pt x="57701" y="9062"/>
                    <a:pt x="58138" y="9062"/>
                  </a:cubicBezTo>
                  <a:close/>
                  <a:moveTo>
                    <a:pt x="56880" y="9089"/>
                  </a:moveTo>
                  <a:cubicBezTo>
                    <a:pt x="57317" y="9089"/>
                    <a:pt x="57317" y="9716"/>
                    <a:pt x="57317" y="9716"/>
                  </a:cubicBezTo>
                  <a:lnTo>
                    <a:pt x="57317" y="11510"/>
                  </a:lnTo>
                  <a:lnTo>
                    <a:pt x="56443" y="11510"/>
                  </a:lnTo>
                  <a:lnTo>
                    <a:pt x="56443" y="9806"/>
                  </a:lnTo>
                  <a:cubicBezTo>
                    <a:pt x="56443" y="9806"/>
                    <a:pt x="56443" y="9089"/>
                    <a:pt x="56880" y="9089"/>
                  </a:cubicBezTo>
                  <a:close/>
                  <a:moveTo>
                    <a:pt x="59233" y="9091"/>
                  </a:moveTo>
                  <a:cubicBezTo>
                    <a:pt x="59507" y="9091"/>
                    <a:pt x="59507" y="9717"/>
                    <a:pt x="59507" y="9717"/>
                  </a:cubicBezTo>
                  <a:lnTo>
                    <a:pt x="59507" y="11512"/>
                  </a:lnTo>
                  <a:lnTo>
                    <a:pt x="58960" y="11512"/>
                  </a:lnTo>
                  <a:lnTo>
                    <a:pt x="58960" y="9807"/>
                  </a:lnTo>
                  <a:lnTo>
                    <a:pt x="58959" y="9807"/>
                  </a:lnTo>
                  <a:cubicBezTo>
                    <a:pt x="58959" y="9807"/>
                    <a:pt x="58959" y="9091"/>
                    <a:pt x="59233" y="9091"/>
                  </a:cubicBezTo>
                  <a:close/>
                  <a:moveTo>
                    <a:pt x="55705" y="9117"/>
                  </a:moveTo>
                  <a:cubicBezTo>
                    <a:pt x="55979" y="9117"/>
                    <a:pt x="55979" y="9744"/>
                    <a:pt x="55979" y="9744"/>
                  </a:cubicBezTo>
                  <a:lnTo>
                    <a:pt x="55979" y="11538"/>
                  </a:lnTo>
                  <a:lnTo>
                    <a:pt x="55431" y="11538"/>
                  </a:lnTo>
                  <a:lnTo>
                    <a:pt x="55431" y="9834"/>
                  </a:lnTo>
                  <a:cubicBezTo>
                    <a:pt x="55431" y="9834"/>
                    <a:pt x="55431" y="9117"/>
                    <a:pt x="55705" y="9117"/>
                  </a:cubicBezTo>
                  <a:close/>
                  <a:moveTo>
                    <a:pt x="15537" y="25977"/>
                  </a:moveTo>
                  <a:cubicBezTo>
                    <a:pt x="15838" y="25977"/>
                    <a:pt x="15838" y="26802"/>
                    <a:pt x="15838" y="26802"/>
                  </a:cubicBezTo>
                  <a:lnTo>
                    <a:pt x="15838" y="29162"/>
                  </a:lnTo>
                  <a:lnTo>
                    <a:pt x="15238" y="29162"/>
                  </a:lnTo>
                  <a:lnTo>
                    <a:pt x="15238" y="26920"/>
                  </a:lnTo>
                  <a:cubicBezTo>
                    <a:pt x="15238" y="26920"/>
                    <a:pt x="15238" y="25977"/>
                    <a:pt x="15537" y="25977"/>
                  </a:cubicBezTo>
                  <a:close/>
                  <a:moveTo>
                    <a:pt x="17847" y="25800"/>
                  </a:moveTo>
                  <a:cubicBezTo>
                    <a:pt x="18940" y="25800"/>
                    <a:pt x="18940" y="26672"/>
                    <a:pt x="18940" y="26672"/>
                  </a:cubicBezTo>
                  <a:lnTo>
                    <a:pt x="18940" y="29162"/>
                  </a:lnTo>
                  <a:lnTo>
                    <a:pt x="16752" y="29162"/>
                  </a:lnTo>
                  <a:lnTo>
                    <a:pt x="16752" y="26795"/>
                  </a:lnTo>
                  <a:cubicBezTo>
                    <a:pt x="16752" y="26795"/>
                    <a:pt x="16752" y="25800"/>
                    <a:pt x="17847" y="25800"/>
                  </a:cubicBezTo>
                  <a:close/>
                  <a:moveTo>
                    <a:pt x="20097" y="26018"/>
                  </a:moveTo>
                  <a:cubicBezTo>
                    <a:pt x="20398" y="26018"/>
                    <a:pt x="20398" y="26843"/>
                    <a:pt x="20398" y="26843"/>
                  </a:cubicBezTo>
                  <a:lnTo>
                    <a:pt x="20398" y="29203"/>
                  </a:lnTo>
                  <a:lnTo>
                    <a:pt x="19796" y="29203"/>
                  </a:lnTo>
                  <a:lnTo>
                    <a:pt x="19796" y="26961"/>
                  </a:lnTo>
                  <a:cubicBezTo>
                    <a:pt x="19796" y="26961"/>
                    <a:pt x="19796" y="26018"/>
                    <a:pt x="20097" y="26018"/>
                  </a:cubicBezTo>
                  <a:close/>
                  <a:moveTo>
                    <a:pt x="43351" y="28212"/>
                  </a:moveTo>
                  <a:cubicBezTo>
                    <a:pt x="43625" y="28212"/>
                    <a:pt x="43625" y="28489"/>
                    <a:pt x="43625" y="28489"/>
                  </a:cubicBezTo>
                  <a:lnTo>
                    <a:pt x="43625" y="29286"/>
                  </a:lnTo>
                  <a:lnTo>
                    <a:pt x="43077" y="29286"/>
                  </a:lnTo>
                  <a:lnTo>
                    <a:pt x="43077" y="28530"/>
                  </a:lnTo>
                  <a:cubicBezTo>
                    <a:pt x="43077" y="28530"/>
                    <a:pt x="43077" y="28212"/>
                    <a:pt x="43351" y="28212"/>
                  </a:cubicBezTo>
                  <a:close/>
                  <a:moveTo>
                    <a:pt x="45235" y="28221"/>
                  </a:moveTo>
                  <a:cubicBezTo>
                    <a:pt x="45509" y="28221"/>
                    <a:pt x="45509" y="28499"/>
                    <a:pt x="45509" y="28499"/>
                  </a:cubicBezTo>
                  <a:lnTo>
                    <a:pt x="45509" y="29294"/>
                  </a:lnTo>
                  <a:lnTo>
                    <a:pt x="44961" y="29294"/>
                  </a:lnTo>
                  <a:lnTo>
                    <a:pt x="44961" y="28538"/>
                  </a:lnTo>
                  <a:cubicBezTo>
                    <a:pt x="44961" y="28538"/>
                    <a:pt x="44961" y="28221"/>
                    <a:pt x="45235" y="28221"/>
                  </a:cubicBezTo>
                  <a:close/>
                  <a:moveTo>
                    <a:pt x="44306" y="28232"/>
                  </a:moveTo>
                  <a:cubicBezTo>
                    <a:pt x="44580" y="28232"/>
                    <a:pt x="44580" y="28509"/>
                    <a:pt x="44580" y="28509"/>
                  </a:cubicBezTo>
                  <a:lnTo>
                    <a:pt x="44580" y="29304"/>
                  </a:lnTo>
                  <a:lnTo>
                    <a:pt x="44032" y="29304"/>
                  </a:lnTo>
                  <a:lnTo>
                    <a:pt x="44032" y="28549"/>
                  </a:lnTo>
                  <a:cubicBezTo>
                    <a:pt x="44032" y="28549"/>
                    <a:pt x="44032" y="28232"/>
                    <a:pt x="44306" y="28232"/>
                  </a:cubicBezTo>
                  <a:close/>
                  <a:moveTo>
                    <a:pt x="40564" y="28250"/>
                  </a:moveTo>
                  <a:cubicBezTo>
                    <a:pt x="40838" y="28250"/>
                    <a:pt x="40838" y="28528"/>
                    <a:pt x="40838" y="28528"/>
                  </a:cubicBezTo>
                  <a:lnTo>
                    <a:pt x="40838" y="29324"/>
                  </a:lnTo>
                  <a:lnTo>
                    <a:pt x="40290" y="29324"/>
                  </a:lnTo>
                  <a:lnTo>
                    <a:pt x="40290" y="28569"/>
                  </a:lnTo>
                  <a:cubicBezTo>
                    <a:pt x="40290" y="28569"/>
                    <a:pt x="40290" y="28250"/>
                    <a:pt x="40564" y="28250"/>
                  </a:cubicBezTo>
                  <a:close/>
                  <a:moveTo>
                    <a:pt x="41492" y="28250"/>
                  </a:moveTo>
                  <a:cubicBezTo>
                    <a:pt x="41766" y="28250"/>
                    <a:pt x="41766" y="28528"/>
                    <a:pt x="41766" y="28528"/>
                  </a:cubicBezTo>
                  <a:lnTo>
                    <a:pt x="41766" y="29324"/>
                  </a:lnTo>
                  <a:lnTo>
                    <a:pt x="41218" y="29324"/>
                  </a:lnTo>
                  <a:lnTo>
                    <a:pt x="41218" y="28569"/>
                  </a:lnTo>
                  <a:cubicBezTo>
                    <a:pt x="41218" y="28569"/>
                    <a:pt x="41218" y="28250"/>
                    <a:pt x="41492" y="28250"/>
                  </a:cubicBezTo>
                  <a:close/>
                  <a:moveTo>
                    <a:pt x="42440" y="28250"/>
                  </a:moveTo>
                  <a:cubicBezTo>
                    <a:pt x="42714" y="28250"/>
                    <a:pt x="42714" y="28528"/>
                    <a:pt x="42714" y="28528"/>
                  </a:cubicBezTo>
                  <a:lnTo>
                    <a:pt x="42714" y="29324"/>
                  </a:lnTo>
                  <a:lnTo>
                    <a:pt x="42166" y="29324"/>
                  </a:lnTo>
                  <a:lnTo>
                    <a:pt x="42166" y="28569"/>
                  </a:lnTo>
                  <a:cubicBezTo>
                    <a:pt x="42166" y="28569"/>
                    <a:pt x="42166" y="28250"/>
                    <a:pt x="42440" y="28250"/>
                  </a:cubicBezTo>
                  <a:close/>
                  <a:moveTo>
                    <a:pt x="38603" y="28284"/>
                  </a:moveTo>
                  <a:cubicBezTo>
                    <a:pt x="38877" y="28284"/>
                    <a:pt x="38877" y="28562"/>
                    <a:pt x="38877" y="28562"/>
                  </a:cubicBezTo>
                  <a:lnTo>
                    <a:pt x="38877" y="29358"/>
                  </a:lnTo>
                  <a:lnTo>
                    <a:pt x="38329" y="29358"/>
                  </a:lnTo>
                  <a:lnTo>
                    <a:pt x="38329" y="28601"/>
                  </a:lnTo>
                  <a:cubicBezTo>
                    <a:pt x="38329" y="28601"/>
                    <a:pt x="38329" y="28284"/>
                    <a:pt x="38603" y="28284"/>
                  </a:cubicBezTo>
                  <a:close/>
                  <a:moveTo>
                    <a:pt x="39583" y="28291"/>
                  </a:moveTo>
                  <a:cubicBezTo>
                    <a:pt x="39857" y="28291"/>
                    <a:pt x="39857" y="28569"/>
                    <a:pt x="39857" y="28569"/>
                  </a:cubicBezTo>
                  <a:lnTo>
                    <a:pt x="39857" y="29365"/>
                  </a:lnTo>
                  <a:lnTo>
                    <a:pt x="39309" y="29365"/>
                  </a:lnTo>
                  <a:lnTo>
                    <a:pt x="39309" y="28608"/>
                  </a:lnTo>
                  <a:cubicBezTo>
                    <a:pt x="39309" y="28608"/>
                    <a:pt x="39309" y="28291"/>
                    <a:pt x="39583" y="28291"/>
                  </a:cubicBezTo>
                  <a:close/>
                  <a:moveTo>
                    <a:pt x="30102" y="28319"/>
                  </a:moveTo>
                  <a:cubicBezTo>
                    <a:pt x="30376" y="28319"/>
                    <a:pt x="30376" y="28597"/>
                    <a:pt x="30376" y="28597"/>
                  </a:cubicBezTo>
                  <a:lnTo>
                    <a:pt x="30376" y="29393"/>
                  </a:lnTo>
                  <a:lnTo>
                    <a:pt x="29828" y="29393"/>
                  </a:lnTo>
                  <a:lnTo>
                    <a:pt x="29828" y="28637"/>
                  </a:lnTo>
                  <a:cubicBezTo>
                    <a:pt x="29828" y="28637"/>
                    <a:pt x="29828" y="28319"/>
                    <a:pt x="30102" y="28319"/>
                  </a:cubicBezTo>
                  <a:close/>
                  <a:moveTo>
                    <a:pt x="31031" y="28319"/>
                  </a:moveTo>
                  <a:cubicBezTo>
                    <a:pt x="31305" y="28319"/>
                    <a:pt x="31305" y="28597"/>
                    <a:pt x="31305" y="28597"/>
                  </a:cubicBezTo>
                  <a:lnTo>
                    <a:pt x="31305" y="29393"/>
                  </a:lnTo>
                  <a:lnTo>
                    <a:pt x="30757" y="29393"/>
                  </a:lnTo>
                  <a:lnTo>
                    <a:pt x="30757" y="28637"/>
                  </a:lnTo>
                  <a:cubicBezTo>
                    <a:pt x="30757" y="28637"/>
                    <a:pt x="30757" y="28319"/>
                    <a:pt x="31031" y="28319"/>
                  </a:cubicBezTo>
                  <a:close/>
                  <a:moveTo>
                    <a:pt x="31960" y="28319"/>
                  </a:moveTo>
                  <a:cubicBezTo>
                    <a:pt x="32234" y="28319"/>
                    <a:pt x="32234" y="28597"/>
                    <a:pt x="32234" y="28597"/>
                  </a:cubicBezTo>
                  <a:lnTo>
                    <a:pt x="32234" y="29393"/>
                  </a:lnTo>
                  <a:lnTo>
                    <a:pt x="31686" y="29393"/>
                  </a:lnTo>
                  <a:lnTo>
                    <a:pt x="31686" y="28637"/>
                  </a:lnTo>
                  <a:cubicBezTo>
                    <a:pt x="31686" y="28637"/>
                    <a:pt x="31686" y="28319"/>
                    <a:pt x="31960" y="28319"/>
                  </a:cubicBezTo>
                  <a:close/>
                  <a:moveTo>
                    <a:pt x="37615" y="28325"/>
                  </a:moveTo>
                  <a:cubicBezTo>
                    <a:pt x="37889" y="28325"/>
                    <a:pt x="37889" y="28601"/>
                    <a:pt x="37889" y="28601"/>
                  </a:cubicBezTo>
                  <a:lnTo>
                    <a:pt x="37889" y="29398"/>
                  </a:lnTo>
                  <a:lnTo>
                    <a:pt x="37341" y="29398"/>
                  </a:lnTo>
                  <a:lnTo>
                    <a:pt x="37341" y="28642"/>
                  </a:lnTo>
                  <a:cubicBezTo>
                    <a:pt x="37341" y="28642"/>
                    <a:pt x="37341" y="28325"/>
                    <a:pt x="37615" y="28325"/>
                  </a:cubicBezTo>
                  <a:close/>
                  <a:moveTo>
                    <a:pt x="32850" y="28332"/>
                  </a:moveTo>
                  <a:cubicBezTo>
                    <a:pt x="33124" y="28332"/>
                    <a:pt x="33124" y="28608"/>
                    <a:pt x="33124" y="28608"/>
                  </a:cubicBezTo>
                  <a:lnTo>
                    <a:pt x="33124" y="29405"/>
                  </a:lnTo>
                  <a:lnTo>
                    <a:pt x="32576" y="29405"/>
                  </a:lnTo>
                  <a:lnTo>
                    <a:pt x="32576" y="28649"/>
                  </a:lnTo>
                  <a:cubicBezTo>
                    <a:pt x="32576" y="28649"/>
                    <a:pt x="32576" y="28332"/>
                    <a:pt x="32850" y="28332"/>
                  </a:cubicBezTo>
                  <a:close/>
                  <a:moveTo>
                    <a:pt x="36578" y="28334"/>
                  </a:moveTo>
                  <a:cubicBezTo>
                    <a:pt x="36852" y="28334"/>
                    <a:pt x="36852" y="28613"/>
                    <a:pt x="36852" y="28613"/>
                  </a:cubicBezTo>
                  <a:lnTo>
                    <a:pt x="36852" y="29408"/>
                  </a:lnTo>
                  <a:lnTo>
                    <a:pt x="36304" y="29408"/>
                  </a:lnTo>
                  <a:lnTo>
                    <a:pt x="36304" y="28653"/>
                  </a:lnTo>
                  <a:cubicBezTo>
                    <a:pt x="36304" y="28653"/>
                    <a:pt x="36304" y="28334"/>
                    <a:pt x="36578" y="28334"/>
                  </a:cubicBezTo>
                  <a:close/>
                  <a:moveTo>
                    <a:pt x="33767" y="28346"/>
                  </a:moveTo>
                  <a:cubicBezTo>
                    <a:pt x="34041" y="28346"/>
                    <a:pt x="34041" y="28623"/>
                    <a:pt x="34041" y="28623"/>
                  </a:cubicBezTo>
                  <a:lnTo>
                    <a:pt x="34041" y="29419"/>
                  </a:lnTo>
                  <a:lnTo>
                    <a:pt x="33492" y="29419"/>
                  </a:lnTo>
                  <a:lnTo>
                    <a:pt x="33492" y="28663"/>
                  </a:lnTo>
                  <a:cubicBezTo>
                    <a:pt x="33492" y="28663"/>
                    <a:pt x="33492" y="28346"/>
                    <a:pt x="33767" y="28346"/>
                  </a:cubicBezTo>
                  <a:close/>
                  <a:moveTo>
                    <a:pt x="35635" y="28346"/>
                  </a:moveTo>
                  <a:cubicBezTo>
                    <a:pt x="35909" y="28346"/>
                    <a:pt x="35909" y="28623"/>
                    <a:pt x="35909" y="28623"/>
                  </a:cubicBezTo>
                  <a:lnTo>
                    <a:pt x="35909" y="29419"/>
                  </a:lnTo>
                  <a:lnTo>
                    <a:pt x="35360" y="29419"/>
                  </a:lnTo>
                  <a:lnTo>
                    <a:pt x="35360" y="28663"/>
                  </a:lnTo>
                  <a:cubicBezTo>
                    <a:pt x="35360" y="28663"/>
                    <a:pt x="35360" y="28346"/>
                    <a:pt x="35635" y="28346"/>
                  </a:cubicBezTo>
                  <a:close/>
                  <a:moveTo>
                    <a:pt x="34684" y="28360"/>
                  </a:moveTo>
                  <a:cubicBezTo>
                    <a:pt x="34958" y="28360"/>
                    <a:pt x="34958" y="28637"/>
                    <a:pt x="34958" y="28637"/>
                  </a:cubicBezTo>
                  <a:lnTo>
                    <a:pt x="34958" y="29434"/>
                  </a:lnTo>
                  <a:lnTo>
                    <a:pt x="34410" y="29434"/>
                  </a:lnTo>
                  <a:lnTo>
                    <a:pt x="34410" y="28677"/>
                  </a:lnTo>
                  <a:cubicBezTo>
                    <a:pt x="34410" y="28677"/>
                    <a:pt x="34410" y="28360"/>
                    <a:pt x="34684" y="28360"/>
                  </a:cubicBezTo>
                  <a:close/>
                  <a:moveTo>
                    <a:pt x="3590" y="42479"/>
                  </a:moveTo>
                  <a:cubicBezTo>
                    <a:pt x="3742" y="42479"/>
                    <a:pt x="3742" y="42861"/>
                    <a:pt x="3742" y="42861"/>
                  </a:cubicBezTo>
                  <a:lnTo>
                    <a:pt x="3742" y="43956"/>
                  </a:lnTo>
                  <a:lnTo>
                    <a:pt x="3440" y="43956"/>
                  </a:lnTo>
                  <a:lnTo>
                    <a:pt x="3440" y="42916"/>
                  </a:lnTo>
                  <a:cubicBezTo>
                    <a:pt x="3440" y="42916"/>
                    <a:pt x="3440" y="42479"/>
                    <a:pt x="3590" y="42479"/>
                  </a:cubicBezTo>
                  <a:close/>
                  <a:moveTo>
                    <a:pt x="4743" y="42397"/>
                  </a:moveTo>
                  <a:cubicBezTo>
                    <a:pt x="5289" y="42397"/>
                    <a:pt x="5289" y="42802"/>
                    <a:pt x="5289" y="42802"/>
                  </a:cubicBezTo>
                  <a:lnTo>
                    <a:pt x="5289" y="43956"/>
                  </a:lnTo>
                  <a:lnTo>
                    <a:pt x="4197" y="43956"/>
                  </a:lnTo>
                  <a:lnTo>
                    <a:pt x="4197" y="42860"/>
                  </a:lnTo>
                  <a:cubicBezTo>
                    <a:pt x="4197" y="42860"/>
                    <a:pt x="4197" y="42397"/>
                    <a:pt x="4743" y="42397"/>
                  </a:cubicBezTo>
                  <a:close/>
                  <a:moveTo>
                    <a:pt x="5871" y="42498"/>
                  </a:moveTo>
                  <a:cubicBezTo>
                    <a:pt x="6022" y="42498"/>
                    <a:pt x="6022" y="42881"/>
                    <a:pt x="6022" y="42881"/>
                  </a:cubicBezTo>
                  <a:lnTo>
                    <a:pt x="6022" y="43976"/>
                  </a:lnTo>
                  <a:lnTo>
                    <a:pt x="5719" y="43976"/>
                  </a:lnTo>
                  <a:lnTo>
                    <a:pt x="5719" y="42936"/>
                  </a:lnTo>
                  <a:cubicBezTo>
                    <a:pt x="5719" y="42936"/>
                    <a:pt x="5719" y="42498"/>
                    <a:pt x="5871" y="42498"/>
                  </a:cubicBezTo>
                  <a:close/>
                  <a:moveTo>
                    <a:pt x="57522" y="1"/>
                  </a:moveTo>
                  <a:lnTo>
                    <a:pt x="57480" y="959"/>
                  </a:lnTo>
                  <a:cubicBezTo>
                    <a:pt x="57335" y="968"/>
                    <a:pt x="57220" y="1024"/>
                    <a:pt x="57220" y="1094"/>
                  </a:cubicBezTo>
                  <a:cubicBezTo>
                    <a:pt x="57220" y="1162"/>
                    <a:pt x="57328" y="1218"/>
                    <a:pt x="57469" y="1228"/>
                  </a:cubicBezTo>
                  <a:lnTo>
                    <a:pt x="57446" y="1718"/>
                  </a:lnTo>
                  <a:lnTo>
                    <a:pt x="57451" y="1718"/>
                  </a:lnTo>
                  <a:cubicBezTo>
                    <a:pt x="57170" y="1741"/>
                    <a:pt x="56954" y="1852"/>
                    <a:pt x="56954" y="1987"/>
                  </a:cubicBezTo>
                  <a:cubicBezTo>
                    <a:pt x="56954" y="2123"/>
                    <a:pt x="57170" y="2233"/>
                    <a:pt x="57451" y="2257"/>
                  </a:cubicBezTo>
                  <a:cubicBezTo>
                    <a:pt x="57085" y="2919"/>
                    <a:pt x="55801" y="5124"/>
                    <a:pt x="54191" y="6438"/>
                  </a:cubicBezTo>
                  <a:cubicBezTo>
                    <a:pt x="52852" y="7532"/>
                    <a:pt x="55313" y="9064"/>
                    <a:pt x="55313" y="9064"/>
                  </a:cubicBezTo>
                  <a:lnTo>
                    <a:pt x="55341" y="11580"/>
                  </a:lnTo>
                  <a:lnTo>
                    <a:pt x="54520" y="11580"/>
                  </a:lnTo>
                  <a:lnTo>
                    <a:pt x="54520" y="12238"/>
                  </a:lnTo>
                  <a:lnTo>
                    <a:pt x="55313" y="12620"/>
                  </a:lnTo>
                  <a:lnTo>
                    <a:pt x="54547" y="12620"/>
                  </a:lnTo>
                  <a:lnTo>
                    <a:pt x="54519" y="13032"/>
                  </a:lnTo>
                  <a:lnTo>
                    <a:pt x="53286" y="13032"/>
                  </a:lnTo>
                  <a:lnTo>
                    <a:pt x="53286" y="14173"/>
                  </a:lnTo>
                  <a:lnTo>
                    <a:pt x="54790" y="15521"/>
                  </a:lnTo>
                  <a:lnTo>
                    <a:pt x="54832" y="36876"/>
                  </a:lnTo>
                  <a:lnTo>
                    <a:pt x="53670" y="36876"/>
                  </a:lnTo>
                  <a:lnTo>
                    <a:pt x="53670" y="37897"/>
                  </a:lnTo>
                  <a:lnTo>
                    <a:pt x="54835" y="37897"/>
                  </a:lnTo>
                  <a:lnTo>
                    <a:pt x="54836" y="38937"/>
                  </a:lnTo>
                  <a:lnTo>
                    <a:pt x="48475" y="38937"/>
                  </a:lnTo>
                  <a:lnTo>
                    <a:pt x="48475" y="37568"/>
                  </a:lnTo>
                  <a:cubicBezTo>
                    <a:pt x="48475" y="36300"/>
                    <a:pt x="47446" y="35271"/>
                    <a:pt x="46178" y="35271"/>
                  </a:cubicBezTo>
                  <a:lnTo>
                    <a:pt x="46117" y="34397"/>
                  </a:lnTo>
                  <a:lnTo>
                    <a:pt x="46760" y="34397"/>
                  </a:lnTo>
                  <a:lnTo>
                    <a:pt x="46760" y="29259"/>
                  </a:lnTo>
                  <a:lnTo>
                    <a:pt x="45933" y="29287"/>
                  </a:lnTo>
                  <a:lnTo>
                    <a:pt x="45900" y="27959"/>
                  </a:lnTo>
                  <a:cubicBezTo>
                    <a:pt x="49828" y="22324"/>
                    <a:pt x="39348" y="18256"/>
                    <a:pt x="39348" y="18256"/>
                  </a:cubicBezTo>
                  <a:lnTo>
                    <a:pt x="39348" y="17764"/>
                  </a:lnTo>
                  <a:lnTo>
                    <a:pt x="38865" y="17764"/>
                  </a:lnTo>
                  <a:lnTo>
                    <a:pt x="38865" y="16342"/>
                  </a:lnTo>
                  <a:lnTo>
                    <a:pt x="39348" y="16342"/>
                  </a:lnTo>
                  <a:lnTo>
                    <a:pt x="39348" y="15576"/>
                  </a:lnTo>
                  <a:lnTo>
                    <a:pt x="38804" y="15576"/>
                  </a:lnTo>
                  <a:lnTo>
                    <a:pt x="38804" y="15084"/>
                  </a:lnTo>
                  <a:lnTo>
                    <a:pt x="37401" y="15084"/>
                  </a:lnTo>
                  <a:lnTo>
                    <a:pt x="37380" y="14692"/>
                  </a:lnTo>
                  <a:cubicBezTo>
                    <a:pt x="37591" y="14613"/>
                    <a:pt x="37743" y="14412"/>
                    <a:pt x="37743" y="14173"/>
                  </a:cubicBezTo>
                  <a:cubicBezTo>
                    <a:pt x="37743" y="13913"/>
                    <a:pt x="37563" y="13698"/>
                    <a:pt x="37323" y="13638"/>
                  </a:cubicBezTo>
                  <a:lnTo>
                    <a:pt x="37300" y="13234"/>
                  </a:lnTo>
                  <a:cubicBezTo>
                    <a:pt x="37479" y="13185"/>
                    <a:pt x="37612" y="13021"/>
                    <a:pt x="37612" y="12827"/>
                  </a:cubicBezTo>
                  <a:cubicBezTo>
                    <a:pt x="37612" y="12613"/>
                    <a:pt x="37456" y="12440"/>
                    <a:pt x="37254" y="12408"/>
                  </a:cubicBezTo>
                  <a:lnTo>
                    <a:pt x="37189" y="11234"/>
                  </a:lnTo>
                  <a:lnTo>
                    <a:pt x="37120" y="12408"/>
                  </a:lnTo>
                  <a:cubicBezTo>
                    <a:pt x="36918" y="12441"/>
                    <a:pt x="36763" y="12613"/>
                    <a:pt x="36763" y="12824"/>
                  </a:cubicBezTo>
                  <a:cubicBezTo>
                    <a:pt x="36763" y="13018"/>
                    <a:pt x="36894" y="13179"/>
                    <a:pt x="37071" y="13230"/>
                  </a:cubicBezTo>
                  <a:lnTo>
                    <a:pt x="37049" y="13638"/>
                  </a:lnTo>
                  <a:cubicBezTo>
                    <a:pt x="36811" y="13699"/>
                    <a:pt x="36634" y="13913"/>
                    <a:pt x="36634" y="14172"/>
                  </a:cubicBezTo>
                  <a:cubicBezTo>
                    <a:pt x="36634" y="14408"/>
                    <a:pt x="36782" y="14606"/>
                    <a:pt x="36987" y="14686"/>
                  </a:cubicBezTo>
                  <a:lnTo>
                    <a:pt x="36964" y="15080"/>
                  </a:lnTo>
                  <a:lnTo>
                    <a:pt x="35725" y="15080"/>
                  </a:lnTo>
                  <a:lnTo>
                    <a:pt x="35725" y="15572"/>
                  </a:lnTo>
                  <a:lnTo>
                    <a:pt x="35233" y="15572"/>
                  </a:lnTo>
                  <a:lnTo>
                    <a:pt x="35233" y="16338"/>
                  </a:lnTo>
                  <a:lnTo>
                    <a:pt x="35670" y="16338"/>
                  </a:lnTo>
                  <a:lnTo>
                    <a:pt x="35670" y="17762"/>
                  </a:lnTo>
                  <a:lnTo>
                    <a:pt x="35233" y="17762"/>
                  </a:lnTo>
                  <a:lnTo>
                    <a:pt x="35233" y="18254"/>
                  </a:lnTo>
                  <a:cubicBezTo>
                    <a:pt x="35233" y="18254"/>
                    <a:pt x="25767" y="22521"/>
                    <a:pt x="29323" y="28156"/>
                  </a:cubicBezTo>
                  <a:lnTo>
                    <a:pt x="29269" y="29414"/>
                  </a:lnTo>
                  <a:lnTo>
                    <a:pt x="28524" y="29414"/>
                  </a:lnTo>
                  <a:lnTo>
                    <a:pt x="28524" y="34391"/>
                  </a:lnTo>
                  <a:lnTo>
                    <a:pt x="29104" y="34391"/>
                  </a:lnTo>
                  <a:lnTo>
                    <a:pt x="29049" y="35267"/>
                  </a:lnTo>
                  <a:cubicBezTo>
                    <a:pt x="27902" y="35267"/>
                    <a:pt x="26971" y="36197"/>
                    <a:pt x="26971" y="37344"/>
                  </a:cubicBezTo>
                  <a:lnTo>
                    <a:pt x="26971" y="38931"/>
                  </a:lnTo>
                  <a:lnTo>
                    <a:pt x="20406" y="38931"/>
                  </a:lnTo>
                  <a:lnTo>
                    <a:pt x="20442" y="30125"/>
                  </a:lnTo>
                  <a:lnTo>
                    <a:pt x="21171" y="30125"/>
                  </a:lnTo>
                  <a:lnTo>
                    <a:pt x="21171" y="29240"/>
                  </a:lnTo>
                  <a:lnTo>
                    <a:pt x="20832" y="29240"/>
                  </a:lnTo>
                  <a:lnTo>
                    <a:pt x="20832" y="26643"/>
                  </a:lnTo>
                  <a:lnTo>
                    <a:pt x="21171" y="26288"/>
                  </a:lnTo>
                  <a:lnTo>
                    <a:pt x="20720" y="25934"/>
                  </a:lnTo>
                  <a:cubicBezTo>
                    <a:pt x="21002" y="23278"/>
                    <a:pt x="18571" y="22393"/>
                    <a:pt x="18571" y="22393"/>
                  </a:cubicBezTo>
                  <a:lnTo>
                    <a:pt x="18571" y="21333"/>
                  </a:lnTo>
                  <a:lnTo>
                    <a:pt x="18004" y="21333"/>
                  </a:lnTo>
                  <a:lnTo>
                    <a:pt x="17778" y="18854"/>
                  </a:lnTo>
                  <a:lnTo>
                    <a:pt x="17559" y="21333"/>
                  </a:lnTo>
                  <a:lnTo>
                    <a:pt x="17012" y="21333"/>
                  </a:lnTo>
                  <a:lnTo>
                    <a:pt x="17012" y="22396"/>
                  </a:lnTo>
                  <a:cubicBezTo>
                    <a:pt x="17012" y="22396"/>
                    <a:pt x="14659" y="23281"/>
                    <a:pt x="14933" y="25936"/>
                  </a:cubicBezTo>
                  <a:lnTo>
                    <a:pt x="14496" y="26292"/>
                  </a:lnTo>
                  <a:lnTo>
                    <a:pt x="14825" y="26646"/>
                  </a:lnTo>
                  <a:lnTo>
                    <a:pt x="14825" y="29244"/>
                  </a:lnTo>
                  <a:lnTo>
                    <a:pt x="14496" y="29244"/>
                  </a:lnTo>
                  <a:lnTo>
                    <a:pt x="14496" y="30129"/>
                  </a:lnTo>
                  <a:lnTo>
                    <a:pt x="15225" y="30129"/>
                  </a:lnTo>
                  <a:lnTo>
                    <a:pt x="15261" y="38934"/>
                  </a:lnTo>
                  <a:lnTo>
                    <a:pt x="14114" y="38934"/>
                  </a:lnTo>
                  <a:lnTo>
                    <a:pt x="14114" y="41888"/>
                  </a:lnTo>
                  <a:lnTo>
                    <a:pt x="8533" y="41888"/>
                  </a:lnTo>
                  <a:lnTo>
                    <a:pt x="8533" y="44953"/>
                  </a:lnTo>
                  <a:lnTo>
                    <a:pt x="8042" y="44953"/>
                  </a:lnTo>
                  <a:lnTo>
                    <a:pt x="8042" y="46211"/>
                  </a:lnTo>
                  <a:lnTo>
                    <a:pt x="7603" y="46211"/>
                  </a:lnTo>
                  <a:lnTo>
                    <a:pt x="7603" y="46757"/>
                  </a:lnTo>
                  <a:lnTo>
                    <a:pt x="6619" y="47632"/>
                  </a:lnTo>
                  <a:lnTo>
                    <a:pt x="6619" y="48561"/>
                  </a:lnTo>
                  <a:lnTo>
                    <a:pt x="6017" y="48561"/>
                  </a:lnTo>
                  <a:lnTo>
                    <a:pt x="6034" y="44404"/>
                  </a:lnTo>
                  <a:lnTo>
                    <a:pt x="6400" y="44404"/>
                  </a:lnTo>
                  <a:lnTo>
                    <a:pt x="6400" y="43993"/>
                  </a:lnTo>
                  <a:lnTo>
                    <a:pt x="6230" y="43993"/>
                  </a:lnTo>
                  <a:lnTo>
                    <a:pt x="6230" y="42789"/>
                  </a:lnTo>
                  <a:lnTo>
                    <a:pt x="6400" y="42626"/>
                  </a:lnTo>
                  <a:lnTo>
                    <a:pt x="6173" y="42463"/>
                  </a:lnTo>
                  <a:cubicBezTo>
                    <a:pt x="6314" y="41231"/>
                    <a:pt x="5100" y="40822"/>
                    <a:pt x="5100" y="40822"/>
                  </a:cubicBezTo>
                  <a:lnTo>
                    <a:pt x="5100" y="40330"/>
                  </a:lnTo>
                  <a:lnTo>
                    <a:pt x="4817" y="40330"/>
                  </a:lnTo>
                  <a:lnTo>
                    <a:pt x="4705" y="39181"/>
                  </a:lnTo>
                  <a:lnTo>
                    <a:pt x="4595" y="40330"/>
                  </a:lnTo>
                  <a:lnTo>
                    <a:pt x="4321" y="40330"/>
                  </a:lnTo>
                  <a:lnTo>
                    <a:pt x="4321" y="40822"/>
                  </a:lnTo>
                  <a:cubicBezTo>
                    <a:pt x="4321" y="40822"/>
                    <a:pt x="3146" y="41233"/>
                    <a:pt x="3281" y="42463"/>
                  </a:cubicBezTo>
                  <a:lnTo>
                    <a:pt x="3062" y="42626"/>
                  </a:lnTo>
                  <a:lnTo>
                    <a:pt x="3225" y="42789"/>
                  </a:lnTo>
                  <a:lnTo>
                    <a:pt x="3225" y="43993"/>
                  </a:lnTo>
                  <a:lnTo>
                    <a:pt x="3062" y="43993"/>
                  </a:lnTo>
                  <a:lnTo>
                    <a:pt x="3062" y="44404"/>
                  </a:lnTo>
                  <a:lnTo>
                    <a:pt x="3427" y="44404"/>
                  </a:lnTo>
                  <a:lnTo>
                    <a:pt x="3444" y="48561"/>
                  </a:lnTo>
                  <a:lnTo>
                    <a:pt x="0" y="48561"/>
                  </a:lnTo>
                  <a:lnTo>
                    <a:pt x="0" y="65707"/>
                  </a:lnTo>
                  <a:lnTo>
                    <a:pt x="78262" y="65707"/>
                  </a:lnTo>
                  <a:lnTo>
                    <a:pt x="78262" y="48561"/>
                  </a:lnTo>
                  <a:lnTo>
                    <a:pt x="77203" y="48561"/>
                  </a:lnTo>
                  <a:lnTo>
                    <a:pt x="77203" y="40268"/>
                  </a:lnTo>
                  <a:cubicBezTo>
                    <a:pt x="75981" y="36227"/>
                    <a:pt x="72891" y="34915"/>
                    <a:pt x="72891" y="34915"/>
                  </a:cubicBezTo>
                  <a:cubicBezTo>
                    <a:pt x="72891" y="34915"/>
                    <a:pt x="73065" y="34411"/>
                    <a:pt x="72891" y="33096"/>
                  </a:cubicBezTo>
                  <a:cubicBezTo>
                    <a:pt x="72717" y="31784"/>
                    <a:pt x="71464" y="31278"/>
                    <a:pt x="71464" y="31278"/>
                  </a:cubicBezTo>
                  <a:lnTo>
                    <a:pt x="71961" y="31278"/>
                  </a:lnTo>
                  <a:lnTo>
                    <a:pt x="71961" y="30773"/>
                  </a:lnTo>
                  <a:lnTo>
                    <a:pt x="71553" y="30773"/>
                  </a:lnTo>
                  <a:lnTo>
                    <a:pt x="71553" y="30067"/>
                  </a:lnTo>
                  <a:lnTo>
                    <a:pt x="71287" y="30067"/>
                  </a:lnTo>
                  <a:cubicBezTo>
                    <a:pt x="71311" y="29963"/>
                    <a:pt x="71327" y="29845"/>
                    <a:pt x="71327" y="29717"/>
                  </a:cubicBezTo>
                  <a:cubicBezTo>
                    <a:pt x="71327" y="29374"/>
                    <a:pt x="71224" y="29091"/>
                    <a:pt x="71086" y="29015"/>
                  </a:cubicBezTo>
                  <a:lnTo>
                    <a:pt x="71001" y="26636"/>
                  </a:lnTo>
                  <a:lnTo>
                    <a:pt x="70915" y="29036"/>
                  </a:lnTo>
                  <a:cubicBezTo>
                    <a:pt x="70791" y="29133"/>
                    <a:pt x="70701" y="29400"/>
                    <a:pt x="70701" y="29717"/>
                  </a:cubicBezTo>
                  <a:cubicBezTo>
                    <a:pt x="70701" y="29845"/>
                    <a:pt x="70718" y="29963"/>
                    <a:pt x="70742" y="30067"/>
                  </a:cubicBezTo>
                  <a:lnTo>
                    <a:pt x="70458" y="30067"/>
                  </a:lnTo>
                  <a:lnTo>
                    <a:pt x="70458" y="30766"/>
                  </a:lnTo>
                  <a:lnTo>
                    <a:pt x="70067" y="30766"/>
                  </a:lnTo>
                  <a:lnTo>
                    <a:pt x="70067" y="31265"/>
                  </a:lnTo>
                  <a:lnTo>
                    <a:pt x="70539" y="31265"/>
                  </a:lnTo>
                  <a:cubicBezTo>
                    <a:pt x="70539" y="31265"/>
                    <a:pt x="69343" y="31764"/>
                    <a:pt x="69176" y="33063"/>
                  </a:cubicBezTo>
                  <a:cubicBezTo>
                    <a:pt x="69010" y="34362"/>
                    <a:pt x="69176" y="34860"/>
                    <a:pt x="69176" y="34860"/>
                  </a:cubicBezTo>
                  <a:cubicBezTo>
                    <a:pt x="69176" y="34860"/>
                    <a:pt x="66227" y="36159"/>
                    <a:pt x="65058" y="40151"/>
                  </a:cubicBezTo>
                  <a:lnTo>
                    <a:pt x="65058" y="41888"/>
                  </a:lnTo>
                  <a:lnTo>
                    <a:pt x="62686" y="41888"/>
                  </a:lnTo>
                  <a:lnTo>
                    <a:pt x="62686" y="38935"/>
                  </a:lnTo>
                  <a:lnTo>
                    <a:pt x="57563" y="38935"/>
                  </a:lnTo>
                  <a:lnTo>
                    <a:pt x="57563" y="38925"/>
                  </a:lnTo>
                  <a:lnTo>
                    <a:pt x="60071" y="38925"/>
                  </a:lnTo>
                  <a:lnTo>
                    <a:pt x="60072" y="37897"/>
                  </a:lnTo>
                  <a:lnTo>
                    <a:pt x="61174" y="37897"/>
                  </a:lnTo>
                  <a:lnTo>
                    <a:pt x="61174" y="36876"/>
                  </a:lnTo>
                  <a:lnTo>
                    <a:pt x="60073" y="36876"/>
                  </a:lnTo>
                  <a:lnTo>
                    <a:pt x="60113" y="15513"/>
                  </a:lnTo>
                  <a:lnTo>
                    <a:pt x="61520" y="14165"/>
                  </a:lnTo>
                  <a:lnTo>
                    <a:pt x="61520" y="13023"/>
                  </a:lnTo>
                  <a:lnTo>
                    <a:pt x="60367" y="13023"/>
                  </a:lnTo>
                  <a:lnTo>
                    <a:pt x="60341" y="12612"/>
                  </a:lnTo>
                  <a:lnTo>
                    <a:pt x="59624" y="12612"/>
                  </a:lnTo>
                  <a:lnTo>
                    <a:pt x="60367" y="12229"/>
                  </a:lnTo>
                  <a:lnTo>
                    <a:pt x="60367" y="11571"/>
                  </a:lnTo>
                  <a:lnTo>
                    <a:pt x="59600" y="11571"/>
                  </a:lnTo>
                  <a:lnTo>
                    <a:pt x="59625" y="9055"/>
                  </a:lnTo>
                  <a:cubicBezTo>
                    <a:pt x="59625" y="9055"/>
                    <a:pt x="61929" y="7523"/>
                    <a:pt x="60675" y="6428"/>
                  </a:cubicBezTo>
                  <a:cubicBezTo>
                    <a:pt x="59178" y="5124"/>
                    <a:pt x="57979" y="2934"/>
                    <a:pt x="57629" y="2259"/>
                  </a:cubicBezTo>
                  <a:cubicBezTo>
                    <a:pt x="57930" y="2244"/>
                    <a:pt x="58162" y="2130"/>
                    <a:pt x="58162" y="1990"/>
                  </a:cubicBezTo>
                  <a:cubicBezTo>
                    <a:pt x="58162" y="1853"/>
                    <a:pt x="57948" y="1744"/>
                    <a:pt x="57667" y="1720"/>
                  </a:cubicBezTo>
                  <a:lnTo>
                    <a:pt x="57670" y="1720"/>
                  </a:lnTo>
                  <a:lnTo>
                    <a:pt x="57628" y="1223"/>
                  </a:lnTo>
                  <a:cubicBezTo>
                    <a:pt x="57742" y="1204"/>
                    <a:pt x="57825" y="1155"/>
                    <a:pt x="57825" y="1094"/>
                  </a:cubicBezTo>
                  <a:cubicBezTo>
                    <a:pt x="57825" y="1031"/>
                    <a:pt x="57732" y="980"/>
                    <a:pt x="57605" y="963"/>
                  </a:cubicBezTo>
                  <a:lnTo>
                    <a:pt x="575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8"/>
            <p:cNvSpPr/>
            <p:nvPr/>
          </p:nvSpPr>
          <p:spPr>
            <a:xfrm>
              <a:off x="3870075" y="3720225"/>
              <a:ext cx="521100" cy="841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8"/>
            <p:cNvSpPr/>
            <p:nvPr/>
          </p:nvSpPr>
          <p:spPr>
            <a:xfrm>
              <a:off x="4025700" y="3930900"/>
              <a:ext cx="521100" cy="631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8"/>
            <p:cNvSpPr/>
            <p:nvPr/>
          </p:nvSpPr>
          <p:spPr>
            <a:xfrm>
              <a:off x="4222950" y="4220400"/>
              <a:ext cx="521100" cy="341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7" name="Google Shape;637;p38"/>
          <p:cNvSpPr txBox="1">
            <a:spLocks noGrp="1"/>
          </p:cNvSpPr>
          <p:nvPr>
            <p:ph type="title"/>
          </p:nvPr>
        </p:nvSpPr>
        <p:spPr>
          <a:xfrm>
            <a:off x="4404671" y="1738985"/>
            <a:ext cx="4314983"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mj-lt"/>
              </a:rPr>
              <a:t>Results and Interpretation</a:t>
            </a:r>
            <a:endParaRPr dirty="0">
              <a:latin typeface="+mj-lt"/>
            </a:endParaRPr>
          </a:p>
        </p:txBody>
      </p:sp>
      <p:sp>
        <p:nvSpPr>
          <p:cNvPr id="639" name="Google Shape;639;p38"/>
          <p:cNvSpPr txBox="1">
            <a:spLocks noGrp="1"/>
          </p:cNvSpPr>
          <p:nvPr>
            <p:ph type="title" idx="2"/>
          </p:nvPr>
        </p:nvSpPr>
        <p:spPr>
          <a:xfrm>
            <a:off x="3603475" y="1836450"/>
            <a:ext cx="670500" cy="147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mj-lt"/>
              </a:rPr>
              <a:t>4</a:t>
            </a:r>
            <a:endParaRPr dirty="0">
              <a:latin typeface="+mj-lt"/>
            </a:endParaRPr>
          </a:p>
        </p:txBody>
      </p:sp>
      <p:grpSp>
        <p:nvGrpSpPr>
          <p:cNvPr id="640" name="Google Shape;640;p38"/>
          <p:cNvGrpSpPr/>
          <p:nvPr/>
        </p:nvGrpSpPr>
        <p:grpSpPr>
          <a:xfrm flipH="1">
            <a:off x="6151279" y="245011"/>
            <a:ext cx="3240392" cy="1156891"/>
            <a:chOff x="-3505263" y="-2342175"/>
            <a:chExt cx="2645434" cy="944478"/>
          </a:xfrm>
        </p:grpSpPr>
        <p:sp>
          <p:nvSpPr>
            <p:cNvPr id="641" name="Google Shape;641;p38"/>
            <p:cNvSpPr/>
            <p:nvPr/>
          </p:nvSpPr>
          <p:spPr>
            <a:xfrm>
              <a:off x="-3505263" y="-2342175"/>
              <a:ext cx="2645434" cy="944478"/>
            </a:xfrm>
            <a:custGeom>
              <a:avLst/>
              <a:gdLst/>
              <a:ahLst/>
              <a:cxnLst/>
              <a:rect l="l" t="t" r="r" b="b"/>
              <a:pathLst>
                <a:path w="58411" h="20854" extrusionOk="0">
                  <a:moveTo>
                    <a:pt x="8551" y="1"/>
                  </a:moveTo>
                  <a:cubicBezTo>
                    <a:pt x="8250" y="1"/>
                    <a:pt x="7943" y="29"/>
                    <a:pt x="7633" y="88"/>
                  </a:cubicBezTo>
                  <a:cubicBezTo>
                    <a:pt x="5925" y="410"/>
                    <a:pt x="4521" y="1672"/>
                    <a:pt x="4247" y="3134"/>
                  </a:cubicBezTo>
                  <a:cubicBezTo>
                    <a:pt x="3866" y="2557"/>
                    <a:pt x="2723" y="1765"/>
                    <a:pt x="1752" y="1765"/>
                  </a:cubicBezTo>
                  <a:cubicBezTo>
                    <a:pt x="1405" y="1765"/>
                    <a:pt x="1080" y="1865"/>
                    <a:pt x="819" y="2113"/>
                  </a:cubicBezTo>
                  <a:cubicBezTo>
                    <a:pt x="324" y="8386"/>
                    <a:pt x="81" y="14564"/>
                    <a:pt x="0" y="20854"/>
                  </a:cubicBezTo>
                  <a:cubicBezTo>
                    <a:pt x="350" y="20567"/>
                    <a:pt x="381" y="19928"/>
                    <a:pt x="730" y="19642"/>
                  </a:cubicBezTo>
                  <a:cubicBezTo>
                    <a:pt x="788" y="19644"/>
                    <a:pt x="846" y="19645"/>
                    <a:pt x="904" y="19645"/>
                  </a:cubicBezTo>
                  <a:cubicBezTo>
                    <a:pt x="3080" y="19645"/>
                    <a:pt x="5185" y="18137"/>
                    <a:pt x="5834" y="16082"/>
                  </a:cubicBezTo>
                  <a:cubicBezTo>
                    <a:pt x="6196" y="16509"/>
                    <a:pt x="6762" y="16749"/>
                    <a:pt x="7326" y="16749"/>
                  </a:cubicBezTo>
                  <a:cubicBezTo>
                    <a:pt x="7543" y="16749"/>
                    <a:pt x="7760" y="16713"/>
                    <a:pt x="7965" y="16639"/>
                  </a:cubicBezTo>
                  <a:cubicBezTo>
                    <a:pt x="8533" y="16432"/>
                    <a:pt x="8975" y="15935"/>
                    <a:pt x="9142" y="15363"/>
                  </a:cubicBezTo>
                  <a:lnTo>
                    <a:pt x="9142" y="15363"/>
                  </a:lnTo>
                  <a:cubicBezTo>
                    <a:pt x="9004" y="17346"/>
                    <a:pt x="10520" y="18964"/>
                    <a:pt x="12634" y="18964"/>
                  </a:cubicBezTo>
                  <a:cubicBezTo>
                    <a:pt x="12665" y="18964"/>
                    <a:pt x="12696" y="18964"/>
                    <a:pt x="12727" y="18963"/>
                  </a:cubicBezTo>
                  <a:cubicBezTo>
                    <a:pt x="14564" y="18921"/>
                    <a:pt x="16273" y="17502"/>
                    <a:pt x="16617" y="15763"/>
                  </a:cubicBezTo>
                  <a:cubicBezTo>
                    <a:pt x="17355" y="17516"/>
                    <a:pt x="19074" y="18685"/>
                    <a:pt x="21000" y="18782"/>
                  </a:cubicBezTo>
                  <a:cubicBezTo>
                    <a:pt x="21086" y="18786"/>
                    <a:pt x="21170" y="18788"/>
                    <a:pt x="21252" y="18788"/>
                  </a:cubicBezTo>
                  <a:cubicBezTo>
                    <a:pt x="22967" y="18788"/>
                    <a:pt x="23962" y="17894"/>
                    <a:pt x="25456" y="17227"/>
                  </a:cubicBezTo>
                  <a:cubicBezTo>
                    <a:pt x="25685" y="17125"/>
                    <a:pt x="25902" y="17082"/>
                    <a:pt x="26112" y="17082"/>
                  </a:cubicBezTo>
                  <a:cubicBezTo>
                    <a:pt x="27102" y="17082"/>
                    <a:pt x="27927" y="18043"/>
                    <a:pt x="29144" y="18237"/>
                  </a:cubicBezTo>
                  <a:cubicBezTo>
                    <a:pt x="29299" y="18262"/>
                    <a:pt x="29448" y="18273"/>
                    <a:pt x="29593" y="18273"/>
                  </a:cubicBezTo>
                  <a:cubicBezTo>
                    <a:pt x="30588" y="18273"/>
                    <a:pt x="31363" y="17755"/>
                    <a:pt x="32313" y="17735"/>
                  </a:cubicBezTo>
                  <a:cubicBezTo>
                    <a:pt x="32327" y="17735"/>
                    <a:pt x="32341" y="17734"/>
                    <a:pt x="32355" y="17734"/>
                  </a:cubicBezTo>
                  <a:cubicBezTo>
                    <a:pt x="33320" y="17734"/>
                    <a:pt x="34036" y="18444"/>
                    <a:pt x="35058" y="18444"/>
                  </a:cubicBezTo>
                  <a:cubicBezTo>
                    <a:pt x="35149" y="18444"/>
                    <a:pt x="35241" y="18438"/>
                    <a:pt x="35337" y="18426"/>
                  </a:cubicBezTo>
                  <a:cubicBezTo>
                    <a:pt x="35590" y="18395"/>
                    <a:pt x="38241" y="17272"/>
                    <a:pt x="37919" y="17007"/>
                  </a:cubicBezTo>
                  <a:lnTo>
                    <a:pt x="37919" y="17007"/>
                  </a:lnTo>
                  <a:cubicBezTo>
                    <a:pt x="39122" y="17997"/>
                    <a:pt x="40691" y="18512"/>
                    <a:pt x="42256" y="18512"/>
                  </a:cubicBezTo>
                  <a:cubicBezTo>
                    <a:pt x="43295" y="18512"/>
                    <a:pt x="44333" y="18285"/>
                    <a:pt x="45260" y="17818"/>
                  </a:cubicBezTo>
                  <a:cubicBezTo>
                    <a:pt x="45406" y="17745"/>
                    <a:pt x="45571" y="17713"/>
                    <a:pt x="45751" y="17713"/>
                  </a:cubicBezTo>
                  <a:cubicBezTo>
                    <a:pt x="46688" y="17713"/>
                    <a:pt x="47996" y="18569"/>
                    <a:pt x="48717" y="18783"/>
                  </a:cubicBezTo>
                  <a:cubicBezTo>
                    <a:pt x="50082" y="19193"/>
                    <a:pt x="52228" y="19736"/>
                    <a:pt x="54110" y="19736"/>
                  </a:cubicBezTo>
                  <a:cubicBezTo>
                    <a:pt x="55100" y="19736"/>
                    <a:pt x="56016" y="19586"/>
                    <a:pt x="56709" y="19188"/>
                  </a:cubicBezTo>
                  <a:cubicBezTo>
                    <a:pt x="57780" y="18573"/>
                    <a:pt x="58411" y="17143"/>
                    <a:pt x="57838" y="16058"/>
                  </a:cubicBezTo>
                  <a:cubicBezTo>
                    <a:pt x="57595" y="15598"/>
                    <a:pt x="57056" y="15261"/>
                    <a:pt x="56560" y="15261"/>
                  </a:cubicBezTo>
                  <a:cubicBezTo>
                    <a:pt x="56335" y="15261"/>
                    <a:pt x="56120" y="15330"/>
                    <a:pt x="55944" y="15487"/>
                  </a:cubicBezTo>
                  <a:cubicBezTo>
                    <a:pt x="55762" y="14546"/>
                    <a:pt x="54832" y="13810"/>
                    <a:pt x="53866" y="13810"/>
                  </a:cubicBezTo>
                  <a:cubicBezTo>
                    <a:pt x="53816" y="13810"/>
                    <a:pt x="53767" y="13812"/>
                    <a:pt x="53718" y="13816"/>
                  </a:cubicBezTo>
                  <a:cubicBezTo>
                    <a:pt x="53399" y="13843"/>
                    <a:pt x="53014" y="14048"/>
                    <a:pt x="53071" y="14360"/>
                  </a:cubicBezTo>
                  <a:lnTo>
                    <a:pt x="53071" y="14360"/>
                  </a:lnTo>
                  <a:cubicBezTo>
                    <a:pt x="52806" y="13837"/>
                    <a:pt x="52199" y="13568"/>
                    <a:pt x="51598" y="13568"/>
                  </a:cubicBezTo>
                  <a:cubicBezTo>
                    <a:pt x="51448" y="13568"/>
                    <a:pt x="51299" y="13584"/>
                    <a:pt x="51155" y="13618"/>
                  </a:cubicBezTo>
                  <a:cubicBezTo>
                    <a:pt x="50516" y="13765"/>
                    <a:pt x="50169" y="14318"/>
                    <a:pt x="49609" y="14516"/>
                  </a:cubicBezTo>
                  <a:cubicBezTo>
                    <a:pt x="49490" y="14558"/>
                    <a:pt x="49356" y="14568"/>
                    <a:pt x="49218" y="14568"/>
                  </a:cubicBezTo>
                  <a:cubicBezTo>
                    <a:pt x="49092" y="14568"/>
                    <a:pt x="48962" y="14560"/>
                    <a:pt x="48834" y="14560"/>
                  </a:cubicBezTo>
                  <a:cubicBezTo>
                    <a:pt x="48723" y="14560"/>
                    <a:pt x="48614" y="14566"/>
                    <a:pt x="48510" y="14589"/>
                  </a:cubicBezTo>
                  <a:cubicBezTo>
                    <a:pt x="48857" y="13692"/>
                    <a:pt x="48836" y="12676"/>
                    <a:pt x="48357" y="11827"/>
                  </a:cubicBezTo>
                  <a:cubicBezTo>
                    <a:pt x="47787" y="10814"/>
                    <a:pt x="46294" y="10136"/>
                    <a:pt x="44911" y="10136"/>
                  </a:cubicBezTo>
                  <a:cubicBezTo>
                    <a:pt x="43733" y="10136"/>
                    <a:pt x="42635" y="10628"/>
                    <a:pt x="42254" y="11820"/>
                  </a:cubicBezTo>
                  <a:cubicBezTo>
                    <a:pt x="42990" y="9521"/>
                    <a:pt x="41690" y="7020"/>
                    <a:pt x="39190" y="6591"/>
                  </a:cubicBezTo>
                  <a:cubicBezTo>
                    <a:pt x="38942" y="6549"/>
                    <a:pt x="38708" y="6529"/>
                    <a:pt x="38485" y="6529"/>
                  </a:cubicBezTo>
                  <a:cubicBezTo>
                    <a:pt x="36817" y="6529"/>
                    <a:pt x="35788" y="7644"/>
                    <a:pt x="34620" y="8798"/>
                  </a:cubicBezTo>
                  <a:cubicBezTo>
                    <a:pt x="34329" y="7821"/>
                    <a:pt x="33816" y="6805"/>
                    <a:pt x="32805" y="6341"/>
                  </a:cubicBezTo>
                  <a:cubicBezTo>
                    <a:pt x="32504" y="6203"/>
                    <a:pt x="32167" y="6135"/>
                    <a:pt x="31832" y="6135"/>
                  </a:cubicBezTo>
                  <a:cubicBezTo>
                    <a:pt x="31094" y="6135"/>
                    <a:pt x="30362" y="6464"/>
                    <a:pt x="30011" y="7097"/>
                  </a:cubicBezTo>
                  <a:cubicBezTo>
                    <a:pt x="29695" y="6025"/>
                    <a:pt x="28691" y="5182"/>
                    <a:pt x="27565" y="5045"/>
                  </a:cubicBezTo>
                  <a:cubicBezTo>
                    <a:pt x="27457" y="5032"/>
                    <a:pt x="27347" y="5026"/>
                    <a:pt x="27238" y="5026"/>
                  </a:cubicBezTo>
                  <a:cubicBezTo>
                    <a:pt x="26218" y="5026"/>
                    <a:pt x="25204" y="5582"/>
                    <a:pt x="24690" y="6456"/>
                  </a:cubicBezTo>
                  <a:cubicBezTo>
                    <a:pt x="24546" y="6072"/>
                    <a:pt x="24129" y="5865"/>
                    <a:pt x="23719" y="5865"/>
                  </a:cubicBezTo>
                  <a:cubicBezTo>
                    <a:pt x="23394" y="5865"/>
                    <a:pt x="23072" y="5996"/>
                    <a:pt x="22897" y="6272"/>
                  </a:cubicBezTo>
                  <a:cubicBezTo>
                    <a:pt x="22793" y="3886"/>
                    <a:pt x="21309" y="1514"/>
                    <a:pt x="19036" y="691"/>
                  </a:cubicBezTo>
                  <a:cubicBezTo>
                    <a:pt x="18516" y="502"/>
                    <a:pt x="17962" y="412"/>
                    <a:pt x="17407" y="412"/>
                  </a:cubicBezTo>
                  <a:cubicBezTo>
                    <a:pt x="15538" y="412"/>
                    <a:pt x="13653" y="1433"/>
                    <a:pt x="12971" y="3146"/>
                  </a:cubicBezTo>
                  <a:cubicBezTo>
                    <a:pt x="12260" y="1231"/>
                    <a:pt x="10536" y="1"/>
                    <a:pt x="85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8"/>
            <p:cNvSpPr/>
            <p:nvPr/>
          </p:nvSpPr>
          <p:spPr>
            <a:xfrm>
              <a:off x="-3477455" y="-2105490"/>
              <a:ext cx="2162824" cy="651950"/>
            </a:xfrm>
            <a:custGeom>
              <a:avLst/>
              <a:gdLst/>
              <a:ahLst/>
              <a:cxnLst/>
              <a:rect l="l" t="t" r="r" b="b"/>
              <a:pathLst>
                <a:path w="47755" h="14395" extrusionOk="0">
                  <a:moveTo>
                    <a:pt x="8566" y="0"/>
                  </a:moveTo>
                  <a:cubicBezTo>
                    <a:pt x="6796" y="0"/>
                    <a:pt x="4938" y="1048"/>
                    <a:pt x="4310" y="2704"/>
                  </a:cubicBezTo>
                  <a:cubicBezTo>
                    <a:pt x="3967" y="2497"/>
                    <a:pt x="3573" y="2401"/>
                    <a:pt x="3174" y="2401"/>
                  </a:cubicBezTo>
                  <a:cubicBezTo>
                    <a:pt x="2493" y="2401"/>
                    <a:pt x="1798" y="2681"/>
                    <a:pt x="1316" y="3165"/>
                  </a:cubicBezTo>
                  <a:cubicBezTo>
                    <a:pt x="555" y="3933"/>
                    <a:pt x="307" y="5111"/>
                    <a:pt x="535" y="6164"/>
                  </a:cubicBezTo>
                  <a:cubicBezTo>
                    <a:pt x="489" y="6088"/>
                    <a:pt x="403" y="6053"/>
                    <a:pt x="314" y="6053"/>
                  </a:cubicBezTo>
                  <a:cubicBezTo>
                    <a:pt x="189" y="6053"/>
                    <a:pt x="60" y="6123"/>
                    <a:pt x="34" y="6246"/>
                  </a:cubicBezTo>
                  <a:lnTo>
                    <a:pt x="1" y="14391"/>
                  </a:lnTo>
                  <a:cubicBezTo>
                    <a:pt x="58" y="14393"/>
                    <a:pt x="115" y="14394"/>
                    <a:pt x="172" y="14394"/>
                  </a:cubicBezTo>
                  <a:cubicBezTo>
                    <a:pt x="2351" y="14394"/>
                    <a:pt x="4457" y="12885"/>
                    <a:pt x="5106" y="10829"/>
                  </a:cubicBezTo>
                  <a:cubicBezTo>
                    <a:pt x="5468" y="11256"/>
                    <a:pt x="6034" y="11496"/>
                    <a:pt x="6597" y="11496"/>
                  </a:cubicBezTo>
                  <a:cubicBezTo>
                    <a:pt x="6815" y="11496"/>
                    <a:pt x="7032" y="11461"/>
                    <a:pt x="7237" y="11386"/>
                  </a:cubicBezTo>
                  <a:cubicBezTo>
                    <a:pt x="7805" y="11179"/>
                    <a:pt x="8247" y="10682"/>
                    <a:pt x="8414" y="10110"/>
                  </a:cubicBezTo>
                  <a:lnTo>
                    <a:pt x="8414" y="10110"/>
                  </a:lnTo>
                  <a:cubicBezTo>
                    <a:pt x="8276" y="12093"/>
                    <a:pt x="9792" y="13712"/>
                    <a:pt x="11905" y="13712"/>
                  </a:cubicBezTo>
                  <a:cubicBezTo>
                    <a:pt x="11936" y="13712"/>
                    <a:pt x="11966" y="13711"/>
                    <a:pt x="11997" y="13711"/>
                  </a:cubicBezTo>
                  <a:cubicBezTo>
                    <a:pt x="13836" y="13668"/>
                    <a:pt x="15545" y="12249"/>
                    <a:pt x="15889" y="10512"/>
                  </a:cubicBezTo>
                  <a:cubicBezTo>
                    <a:pt x="16627" y="12263"/>
                    <a:pt x="18346" y="13432"/>
                    <a:pt x="20272" y="13529"/>
                  </a:cubicBezTo>
                  <a:cubicBezTo>
                    <a:pt x="20358" y="13534"/>
                    <a:pt x="20442" y="13536"/>
                    <a:pt x="20524" y="13536"/>
                  </a:cubicBezTo>
                  <a:cubicBezTo>
                    <a:pt x="22239" y="13536"/>
                    <a:pt x="23234" y="12641"/>
                    <a:pt x="24728" y="11975"/>
                  </a:cubicBezTo>
                  <a:cubicBezTo>
                    <a:pt x="24957" y="11872"/>
                    <a:pt x="25175" y="11829"/>
                    <a:pt x="25384" y="11829"/>
                  </a:cubicBezTo>
                  <a:cubicBezTo>
                    <a:pt x="26374" y="11829"/>
                    <a:pt x="27199" y="12790"/>
                    <a:pt x="28415" y="12985"/>
                  </a:cubicBezTo>
                  <a:cubicBezTo>
                    <a:pt x="28569" y="13010"/>
                    <a:pt x="28718" y="13021"/>
                    <a:pt x="28863" y="13021"/>
                  </a:cubicBezTo>
                  <a:cubicBezTo>
                    <a:pt x="29859" y="13021"/>
                    <a:pt x="30635" y="12502"/>
                    <a:pt x="31584" y="12482"/>
                  </a:cubicBezTo>
                  <a:cubicBezTo>
                    <a:pt x="31598" y="12482"/>
                    <a:pt x="31612" y="12482"/>
                    <a:pt x="31625" y="12482"/>
                  </a:cubicBezTo>
                  <a:cubicBezTo>
                    <a:pt x="32593" y="12482"/>
                    <a:pt x="33309" y="13192"/>
                    <a:pt x="34333" y="13192"/>
                  </a:cubicBezTo>
                  <a:cubicBezTo>
                    <a:pt x="34422" y="13192"/>
                    <a:pt x="34514" y="13187"/>
                    <a:pt x="34609" y="13175"/>
                  </a:cubicBezTo>
                  <a:cubicBezTo>
                    <a:pt x="34862" y="13143"/>
                    <a:pt x="37513" y="12020"/>
                    <a:pt x="37191" y="11755"/>
                  </a:cubicBezTo>
                  <a:lnTo>
                    <a:pt x="37191" y="11755"/>
                  </a:lnTo>
                  <a:cubicBezTo>
                    <a:pt x="38060" y="12468"/>
                    <a:pt x="39201" y="12821"/>
                    <a:pt x="40332" y="12821"/>
                  </a:cubicBezTo>
                  <a:cubicBezTo>
                    <a:pt x="40424" y="12821"/>
                    <a:pt x="40515" y="12819"/>
                    <a:pt x="40607" y="12814"/>
                  </a:cubicBezTo>
                  <a:cubicBezTo>
                    <a:pt x="41227" y="12783"/>
                    <a:pt x="41842" y="12645"/>
                    <a:pt x="42413" y="12406"/>
                  </a:cubicBezTo>
                  <a:cubicBezTo>
                    <a:pt x="42566" y="12343"/>
                    <a:pt x="43787" y="11535"/>
                    <a:pt x="43800" y="11535"/>
                  </a:cubicBezTo>
                  <a:cubicBezTo>
                    <a:pt x="43800" y="11535"/>
                    <a:pt x="43800" y="11535"/>
                    <a:pt x="43800" y="11535"/>
                  </a:cubicBezTo>
                  <a:cubicBezTo>
                    <a:pt x="44365" y="11815"/>
                    <a:pt x="44991" y="11975"/>
                    <a:pt x="45622" y="12001"/>
                  </a:cubicBezTo>
                  <a:cubicBezTo>
                    <a:pt x="45672" y="12004"/>
                    <a:pt x="45723" y="12005"/>
                    <a:pt x="45774" y="12005"/>
                  </a:cubicBezTo>
                  <a:cubicBezTo>
                    <a:pt x="46297" y="12005"/>
                    <a:pt x="46840" y="11887"/>
                    <a:pt x="47212" y="11531"/>
                  </a:cubicBezTo>
                  <a:cubicBezTo>
                    <a:pt x="47664" y="11092"/>
                    <a:pt x="47754" y="10368"/>
                    <a:pt x="47524" y="9788"/>
                  </a:cubicBezTo>
                  <a:cubicBezTo>
                    <a:pt x="47293" y="9204"/>
                    <a:pt x="46793" y="8756"/>
                    <a:pt x="46230" y="8468"/>
                  </a:cubicBezTo>
                  <a:cubicBezTo>
                    <a:pt x="45848" y="8272"/>
                    <a:pt x="45406" y="8146"/>
                    <a:pt x="44979" y="8146"/>
                  </a:cubicBezTo>
                  <a:cubicBezTo>
                    <a:pt x="44644" y="8146"/>
                    <a:pt x="44317" y="8223"/>
                    <a:pt x="44035" y="8405"/>
                  </a:cubicBezTo>
                  <a:cubicBezTo>
                    <a:pt x="43544" y="7920"/>
                    <a:pt x="42848" y="7662"/>
                    <a:pt x="42155" y="7662"/>
                  </a:cubicBezTo>
                  <a:cubicBezTo>
                    <a:pt x="41743" y="7662"/>
                    <a:pt x="41332" y="7753"/>
                    <a:pt x="40967" y="7942"/>
                  </a:cubicBezTo>
                  <a:cubicBezTo>
                    <a:pt x="40742" y="7079"/>
                    <a:pt x="40511" y="6206"/>
                    <a:pt x="40087" y="5421"/>
                  </a:cubicBezTo>
                  <a:cubicBezTo>
                    <a:pt x="39661" y="4633"/>
                    <a:pt x="39014" y="3931"/>
                    <a:pt x="38171" y="3610"/>
                  </a:cubicBezTo>
                  <a:cubicBezTo>
                    <a:pt x="37771" y="3458"/>
                    <a:pt x="37346" y="3397"/>
                    <a:pt x="36916" y="3397"/>
                  </a:cubicBezTo>
                  <a:cubicBezTo>
                    <a:pt x="36578" y="3397"/>
                    <a:pt x="36238" y="3435"/>
                    <a:pt x="35906" y="3493"/>
                  </a:cubicBezTo>
                  <a:cubicBezTo>
                    <a:pt x="34861" y="3680"/>
                    <a:pt x="33729" y="4200"/>
                    <a:pt x="33430" y="5205"/>
                  </a:cubicBezTo>
                  <a:cubicBezTo>
                    <a:pt x="32603" y="4549"/>
                    <a:pt x="31667" y="3973"/>
                    <a:pt x="30619" y="3814"/>
                  </a:cubicBezTo>
                  <a:cubicBezTo>
                    <a:pt x="30450" y="3788"/>
                    <a:pt x="30278" y="3775"/>
                    <a:pt x="30105" y="3775"/>
                  </a:cubicBezTo>
                  <a:cubicBezTo>
                    <a:pt x="29205" y="3775"/>
                    <a:pt x="28295" y="4128"/>
                    <a:pt x="27788" y="4848"/>
                  </a:cubicBezTo>
                  <a:cubicBezTo>
                    <a:pt x="27273" y="4408"/>
                    <a:pt x="26670" y="4032"/>
                    <a:pt x="25996" y="3943"/>
                  </a:cubicBezTo>
                  <a:cubicBezTo>
                    <a:pt x="25913" y="3933"/>
                    <a:pt x="25829" y="3927"/>
                    <a:pt x="25745" y="3927"/>
                  </a:cubicBezTo>
                  <a:cubicBezTo>
                    <a:pt x="25142" y="3927"/>
                    <a:pt x="24525" y="4195"/>
                    <a:pt x="24239" y="4711"/>
                  </a:cubicBezTo>
                  <a:cubicBezTo>
                    <a:pt x="23759" y="4120"/>
                    <a:pt x="23002" y="3789"/>
                    <a:pt x="22243" y="3755"/>
                  </a:cubicBezTo>
                  <a:cubicBezTo>
                    <a:pt x="22221" y="3754"/>
                    <a:pt x="22200" y="3754"/>
                    <a:pt x="22179" y="3754"/>
                  </a:cubicBezTo>
                  <a:cubicBezTo>
                    <a:pt x="21801" y="3754"/>
                    <a:pt x="21487" y="3889"/>
                    <a:pt x="21125" y="3931"/>
                  </a:cubicBezTo>
                  <a:cubicBezTo>
                    <a:pt x="20970" y="3949"/>
                    <a:pt x="20876" y="3966"/>
                    <a:pt x="20812" y="3966"/>
                  </a:cubicBezTo>
                  <a:cubicBezTo>
                    <a:pt x="20667" y="3966"/>
                    <a:pt x="20682" y="3879"/>
                    <a:pt x="20517" y="3522"/>
                  </a:cubicBezTo>
                  <a:cubicBezTo>
                    <a:pt x="19891" y="2171"/>
                    <a:pt x="18685" y="1090"/>
                    <a:pt x="17167" y="841"/>
                  </a:cubicBezTo>
                  <a:cubicBezTo>
                    <a:pt x="16953" y="806"/>
                    <a:pt x="16734" y="788"/>
                    <a:pt x="16514" y="788"/>
                  </a:cubicBezTo>
                  <a:cubicBezTo>
                    <a:pt x="15729" y="788"/>
                    <a:pt x="14933" y="1015"/>
                    <a:pt x="14310" y="1482"/>
                  </a:cubicBezTo>
                  <a:cubicBezTo>
                    <a:pt x="13773" y="1884"/>
                    <a:pt x="12908" y="2912"/>
                    <a:pt x="13064" y="3657"/>
                  </a:cubicBezTo>
                  <a:cubicBezTo>
                    <a:pt x="12679" y="1821"/>
                    <a:pt x="11046" y="307"/>
                    <a:pt x="9164" y="41"/>
                  </a:cubicBezTo>
                  <a:cubicBezTo>
                    <a:pt x="8967" y="14"/>
                    <a:pt x="8767" y="0"/>
                    <a:pt x="856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3" name="Google Shape;643;p38"/>
          <p:cNvGrpSpPr/>
          <p:nvPr/>
        </p:nvGrpSpPr>
        <p:grpSpPr>
          <a:xfrm flipH="1">
            <a:off x="-97892" y="-633232"/>
            <a:ext cx="2397448" cy="1746190"/>
            <a:chOff x="-390075" y="-1053725"/>
            <a:chExt cx="1516125" cy="1104275"/>
          </a:xfrm>
        </p:grpSpPr>
        <p:sp>
          <p:nvSpPr>
            <p:cNvPr id="644" name="Google Shape;644;p38"/>
            <p:cNvSpPr/>
            <p:nvPr/>
          </p:nvSpPr>
          <p:spPr>
            <a:xfrm>
              <a:off x="-390075" y="-1053725"/>
              <a:ext cx="1514475" cy="1104275"/>
            </a:xfrm>
            <a:custGeom>
              <a:avLst/>
              <a:gdLst/>
              <a:ahLst/>
              <a:cxnLst/>
              <a:rect l="l" t="t" r="r" b="b"/>
              <a:pathLst>
                <a:path w="60579" h="44171" extrusionOk="0">
                  <a:moveTo>
                    <a:pt x="59573" y="1"/>
                  </a:moveTo>
                  <a:cubicBezTo>
                    <a:pt x="58295" y="1"/>
                    <a:pt x="57056" y="438"/>
                    <a:pt x="56015" y="1230"/>
                  </a:cubicBezTo>
                  <a:cubicBezTo>
                    <a:pt x="54702" y="2230"/>
                    <a:pt x="53832" y="3798"/>
                    <a:pt x="53676" y="5448"/>
                  </a:cubicBezTo>
                  <a:cubicBezTo>
                    <a:pt x="53253" y="5416"/>
                    <a:pt x="52812" y="5392"/>
                    <a:pt x="52371" y="5392"/>
                  </a:cubicBezTo>
                  <a:cubicBezTo>
                    <a:pt x="50891" y="5392"/>
                    <a:pt x="49405" y="5665"/>
                    <a:pt x="48573" y="6823"/>
                  </a:cubicBezTo>
                  <a:cubicBezTo>
                    <a:pt x="47432" y="3555"/>
                    <a:pt x="44387" y="1521"/>
                    <a:pt x="41022" y="1521"/>
                  </a:cubicBezTo>
                  <a:cubicBezTo>
                    <a:pt x="40632" y="1521"/>
                    <a:pt x="40239" y="1548"/>
                    <a:pt x="39843" y="1604"/>
                  </a:cubicBezTo>
                  <a:cubicBezTo>
                    <a:pt x="37572" y="1926"/>
                    <a:pt x="35461" y="3225"/>
                    <a:pt x="34043" y="4986"/>
                  </a:cubicBezTo>
                  <a:cubicBezTo>
                    <a:pt x="33057" y="6212"/>
                    <a:pt x="32357" y="7680"/>
                    <a:pt x="32169" y="9241"/>
                  </a:cubicBezTo>
                  <a:cubicBezTo>
                    <a:pt x="32020" y="10486"/>
                    <a:pt x="32011" y="11851"/>
                    <a:pt x="32890" y="12849"/>
                  </a:cubicBezTo>
                  <a:cubicBezTo>
                    <a:pt x="32523" y="13135"/>
                    <a:pt x="32222" y="13504"/>
                    <a:pt x="32018" y="13921"/>
                  </a:cubicBezTo>
                  <a:cubicBezTo>
                    <a:pt x="31404" y="13599"/>
                    <a:pt x="30715" y="13445"/>
                    <a:pt x="30022" y="13445"/>
                  </a:cubicBezTo>
                  <a:cubicBezTo>
                    <a:pt x="28894" y="13445"/>
                    <a:pt x="27755" y="13851"/>
                    <a:pt x="26909" y="14593"/>
                  </a:cubicBezTo>
                  <a:cubicBezTo>
                    <a:pt x="25449" y="15872"/>
                    <a:pt x="24836" y="18090"/>
                    <a:pt x="25467" y="19917"/>
                  </a:cubicBezTo>
                  <a:cubicBezTo>
                    <a:pt x="25594" y="20283"/>
                    <a:pt x="26074" y="21788"/>
                    <a:pt x="26473" y="21909"/>
                  </a:cubicBezTo>
                  <a:cubicBezTo>
                    <a:pt x="26367" y="21877"/>
                    <a:pt x="26258" y="21862"/>
                    <a:pt x="26149" y="21862"/>
                  </a:cubicBezTo>
                  <a:cubicBezTo>
                    <a:pt x="25756" y="21862"/>
                    <a:pt x="25360" y="22056"/>
                    <a:pt x="25071" y="22331"/>
                  </a:cubicBezTo>
                  <a:cubicBezTo>
                    <a:pt x="24704" y="22685"/>
                    <a:pt x="24476" y="23150"/>
                    <a:pt x="24254" y="23607"/>
                  </a:cubicBezTo>
                  <a:cubicBezTo>
                    <a:pt x="23740" y="23198"/>
                    <a:pt x="23211" y="22779"/>
                    <a:pt x="22586" y="22565"/>
                  </a:cubicBezTo>
                  <a:cubicBezTo>
                    <a:pt x="22235" y="22445"/>
                    <a:pt x="21896" y="22390"/>
                    <a:pt x="21572" y="22390"/>
                  </a:cubicBezTo>
                  <a:cubicBezTo>
                    <a:pt x="19026" y="22390"/>
                    <a:pt x="17380" y="25817"/>
                    <a:pt x="17839" y="28099"/>
                  </a:cubicBezTo>
                  <a:cubicBezTo>
                    <a:pt x="17627" y="28027"/>
                    <a:pt x="17403" y="27992"/>
                    <a:pt x="17179" y="27992"/>
                  </a:cubicBezTo>
                  <a:cubicBezTo>
                    <a:pt x="16695" y="27992"/>
                    <a:pt x="16210" y="28155"/>
                    <a:pt x="15835" y="28462"/>
                  </a:cubicBezTo>
                  <a:cubicBezTo>
                    <a:pt x="15285" y="28909"/>
                    <a:pt x="14990" y="29651"/>
                    <a:pt x="15080" y="30354"/>
                  </a:cubicBezTo>
                  <a:cubicBezTo>
                    <a:pt x="14977" y="30183"/>
                    <a:pt x="14776" y="30098"/>
                    <a:pt x="14574" y="30098"/>
                  </a:cubicBezTo>
                  <a:cubicBezTo>
                    <a:pt x="14500" y="30098"/>
                    <a:pt x="14426" y="30109"/>
                    <a:pt x="14357" y="30132"/>
                  </a:cubicBezTo>
                  <a:cubicBezTo>
                    <a:pt x="14099" y="30215"/>
                    <a:pt x="13899" y="30420"/>
                    <a:pt x="13740" y="30642"/>
                  </a:cubicBezTo>
                  <a:cubicBezTo>
                    <a:pt x="12447" y="32443"/>
                    <a:pt x="13872" y="33512"/>
                    <a:pt x="14373" y="35140"/>
                  </a:cubicBezTo>
                  <a:cubicBezTo>
                    <a:pt x="13465" y="35255"/>
                    <a:pt x="12543" y="35375"/>
                    <a:pt x="11695" y="35719"/>
                  </a:cubicBezTo>
                  <a:cubicBezTo>
                    <a:pt x="10849" y="36066"/>
                    <a:pt x="10069" y="36668"/>
                    <a:pt x="9720" y="37504"/>
                  </a:cubicBezTo>
                  <a:cubicBezTo>
                    <a:pt x="8727" y="36783"/>
                    <a:pt x="7500" y="36435"/>
                    <a:pt x="6273" y="36435"/>
                  </a:cubicBezTo>
                  <a:cubicBezTo>
                    <a:pt x="5738" y="36435"/>
                    <a:pt x="5203" y="36501"/>
                    <a:pt x="4687" y="36631"/>
                  </a:cubicBezTo>
                  <a:cubicBezTo>
                    <a:pt x="3936" y="36821"/>
                    <a:pt x="2875" y="37188"/>
                    <a:pt x="2355" y="37792"/>
                  </a:cubicBezTo>
                  <a:cubicBezTo>
                    <a:pt x="1777" y="38464"/>
                    <a:pt x="2185" y="39334"/>
                    <a:pt x="2580" y="40082"/>
                  </a:cubicBezTo>
                  <a:cubicBezTo>
                    <a:pt x="2449" y="40001"/>
                    <a:pt x="2305" y="39965"/>
                    <a:pt x="2159" y="39965"/>
                  </a:cubicBezTo>
                  <a:cubicBezTo>
                    <a:pt x="1744" y="39965"/>
                    <a:pt x="1311" y="40255"/>
                    <a:pt x="1108" y="40643"/>
                  </a:cubicBezTo>
                  <a:cubicBezTo>
                    <a:pt x="836" y="41168"/>
                    <a:pt x="871" y="41795"/>
                    <a:pt x="928" y="42384"/>
                  </a:cubicBezTo>
                  <a:cubicBezTo>
                    <a:pt x="511" y="42388"/>
                    <a:pt x="126" y="42745"/>
                    <a:pt x="88" y="43166"/>
                  </a:cubicBezTo>
                  <a:cubicBezTo>
                    <a:pt x="1" y="44106"/>
                    <a:pt x="987" y="44162"/>
                    <a:pt x="1624" y="44169"/>
                  </a:cubicBezTo>
                  <a:cubicBezTo>
                    <a:pt x="1665" y="44170"/>
                    <a:pt x="1705" y="44170"/>
                    <a:pt x="1746" y="44170"/>
                  </a:cubicBezTo>
                  <a:cubicBezTo>
                    <a:pt x="2906" y="44170"/>
                    <a:pt x="4136" y="43965"/>
                    <a:pt x="4849" y="42913"/>
                  </a:cubicBezTo>
                  <a:cubicBezTo>
                    <a:pt x="6472" y="43457"/>
                    <a:pt x="8638" y="43663"/>
                    <a:pt x="10371" y="43696"/>
                  </a:cubicBezTo>
                  <a:cubicBezTo>
                    <a:pt x="10468" y="43697"/>
                    <a:pt x="10566" y="43698"/>
                    <a:pt x="10664" y="43698"/>
                  </a:cubicBezTo>
                  <a:cubicBezTo>
                    <a:pt x="12076" y="43698"/>
                    <a:pt x="13601" y="43487"/>
                    <a:pt x="14491" y="42410"/>
                  </a:cubicBezTo>
                  <a:cubicBezTo>
                    <a:pt x="14910" y="43067"/>
                    <a:pt x="15717" y="43304"/>
                    <a:pt x="16517" y="43304"/>
                  </a:cubicBezTo>
                  <a:cubicBezTo>
                    <a:pt x="16726" y="43304"/>
                    <a:pt x="16935" y="43288"/>
                    <a:pt x="17136" y="43258"/>
                  </a:cubicBezTo>
                  <a:cubicBezTo>
                    <a:pt x="17971" y="43136"/>
                    <a:pt x="18799" y="42856"/>
                    <a:pt x="19632" y="42856"/>
                  </a:cubicBezTo>
                  <a:cubicBezTo>
                    <a:pt x="19768" y="42856"/>
                    <a:pt x="19904" y="42864"/>
                    <a:pt x="20040" y="42880"/>
                  </a:cubicBezTo>
                  <a:cubicBezTo>
                    <a:pt x="20467" y="42933"/>
                    <a:pt x="20890" y="43078"/>
                    <a:pt x="21319" y="43078"/>
                  </a:cubicBezTo>
                  <a:cubicBezTo>
                    <a:pt x="21352" y="43078"/>
                    <a:pt x="21385" y="43078"/>
                    <a:pt x="21418" y="43076"/>
                  </a:cubicBezTo>
                  <a:cubicBezTo>
                    <a:pt x="22870" y="42997"/>
                    <a:pt x="23593" y="41213"/>
                    <a:pt x="23544" y="39750"/>
                  </a:cubicBezTo>
                  <a:lnTo>
                    <a:pt x="23544" y="39750"/>
                  </a:lnTo>
                  <a:cubicBezTo>
                    <a:pt x="23744" y="39792"/>
                    <a:pt x="23946" y="39812"/>
                    <a:pt x="24147" y="39812"/>
                  </a:cubicBezTo>
                  <a:cubicBezTo>
                    <a:pt x="25920" y="39812"/>
                    <a:pt x="27636" y="38259"/>
                    <a:pt x="27675" y="36446"/>
                  </a:cubicBezTo>
                  <a:cubicBezTo>
                    <a:pt x="28057" y="36586"/>
                    <a:pt x="28461" y="36653"/>
                    <a:pt x="28866" y="36653"/>
                  </a:cubicBezTo>
                  <a:cubicBezTo>
                    <a:pt x="29743" y="36653"/>
                    <a:pt x="30621" y="36336"/>
                    <a:pt x="31275" y="35746"/>
                  </a:cubicBezTo>
                  <a:cubicBezTo>
                    <a:pt x="31470" y="36963"/>
                    <a:pt x="32624" y="37796"/>
                    <a:pt x="33782" y="38198"/>
                  </a:cubicBezTo>
                  <a:cubicBezTo>
                    <a:pt x="34550" y="38466"/>
                    <a:pt x="35359" y="38595"/>
                    <a:pt x="36170" y="38595"/>
                  </a:cubicBezTo>
                  <a:cubicBezTo>
                    <a:pt x="38287" y="38595"/>
                    <a:pt x="40414" y="37716"/>
                    <a:pt x="41845" y="36139"/>
                  </a:cubicBezTo>
                  <a:cubicBezTo>
                    <a:pt x="43068" y="35954"/>
                    <a:pt x="44265" y="35592"/>
                    <a:pt x="45390" y="35071"/>
                  </a:cubicBezTo>
                  <a:cubicBezTo>
                    <a:pt x="46292" y="34651"/>
                    <a:pt x="47275" y="33880"/>
                    <a:pt x="47114" y="32892"/>
                  </a:cubicBezTo>
                  <a:lnTo>
                    <a:pt x="47114" y="32892"/>
                  </a:lnTo>
                  <a:cubicBezTo>
                    <a:pt x="48037" y="33944"/>
                    <a:pt x="49434" y="34491"/>
                    <a:pt x="50825" y="34491"/>
                  </a:cubicBezTo>
                  <a:cubicBezTo>
                    <a:pt x="51907" y="34491"/>
                    <a:pt x="52986" y="34159"/>
                    <a:pt x="53833" y="33476"/>
                  </a:cubicBezTo>
                  <a:cubicBezTo>
                    <a:pt x="54773" y="34494"/>
                    <a:pt x="56092" y="35018"/>
                    <a:pt x="57408" y="35018"/>
                  </a:cubicBezTo>
                  <a:cubicBezTo>
                    <a:pt x="58550" y="35018"/>
                    <a:pt x="59690" y="34623"/>
                    <a:pt x="60577" y="33813"/>
                  </a:cubicBezTo>
                  <a:lnTo>
                    <a:pt x="60579" y="92"/>
                  </a:lnTo>
                  <a:cubicBezTo>
                    <a:pt x="60243" y="30"/>
                    <a:pt x="59906" y="1"/>
                    <a:pt x="595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8"/>
            <p:cNvSpPr/>
            <p:nvPr/>
          </p:nvSpPr>
          <p:spPr>
            <a:xfrm>
              <a:off x="-54850" y="-958750"/>
              <a:ext cx="1180900" cy="914075"/>
            </a:xfrm>
            <a:custGeom>
              <a:avLst/>
              <a:gdLst/>
              <a:ahLst/>
              <a:cxnLst/>
              <a:rect l="l" t="t" r="r" b="b"/>
              <a:pathLst>
                <a:path w="47236" h="36563" extrusionOk="0">
                  <a:moveTo>
                    <a:pt x="27799" y="1"/>
                  </a:moveTo>
                  <a:cubicBezTo>
                    <a:pt x="25737" y="1"/>
                    <a:pt x="23667" y="863"/>
                    <a:pt x="22306" y="2398"/>
                  </a:cubicBezTo>
                  <a:cubicBezTo>
                    <a:pt x="20442" y="4501"/>
                    <a:pt x="20025" y="7740"/>
                    <a:pt x="21298" y="10236"/>
                  </a:cubicBezTo>
                  <a:cubicBezTo>
                    <a:pt x="20655" y="10312"/>
                    <a:pt x="20077" y="10777"/>
                    <a:pt x="19872" y="11383"/>
                  </a:cubicBezTo>
                  <a:cubicBezTo>
                    <a:pt x="19466" y="11273"/>
                    <a:pt x="19048" y="11221"/>
                    <a:pt x="18630" y="11221"/>
                  </a:cubicBezTo>
                  <a:cubicBezTo>
                    <a:pt x="17007" y="11221"/>
                    <a:pt x="15378" y="12011"/>
                    <a:pt x="14455" y="13335"/>
                  </a:cubicBezTo>
                  <a:cubicBezTo>
                    <a:pt x="13291" y="15001"/>
                    <a:pt x="13330" y="17392"/>
                    <a:pt x="14542" y="19022"/>
                  </a:cubicBezTo>
                  <a:cubicBezTo>
                    <a:pt x="14504" y="19021"/>
                    <a:pt x="14467" y="19020"/>
                    <a:pt x="14430" y="19020"/>
                  </a:cubicBezTo>
                  <a:cubicBezTo>
                    <a:pt x="12573" y="19020"/>
                    <a:pt x="10840" y="20592"/>
                    <a:pt x="10709" y="22425"/>
                  </a:cubicBezTo>
                  <a:cubicBezTo>
                    <a:pt x="10377" y="21470"/>
                    <a:pt x="9357" y="20827"/>
                    <a:pt x="8345" y="20827"/>
                  </a:cubicBezTo>
                  <a:cubicBezTo>
                    <a:pt x="8091" y="20827"/>
                    <a:pt x="7836" y="20868"/>
                    <a:pt x="7594" y="20955"/>
                  </a:cubicBezTo>
                  <a:cubicBezTo>
                    <a:pt x="7068" y="21145"/>
                    <a:pt x="6641" y="21537"/>
                    <a:pt x="6365" y="22011"/>
                  </a:cubicBezTo>
                  <a:cubicBezTo>
                    <a:pt x="6045" y="22562"/>
                    <a:pt x="6281" y="23246"/>
                    <a:pt x="6058" y="23711"/>
                  </a:cubicBezTo>
                  <a:cubicBezTo>
                    <a:pt x="5843" y="24158"/>
                    <a:pt x="4991" y="24208"/>
                    <a:pt x="4504" y="24463"/>
                  </a:cubicBezTo>
                  <a:cubicBezTo>
                    <a:pt x="3866" y="24799"/>
                    <a:pt x="3303" y="25277"/>
                    <a:pt x="2881" y="25859"/>
                  </a:cubicBezTo>
                  <a:cubicBezTo>
                    <a:pt x="2099" y="26934"/>
                    <a:pt x="1816" y="28348"/>
                    <a:pt x="2123" y="29636"/>
                  </a:cubicBezTo>
                  <a:cubicBezTo>
                    <a:pt x="999" y="29871"/>
                    <a:pt x="178" y="30964"/>
                    <a:pt x="89" y="32096"/>
                  </a:cubicBezTo>
                  <a:cubicBezTo>
                    <a:pt x="1" y="33227"/>
                    <a:pt x="549" y="34347"/>
                    <a:pt x="1370" y="35143"/>
                  </a:cubicBezTo>
                  <a:cubicBezTo>
                    <a:pt x="2285" y="36031"/>
                    <a:pt x="3559" y="36562"/>
                    <a:pt x="4840" y="36562"/>
                  </a:cubicBezTo>
                  <a:cubicBezTo>
                    <a:pt x="5012" y="36562"/>
                    <a:pt x="5184" y="36553"/>
                    <a:pt x="5356" y="36533"/>
                  </a:cubicBezTo>
                  <a:cubicBezTo>
                    <a:pt x="6804" y="36366"/>
                    <a:pt x="8159" y="35462"/>
                    <a:pt x="8793" y="34167"/>
                  </a:cubicBezTo>
                  <a:cubicBezTo>
                    <a:pt x="9186" y="34872"/>
                    <a:pt x="10031" y="35232"/>
                    <a:pt x="10854" y="35232"/>
                  </a:cubicBezTo>
                  <a:cubicBezTo>
                    <a:pt x="10958" y="35232"/>
                    <a:pt x="11062" y="35226"/>
                    <a:pt x="11164" y="35215"/>
                  </a:cubicBezTo>
                  <a:cubicBezTo>
                    <a:pt x="12627" y="35052"/>
                    <a:pt x="14284" y="34224"/>
                    <a:pt x="14317" y="32648"/>
                  </a:cubicBezTo>
                  <a:cubicBezTo>
                    <a:pt x="14698" y="32788"/>
                    <a:pt x="15103" y="32856"/>
                    <a:pt x="15508" y="32856"/>
                  </a:cubicBezTo>
                  <a:cubicBezTo>
                    <a:pt x="16385" y="32856"/>
                    <a:pt x="17264" y="32538"/>
                    <a:pt x="17918" y="31948"/>
                  </a:cubicBezTo>
                  <a:cubicBezTo>
                    <a:pt x="18112" y="33167"/>
                    <a:pt x="19267" y="33999"/>
                    <a:pt x="20424" y="34401"/>
                  </a:cubicBezTo>
                  <a:cubicBezTo>
                    <a:pt x="21192" y="34669"/>
                    <a:pt x="22002" y="34797"/>
                    <a:pt x="22813" y="34797"/>
                  </a:cubicBezTo>
                  <a:cubicBezTo>
                    <a:pt x="24929" y="34797"/>
                    <a:pt x="27056" y="33919"/>
                    <a:pt x="28488" y="32342"/>
                  </a:cubicBezTo>
                  <a:cubicBezTo>
                    <a:pt x="29711" y="32156"/>
                    <a:pt x="30907" y="31796"/>
                    <a:pt x="32031" y="31273"/>
                  </a:cubicBezTo>
                  <a:cubicBezTo>
                    <a:pt x="32934" y="30855"/>
                    <a:pt x="33916" y="30083"/>
                    <a:pt x="33756" y="29095"/>
                  </a:cubicBezTo>
                  <a:lnTo>
                    <a:pt x="33756" y="29095"/>
                  </a:lnTo>
                  <a:cubicBezTo>
                    <a:pt x="34679" y="30147"/>
                    <a:pt x="36076" y="30695"/>
                    <a:pt x="37466" y="30695"/>
                  </a:cubicBezTo>
                  <a:cubicBezTo>
                    <a:pt x="38549" y="30695"/>
                    <a:pt x="39627" y="30362"/>
                    <a:pt x="40475" y="29678"/>
                  </a:cubicBezTo>
                  <a:cubicBezTo>
                    <a:pt x="41415" y="30695"/>
                    <a:pt x="42734" y="31220"/>
                    <a:pt x="44050" y="31220"/>
                  </a:cubicBezTo>
                  <a:cubicBezTo>
                    <a:pt x="45192" y="31220"/>
                    <a:pt x="46332" y="30825"/>
                    <a:pt x="47219" y="30014"/>
                  </a:cubicBezTo>
                  <a:lnTo>
                    <a:pt x="47236" y="308"/>
                  </a:lnTo>
                  <a:cubicBezTo>
                    <a:pt x="47058" y="286"/>
                    <a:pt x="46879" y="275"/>
                    <a:pt x="46697" y="275"/>
                  </a:cubicBezTo>
                  <a:cubicBezTo>
                    <a:pt x="45370" y="275"/>
                    <a:pt x="43975" y="861"/>
                    <a:pt x="43091" y="1803"/>
                  </a:cubicBezTo>
                  <a:cubicBezTo>
                    <a:pt x="42339" y="2604"/>
                    <a:pt x="41357" y="4335"/>
                    <a:pt x="41969" y="5477"/>
                  </a:cubicBezTo>
                  <a:cubicBezTo>
                    <a:pt x="41364" y="4350"/>
                    <a:pt x="40119" y="3827"/>
                    <a:pt x="38875" y="3827"/>
                  </a:cubicBezTo>
                  <a:cubicBezTo>
                    <a:pt x="38416" y="3827"/>
                    <a:pt x="37957" y="3899"/>
                    <a:pt x="37530" y="4037"/>
                  </a:cubicBezTo>
                  <a:cubicBezTo>
                    <a:pt x="36401" y="4404"/>
                    <a:pt x="34798" y="5305"/>
                    <a:pt x="34874" y="6669"/>
                  </a:cubicBezTo>
                  <a:cubicBezTo>
                    <a:pt x="34719" y="3881"/>
                    <a:pt x="32726" y="1275"/>
                    <a:pt x="30048" y="365"/>
                  </a:cubicBezTo>
                  <a:cubicBezTo>
                    <a:pt x="29324" y="119"/>
                    <a:pt x="28562" y="1"/>
                    <a:pt x="27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6" name="Google Shape;646;p38"/>
          <p:cNvGrpSpPr/>
          <p:nvPr/>
        </p:nvGrpSpPr>
        <p:grpSpPr>
          <a:xfrm>
            <a:off x="3047087" y="-15274"/>
            <a:ext cx="2841961" cy="957144"/>
            <a:chOff x="744050" y="-1549100"/>
            <a:chExt cx="1014950" cy="341825"/>
          </a:xfrm>
        </p:grpSpPr>
        <p:sp>
          <p:nvSpPr>
            <p:cNvPr id="647" name="Google Shape;647;p38"/>
            <p:cNvSpPr/>
            <p:nvPr/>
          </p:nvSpPr>
          <p:spPr>
            <a:xfrm>
              <a:off x="746100" y="-1549100"/>
              <a:ext cx="1012900" cy="341700"/>
            </a:xfrm>
            <a:custGeom>
              <a:avLst/>
              <a:gdLst/>
              <a:ahLst/>
              <a:cxnLst/>
              <a:rect l="l" t="t" r="r" b="b"/>
              <a:pathLst>
                <a:path w="40516" h="13668" extrusionOk="0">
                  <a:moveTo>
                    <a:pt x="10959" y="1"/>
                  </a:moveTo>
                  <a:cubicBezTo>
                    <a:pt x="8739" y="1"/>
                    <a:pt x="6307" y="1140"/>
                    <a:pt x="5018" y="2683"/>
                  </a:cubicBezTo>
                  <a:cubicBezTo>
                    <a:pt x="4049" y="3842"/>
                    <a:pt x="3268" y="5504"/>
                    <a:pt x="3112" y="7009"/>
                  </a:cubicBezTo>
                  <a:cubicBezTo>
                    <a:pt x="2019" y="7179"/>
                    <a:pt x="984" y="7845"/>
                    <a:pt x="492" y="8835"/>
                  </a:cubicBezTo>
                  <a:cubicBezTo>
                    <a:pt x="0" y="9823"/>
                    <a:pt x="126" y="11122"/>
                    <a:pt x="889" y="11922"/>
                  </a:cubicBezTo>
                  <a:cubicBezTo>
                    <a:pt x="1543" y="12605"/>
                    <a:pt x="2603" y="12849"/>
                    <a:pt x="3671" y="12849"/>
                  </a:cubicBezTo>
                  <a:cubicBezTo>
                    <a:pt x="4552" y="12849"/>
                    <a:pt x="5439" y="12683"/>
                    <a:pt x="6108" y="12458"/>
                  </a:cubicBezTo>
                  <a:cubicBezTo>
                    <a:pt x="6414" y="12358"/>
                    <a:pt x="6721" y="12234"/>
                    <a:pt x="7042" y="12234"/>
                  </a:cubicBezTo>
                  <a:cubicBezTo>
                    <a:pt x="7045" y="12234"/>
                    <a:pt x="7049" y="12234"/>
                    <a:pt x="7052" y="12234"/>
                  </a:cubicBezTo>
                  <a:cubicBezTo>
                    <a:pt x="7453" y="12239"/>
                    <a:pt x="7818" y="12440"/>
                    <a:pt x="8189" y="12591"/>
                  </a:cubicBezTo>
                  <a:cubicBezTo>
                    <a:pt x="8908" y="12883"/>
                    <a:pt x="9676" y="12994"/>
                    <a:pt x="10453" y="12994"/>
                  </a:cubicBezTo>
                  <a:cubicBezTo>
                    <a:pt x="11170" y="12994"/>
                    <a:pt x="11895" y="12900"/>
                    <a:pt x="12597" y="12766"/>
                  </a:cubicBezTo>
                  <a:cubicBezTo>
                    <a:pt x="13009" y="12688"/>
                    <a:pt x="13487" y="12547"/>
                    <a:pt x="13985" y="12405"/>
                  </a:cubicBezTo>
                  <a:cubicBezTo>
                    <a:pt x="14741" y="12189"/>
                    <a:pt x="15548" y="11970"/>
                    <a:pt x="16249" y="11970"/>
                  </a:cubicBezTo>
                  <a:cubicBezTo>
                    <a:pt x="16431" y="11970"/>
                    <a:pt x="16607" y="11985"/>
                    <a:pt x="16772" y="12018"/>
                  </a:cubicBezTo>
                  <a:cubicBezTo>
                    <a:pt x="17655" y="12196"/>
                    <a:pt x="18584" y="12946"/>
                    <a:pt x="19511" y="13199"/>
                  </a:cubicBezTo>
                  <a:cubicBezTo>
                    <a:pt x="20586" y="13491"/>
                    <a:pt x="21754" y="13667"/>
                    <a:pt x="22915" y="13667"/>
                  </a:cubicBezTo>
                  <a:cubicBezTo>
                    <a:pt x="23972" y="13667"/>
                    <a:pt x="25023" y="13521"/>
                    <a:pt x="25993" y="13185"/>
                  </a:cubicBezTo>
                  <a:cubicBezTo>
                    <a:pt x="26414" y="13039"/>
                    <a:pt x="26822" y="12852"/>
                    <a:pt x="27258" y="12759"/>
                  </a:cubicBezTo>
                  <a:cubicBezTo>
                    <a:pt x="27985" y="12605"/>
                    <a:pt x="28714" y="12569"/>
                    <a:pt x="29445" y="12569"/>
                  </a:cubicBezTo>
                  <a:cubicBezTo>
                    <a:pt x="30076" y="12569"/>
                    <a:pt x="30707" y="12595"/>
                    <a:pt x="31338" y="12595"/>
                  </a:cubicBezTo>
                  <a:cubicBezTo>
                    <a:pt x="31778" y="12595"/>
                    <a:pt x="32218" y="12582"/>
                    <a:pt x="32658" y="12539"/>
                  </a:cubicBezTo>
                  <a:cubicBezTo>
                    <a:pt x="33006" y="12503"/>
                    <a:pt x="33329" y="12489"/>
                    <a:pt x="33640" y="12489"/>
                  </a:cubicBezTo>
                  <a:cubicBezTo>
                    <a:pt x="34610" y="12489"/>
                    <a:pt x="35455" y="12627"/>
                    <a:pt x="36556" y="12695"/>
                  </a:cubicBezTo>
                  <a:cubicBezTo>
                    <a:pt x="36874" y="12713"/>
                    <a:pt x="37259" y="12733"/>
                    <a:pt x="37659" y="12733"/>
                  </a:cubicBezTo>
                  <a:cubicBezTo>
                    <a:pt x="38373" y="12733"/>
                    <a:pt x="39135" y="12670"/>
                    <a:pt x="39658" y="12422"/>
                  </a:cubicBezTo>
                  <a:cubicBezTo>
                    <a:pt x="40129" y="12198"/>
                    <a:pt x="40515" y="11723"/>
                    <a:pt x="40483" y="11203"/>
                  </a:cubicBezTo>
                  <a:cubicBezTo>
                    <a:pt x="40469" y="10960"/>
                    <a:pt x="40366" y="10730"/>
                    <a:pt x="40244" y="10519"/>
                  </a:cubicBezTo>
                  <a:cubicBezTo>
                    <a:pt x="39944" y="10011"/>
                    <a:pt x="39492" y="9576"/>
                    <a:pt x="38932" y="9391"/>
                  </a:cubicBezTo>
                  <a:cubicBezTo>
                    <a:pt x="38752" y="9331"/>
                    <a:pt x="38560" y="9300"/>
                    <a:pt x="38369" y="9300"/>
                  </a:cubicBezTo>
                  <a:cubicBezTo>
                    <a:pt x="37969" y="9300"/>
                    <a:pt x="37571" y="9435"/>
                    <a:pt x="37284" y="9711"/>
                  </a:cubicBezTo>
                  <a:cubicBezTo>
                    <a:pt x="37368" y="8463"/>
                    <a:pt x="36023" y="7363"/>
                    <a:pt x="34842" y="7363"/>
                  </a:cubicBezTo>
                  <a:cubicBezTo>
                    <a:pt x="34804" y="7363"/>
                    <a:pt x="34766" y="7364"/>
                    <a:pt x="34728" y="7366"/>
                  </a:cubicBezTo>
                  <a:cubicBezTo>
                    <a:pt x="33642" y="7432"/>
                    <a:pt x="32662" y="8333"/>
                    <a:pt x="32507" y="9413"/>
                  </a:cubicBezTo>
                  <a:cubicBezTo>
                    <a:pt x="32118" y="8923"/>
                    <a:pt x="31619" y="8490"/>
                    <a:pt x="31015" y="8329"/>
                  </a:cubicBezTo>
                  <a:cubicBezTo>
                    <a:pt x="30869" y="8290"/>
                    <a:pt x="30716" y="8270"/>
                    <a:pt x="30564" y="8270"/>
                  </a:cubicBezTo>
                  <a:cubicBezTo>
                    <a:pt x="30083" y="8270"/>
                    <a:pt x="29603" y="8465"/>
                    <a:pt x="29335" y="8857"/>
                  </a:cubicBezTo>
                  <a:cubicBezTo>
                    <a:pt x="29259" y="7601"/>
                    <a:pt x="28521" y="6386"/>
                    <a:pt x="27572" y="5588"/>
                  </a:cubicBezTo>
                  <a:cubicBezTo>
                    <a:pt x="27003" y="5110"/>
                    <a:pt x="26302" y="4783"/>
                    <a:pt x="25561" y="4693"/>
                  </a:cubicBezTo>
                  <a:cubicBezTo>
                    <a:pt x="25419" y="4676"/>
                    <a:pt x="25277" y="4667"/>
                    <a:pt x="25135" y="4667"/>
                  </a:cubicBezTo>
                  <a:cubicBezTo>
                    <a:pt x="23673" y="4667"/>
                    <a:pt x="22228" y="5549"/>
                    <a:pt x="21597" y="6875"/>
                  </a:cubicBezTo>
                  <a:cubicBezTo>
                    <a:pt x="21050" y="5854"/>
                    <a:pt x="19954" y="5241"/>
                    <a:pt x="18923" y="5241"/>
                  </a:cubicBezTo>
                  <a:cubicBezTo>
                    <a:pt x="17982" y="5241"/>
                    <a:pt x="17096" y="5751"/>
                    <a:pt x="16727" y="6925"/>
                  </a:cubicBezTo>
                  <a:cubicBezTo>
                    <a:pt x="17445" y="4641"/>
                    <a:pt x="15224" y="1533"/>
                    <a:pt x="13332" y="539"/>
                  </a:cubicBezTo>
                  <a:cubicBezTo>
                    <a:pt x="12622" y="166"/>
                    <a:pt x="11806" y="1"/>
                    <a:pt x="109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8"/>
            <p:cNvSpPr/>
            <p:nvPr/>
          </p:nvSpPr>
          <p:spPr>
            <a:xfrm>
              <a:off x="744050" y="-1459525"/>
              <a:ext cx="982125" cy="252250"/>
            </a:xfrm>
            <a:custGeom>
              <a:avLst/>
              <a:gdLst/>
              <a:ahLst/>
              <a:cxnLst/>
              <a:rect l="l" t="t" r="r" b="b"/>
              <a:pathLst>
                <a:path w="39285" h="10090" extrusionOk="0">
                  <a:moveTo>
                    <a:pt x="9924" y="1"/>
                  </a:moveTo>
                  <a:cubicBezTo>
                    <a:pt x="9547" y="1"/>
                    <a:pt x="9171" y="31"/>
                    <a:pt x="8800" y="92"/>
                  </a:cubicBezTo>
                  <a:cubicBezTo>
                    <a:pt x="6167" y="525"/>
                    <a:pt x="4582" y="2600"/>
                    <a:pt x="4488" y="5215"/>
                  </a:cubicBezTo>
                  <a:cubicBezTo>
                    <a:pt x="4082" y="4795"/>
                    <a:pt x="3549" y="4607"/>
                    <a:pt x="3009" y="4607"/>
                  </a:cubicBezTo>
                  <a:cubicBezTo>
                    <a:pt x="2379" y="4607"/>
                    <a:pt x="1739" y="4863"/>
                    <a:pt x="1276" y="5305"/>
                  </a:cubicBezTo>
                  <a:cubicBezTo>
                    <a:pt x="1" y="6521"/>
                    <a:pt x="476" y="8358"/>
                    <a:pt x="2022" y="8979"/>
                  </a:cubicBezTo>
                  <a:cubicBezTo>
                    <a:pt x="2577" y="9203"/>
                    <a:pt x="3196" y="9297"/>
                    <a:pt x="3824" y="9297"/>
                  </a:cubicBezTo>
                  <a:cubicBezTo>
                    <a:pt x="4661" y="9297"/>
                    <a:pt x="5514" y="9130"/>
                    <a:pt x="6254" y="8882"/>
                  </a:cubicBezTo>
                  <a:cubicBezTo>
                    <a:pt x="6560" y="8782"/>
                    <a:pt x="6867" y="8658"/>
                    <a:pt x="7190" y="8658"/>
                  </a:cubicBezTo>
                  <a:cubicBezTo>
                    <a:pt x="7193" y="8658"/>
                    <a:pt x="7197" y="8658"/>
                    <a:pt x="7200" y="8658"/>
                  </a:cubicBezTo>
                  <a:cubicBezTo>
                    <a:pt x="7601" y="8663"/>
                    <a:pt x="7966" y="8864"/>
                    <a:pt x="8336" y="9015"/>
                  </a:cubicBezTo>
                  <a:cubicBezTo>
                    <a:pt x="9055" y="9307"/>
                    <a:pt x="9823" y="9418"/>
                    <a:pt x="10600" y="9418"/>
                  </a:cubicBezTo>
                  <a:cubicBezTo>
                    <a:pt x="11317" y="9418"/>
                    <a:pt x="12042" y="9324"/>
                    <a:pt x="12745" y="9190"/>
                  </a:cubicBezTo>
                  <a:cubicBezTo>
                    <a:pt x="13156" y="9112"/>
                    <a:pt x="13634" y="8971"/>
                    <a:pt x="14131" y="8829"/>
                  </a:cubicBezTo>
                  <a:cubicBezTo>
                    <a:pt x="14891" y="8612"/>
                    <a:pt x="15699" y="8393"/>
                    <a:pt x="16403" y="8393"/>
                  </a:cubicBezTo>
                  <a:cubicBezTo>
                    <a:pt x="16583" y="8393"/>
                    <a:pt x="16756" y="8407"/>
                    <a:pt x="16920" y="8440"/>
                  </a:cubicBezTo>
                  <a:cubicBezTo>
                    <a:pt x="17801" y="8617"/>
                    <a:pt x="18730" y="9367"/>
                    <a:pt x="19658" y="9620"/>
                  </a:cubicBezTo>
                  <a:cubicBezTo>
                    <a:pt x="20732" y="9913"/>
                    <a:pt x="21900" y="10089"/>
                    <a:pt x="23061" y="10089"/>
                  </a:cubicBezTo>
                  <a:cubicBezTo>
                    <a:pt x="24119" y="10089"/>
                    <a:pt x="25171" y="9943"/>
                    <a:pt x="26141" y="9606"/>
                  </a:cubicBezTo>
                  <a:cubicBezTo>
                    <a:pt x="26562" y="9460"/>
                    <a:pt x="26970" y="9275"/>
                    <a:pt x="27406" y="9182"/>
                  </a:cubicBezTo>
                  <a:cubicBezTo>
                    <a:pt x="28132" y="9027"/>
                    <a:pt x="28862" y="8991"/>
                    <a:pt x="29593" y="8991"/>
                  </a:cubicBezTo>
                  <a:cubicBezTo>
                    <a:pt x="30222" y="8991"/>
                    <a:pt x="30851" y="9017"/>
                    <a:pt x="31481" y="9017"/>
                  </a:cubicBezTo>
                  <a:cubicBezTo>
                    <a:pt x="31922" y="9017"/>
                    <a:pt x="32364" y="9004"/>
                    <a:pt x="32804" y="8960"/>
                  </a:cubicBezTo>
                  <a:cubicBezTo>
                    <a:pt x="33151" y="8925"/>
                    <a:pt x="33472" y="8911"/>
                    <a:pt x="33781" y="8911"/>
                  </a:cubicBezTo>
                  <a:cubicBezTo>
                    <a:pt x="34754" y="8911"/>
                    <a:pt x="35600" y="9050"/>
                    <a:pt x="36704" y="9116"/>
                  </a:cubicBezTo>
                  <a:cubicBezTo>
                    <a:pt x="37004" y="9134"/>
                    <a:pt x="37469" y="9212"/>
                    <a:pt x="37904" y="9212"/>
                  </a:cubicBezTo>
                  <a:cubicBezTo>
                    <a:pt x="38265" y="9212"/>
                    <a:pt x="38605" y="9159"/>
                    <a:pt x="38812" y="8972"/>
                  </a:cubicBezTo>
                  <a:cubicBezTo>
                    <a:pt x="39284" y="8547"/>
                    <a:pt x="39103" y="7640"/>
                    <a:pt x="38587" y="7326"/>
                  </a:cubicBezTo>
                  <a:cubicBezTo>
                    <a:pt x="38374" y="7197"/>
                    <a:pt x="38131" y="7141"/>
                    <a:pt x="37883" y="7141"/>
                  </a:cubicBezTo>
                  <a:cubicBezTo>
                    <a:pt x="37571" y="7141"/>
                    <a:pt x="37251" y="7230"/>
                    <a:pt x="36971" y="7371"/>
                  </a:cubicBezTo>
                  <a:cubicBezTo>
                    <a:pt x="36814" y="6381"/>
                    <a:pt x="35826" y="5635"/>
                    <a:pt x="34825" y="5635"/>
                  </a:cubicBezTo>
                  <a:cubicBezTo>
                    <a:pt x="34810" y="5635"/>
                    <a:pt x="34796" y="5635"/>
                    <a:pt x="34781" y="5636"/>
                  </a:cubicBezTo>
                  <a:cubicBezTo>
                    <a:pt x="33766" y="5658"/>
                    <a:pt x="32833" y="6374"/>
                    <a:pt x="32426" y="7307"/>
                  </a:cubicBezTo>
                  <a:cubicBezTo>
                    <a:pt x="32145" y="6699"/>
                    <a:pt x="31485" y="6290"/>
                    <a:pt x="30818" y="6290"/>
                  </a:cubicBezTo>
                  <a:cubicBezTo>
                    <a:pt x="30770" y="6290"/>
                    <a:pt x="30722" y="6292"/>
                    <a:pt x="30674" y="6296"/>
                  </a:cubicBezTo>
                  <a:cubicBezTo>
                    <a:pt x="29957" y="6364"/>
                    <a:pt x="29312" y="6913"/>
                    <a:pt x="29132" y="7609"/>
                  </a:cubicBezTo>
                  <a:cubicBezTo>
                    <a:pt x="28799" y="5803"/>
                    <a:pt x="27848" y="4379"/>
                    <a:pt x="25955" y="4009"/>
                  </a:cubicBezTo>
                  <a:cubicBezTo>
                    <a:pt x="25694" y="3958"/>
                    <a:pt x="25429" y="3933"/>
                    <a:pt x="25164" y="3933"/>
                  </a:cubicBezTo>
                  <a:cubicBezTo>
                    <a:pt x="24465" y="3933"/>
                    <a:pt x="23766" y="4107"/>
                    <a:pt x="23144" y="4427"/>
                  </a:cubicBezTo>
                  <a:cubicBezTo>
                    <a:pt x="22769" y="4622"/>
                    <a:pt x="21328" y="5591"/>
                    <a:pt x="21433" y="6150"/>
                  </a:cubicBezTo>
                  <a:cubicBezTo>
                    <a:pt x="21224" y="5045"/>
                    <a:pt x="20226" y="4139"/>
                    <a:pt x="19106" y="4039"/>
                  </a:cubicBezTo>
                  <a:cubicBezTo>
                    <a:pt x="19035" y="4033"/>
                    <a:pt x="18965" y="4030"/>
                    <a:pt x="18895" y="4030"/>
                  </a:cubicBezTo>
                  <a:cubicBezTo>
                    <a:pt x="17844" y="4030"/>
                    <a:pt x="16815" y="4717"/>
                    <a:pt x="16438" y="5703"/>
                  </a:cubicBezTo>
                  <a:cubicBezTo>
                    <a:pt x="16297" y="3933"/>
                    <a:pt x="15308" y="2266"/>
                    <a:pt x="13864" y="1233"/>
                  </a:cubicBezTo>
                  <a:cubicBezTo>
                    <a:pt x="12725" y="420"/>
                    <a:pt x="11324" y="1"/>
                    <a:pt x="99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9" name="Google Shape;649;p38"/>
          <p:cNvSpPr/>
          <p:nvPr/>
        </p:nvSpPr>
        <p:spPr>
          <a:xfrm>
            <a:off x="2602816" y="679550"/>
            <a:ext cx="334443" cy="341696"/>
          </a:xfrm>
          <a:custGeom>
            <a:avLst/>
            <a:gdLst/>
            <a:ahLst/>
            <a:cxnLst/>
            <a:rect l="l" t="t" r="r" b="b"/>
            <a:pathLst>
              <a:path w="4565" h="4664" extrusionOk="0">
                <a:moveTo>
                  <a:pt x="3082" y="0"/>
                </a:moveTo>
                <a:lnTo>
                  <a:pt x="1839" y="1064"/>
                </a:lnTo>
                <a:lnTo>
                  <a:pt x="259" y="645"/>
                </a:lnTo>
                <a:lnTo>
                  <a:pt x="889" y="2155"/>
                </a:lnTo>
                <a:lnTo>
                  <a:pt x="1" y="3527"/>
                </a:lnTo>
                <a:lnTo>
                  <a:pt x="1630" y="3394"/>
                </a:lnTo>
                <a:lnTo>
                  <a:pt x="2662" y="4664"/>
                </a:lnTo>
                <a:lnTo>
                  <a:pt x="3041" y="3074"/>
                </a:lnTo>
                <a:lnTo>
                  <a:pt x="4565" y="2485"/>
                </a:lnTo>
                <a:lnTo>
                  <a:pt x="3170" y="1633"/>
                </a:lnTo>
                <a:lnTo>
                  <a:pt x="308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8"/>
          <p:cNvSpPr/>
          <p:nvPr/>
        </p:nvSpPr>
        <p:spPr>
          <a:xfrm>
            <a:off x="2086325" y="539500"/>
            <a:ext cx="795257" cy="956279"/>
          </a:xfrm>
          <a:custGeom>
            <a:avLst/>
            <a:gdLst/>
            <a:ahLst/>
            <a:cxnLst/>
            <a:rect l="l" t="t" r="r" b="b"/>
            <a:pathLst>
              <a:path w="15256" h="18345" extrusionOk="0">
                <a:moveTo>
                  <a:pt x="8596" y="1"/>
                </a:moveTo>
                <a:cubicBezTo>
                  <a:pt x="6911" y="1"/>
                  <a:pt x="4401" y="519"/>
                  <a:pt x="2337" y="3098"/>
                </a:cubicBezTo>
                <a:cubicBezTo>
                  <a:pt x="1191" y="4527"/>
                  <a:pt x="1" y="6908"/>
                  <a:pt x="169" y="9986"/>
                </a:cubicBezTo>
                <a:cubicBezTo>
                  <a:pt x="300" y="12356"/>
                  <a:pt x="1445" y="14205"/>
                  <a:pt x="2542" y="15526"/>
                </a:cubicBezTo>
                <a:cubicBezTo>
                  <a:pt x="4160" y="17477"/>
                  <a:pt x="6470" y="18345"/>
                  <a:pt x="8715" y="18345"/>
                </a:cubicBezTo>
                <a:cubicBezTo>
                  <a:pt x="11443" y="18345"/>
                  <a:pt x="14075" y="17064"/>
                  <a:pt x="15255" y="14892"/>
                </a:cubicBezTo>
                <a:lnTo>
                  <a:pt x="15255" y="14892"/>
                </a:lnTo>
                <a:cubicBezTo>
                  <a:pt x="15255" y="14892"/>
                  <a:pt x="13744" y="16347"/>
                  <a:pt x="11330" y="16548"/>
                </a:cubicBezTo>
                <a:cubicBezTo>
                  <a:pt x="11162" y="16561"/>
                  <a:pt x="10991" y="16568"/>
                  <a:pt x="10818" y="16568"/>
                </a:cubicBezTo>
                <a:cubicBezTo>
                  <a:pt x="9513" y="16568"/>
                  <a:pt x="8059" y="16181"/>
                  <a:pt x="6773" y="15423"/>
                </a:cubicBezTo>
                <a:cubicBezTo>
                  <a:pt x="5581" y="14722"/>
                  <a:pt x="3706" y="12909"/>
                  <a:pt x="3235" y="9658"/>
                </a:cubicBezTo>
                <a:cubicBezTo>
                  <a:pt x="2494" y="4527"/>
                  <a:pt x="5353" y="2011"/>
                  <a:pt x="7703" y="909"/>
                </a:cubicBezTo>
                <a:cubicBezTo>
                  <a:pt x="9090" y="258"/>
                  <a:pt x="10492" y="236"/>
                  <a:pt x="10492" y="236"/>
                </a:cubicBezTo>
                <a:cubicBezTo>
                  <a:pt x="10492" y="236"/>
                  <a:pt x="9731" y="1"/>
                  <a:pt x="85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1" name="Google Shape;651;p38"/>
          <p:cNvGrpSpPr/>
          <p:nvPr/>
        </p:nvGrpSpPr>
        <p:grpSpPr>
          <a:xfrm>
            <a:off x="92937" y="1946960"/>
            <a:ext cx="795248" cy="3196584"/>
            <a:chOff x="2686950" y="3466825"/>
            <a:chExt cx="94350" cy="379250"/>
          </a:xfrm>
        </p:grpSpPr>
        <p:sp>
          <p:nvSpPr>
            <p:cNvPr id="652" name="Google Shape;652;p38"/>
            <p:cNvSpPr/>
            <p:nvPr/>
          </p:nvSpPr>
          <p:spPr>
            <a:xfrm>
              <a:off x="2686950" y="3466825"/>
              <a:ext cx="94350" cy="379250"/>
            </a:xfrm>
            <a:custGeom>
              <a:avLst/>
              <a:gdLst/>
              <a:ahLst/>
              <a:cxnLst/>
              <a:rect l="l" t="t" r="r" b="b"/>
              <a:pathLst>
                <a:path w="3774" h="15170" extrusionOk="0">
                  <a:moveTo>
                    <a:pt x="1942" y="1"/>
                  </a:moveTo>
                  <a:lnTo>
                    <a:pt x="1925" y="375"/>
                  </a:lnTo>
                  <a:cubicBezTo>
                    <a:pt x="1865" y="379"/>
                    <a:pt x="1817" y="400"/>
                    <a:pt x="1817" y="425"/>
                  </a:cubicBezTo>
                  <a:cubicBezTo>
                    <a:pt x="1817" y="452"/>
                    <a:pt x="1863" y="473"/>
                    <a:pt x="1921" y="477"/>
                  </a:cubicBezTo>
                  <a:lnTo>
                    <a:pt x="1912" y="668"/>
                  </a:lnTo>
                  <a:lnTo>
                    <a:pt x="1914" y="668"/>
                  </a:lnTo>
                  <a:cubicBezTo>
                    <a:pt x="1796" y="677"/>
                    <a:pt x="1709" y="720"/>
                    <a:pt x="1709" y="774"/>
                  </a:cubicBezTo>
                  <a:cubicBezTo>
                    <a:pt x="1709" y="826"/>
                    <a:pt x="1799" y="869"/>
                    <a:pt x="1914" y="879"/>
                  </a:cubicBezTo>
                  <a:cubicBezTo>
                    <a:pt x="1763" y="1135"/>
                    <a:pt x="1229" y="1994"/>
                    <a:pt x="557" y="2507"/>
                  </a:cubicBezTo>
                  <a:cubicBezTo>
                    <a:pt x="1" y="2934"/>
                    <a:pt x="1026" y="3530"/>
                    <a:pt x="1026" y="3530"/>
                  </a:cubicBezTo>
                  <a:lnTo>
                    <a:pt x="1035" y="4510"/>
                  </a:lnTo>
                  <a:lnTo>
                    <a:pt x="695" y="4510"/>
                  </a:lnTo>
                  <a:lnTo>
                    <a:pt x="695" y="4767"/>
                  </a:lnTo>
                  <a:lnTo>
                    <a:pt x="1026" y="4916"/>
                  </a:lnTo>
                  <a:lnTo>
                    <a:pt x="706" y="4916"/>
                  </a:lnTo>
                  <a:lnTo>
                    <a:pt x="697" y="5076"/>
                  </a:lnTo>
                  <a:lnTo>
                    <a:pt x="185" y="5076"/>
                  </a:lnTo>
                  <a:lnTo>
                    <a:pt x="185" y="5520"/>
                  </a:lnTo>
                  <a:lnTo>
                    <a:pt x="811" y="6046"/>
                  </a:lnTo>
                  <a:lnTo>
                    <a:pt x="830" y="15170"/>
                  </a:lnTo>
                  <a:lnTo>
                    <a:pt x="1960" y="15170"/>
                  </a:lnTo>
                  <a:lnTo>
                    <a:pt x="1960" y="15167"/>
                  </a:lnTo>
                  <a:lnTo>
                    <a:pt x="3003" y="15167"/>
                  </a:lnTo>
                  <a:lnTo>
                    <a:pt x="3021" y="6043"/>
                  </a:lnTo>
                  <a:lnTo>
                    <a:pt x="3606" y="5518"/>
                  </a:lnTo>
                  <a:lnTo>
                    <a:pt x="3606" y="5073"/>
                  </a:lnTo>
                  <a:lnTo>
                    <a:pt x="3123" y="5073"/>
                  </a:lnTo>
                  <a:lnTo>
                    <a:pt x="3123" y="5075"/>
                  </a:lnTo>
                  <a:lnTo>
                    <a:pt x="3113" y="4915"/>
                  </a:lnTo>
                  <a:lnTo>
                    <a:pt x="2813" y="4915"/>
                  </a:lnTo>
                  <a:lnTo>
                    <a:pt x="3123" y="4766"/>
                  </a:lnTo>
                  <a:lnTo>
                    <a:pt x="3123" y="4508"/>
                  </a:lnTo>
                  <a:lnTo>
                    <a:pt x="2804" y="4508"/>
                  </a:lnTo>
                  <a:lnTo>
                    <a:pt x="2813" y="3529"/>
                  </a:lnTo>
                  <a:cubicBezTo>
                    <a:pt x="2813" y="3529"/>
                    <a:pt x="3773" y="2931"/>
                    <a:pt x="3251" y="2505"/>
                  </a:cubicBezTo>
                  <a:cubicBezTo>
                    <a:pt x="2628" y="1997"/>
                    <a:pt x="2129" y="1142"/>
                    <a:pt x="1984" y="881"/>
                  </a:cubicBezTo>
                  <a:cubicBezTo>
                    <a:pt x="2109" y="875"/>
                    <a:pt x="2206" y="830"/>
                    <a:pt x="2206" y="775"/>
                  </a:cubicBezTo>
                  <a:cubicBezTo>
                    <a:pt x="2206" y="723"/>
                    <a:pt x="2116" y="681"/>
                    <a:pt x="2000" y="670"/>
                  </a:cubicBezTo>
                  <a:lnTo>
                    <a:pt x="2002" y="670"/>
                  </a:lnTo>
                  <a:lnTo>
                    <a:pt x="1984" y="477"/>
                  </a:lnTo>
                  <a:cubicBezTo>
                    <a:pt x="2032" y="470"/>
                    <a:pt x="2067" y="451"/>
                    <a:pt x="2067" y="428"/>
                  </a:cubicBezTo>
                  <a:cubicBezTo>
                    <a:pt x="2067" y="403"/>
                    <a:pt x="2028" y="383"/>
                    <a:pt x="1976" y="376"/>
                  </a:cubicBezTo>
                  <a:lnTo>
                    <a:pt x="194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8"/>
            <p:cNvSpPr/>
            <p:nvPr/>
          </p:nvSpPr>
          <p:spPr>
            <a:xfrm>
              <a:off x="2695425" y="3826025"/>
              <a:ext cx="78000" cy="10000"/>
            </a:xfrm>
            <a:custGeom>
              <a:avLst/>
              <a:gdLst/>
              <a:ahLst/>
              <a:cxnLst/>
              <a:rect l="l" t="t" r="r" b="b"/>
              <a:pathLst>
                <a:path w="3120" h="400" extrusionOk="0">
                  <a:moveTo>
                    <a:pt x="1" y="1"/>
                  </a:moveTo>
                  <a:lnTo>
                    <a:pt x="1" y="400"/>
                  </a:lnTo>
                  <a:lnTo>
                    <a:pt x="3120" y="400"/>
                  </a:lnTo>
                  <a:lnTo>
                    <a:pt x="312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8"/>
            <p:cNvSpPr/>
            <p:nvPr/>
          </p:nvSpPr>
          <p:spPr>
            <a:xfrm>
              <a:off x="2713675" y="3555625"/>
              <a:ext cx="5700" cy="23650"/>
            </a:xfrm>
            <a:custGeom>
              <a:avLst/>
              <a:gdLst/>
              <a:ahLst/>
              <a:cxnLst/>
              <a:rect l="l" t="t" r="r" b="b"/>
              <a:pathLst>
                <a:path w="228" h="946" extrusionOk="0">
                  <a:moveTo>
                    <a:pt x="114" y="1"/>
                  </a:moveTo>
                  <a:cubicBezTo>
                    <a:pt x="0" y="1"/>
                    <a:pt x="0" y="280"/>
                    <a:pt x="0" y="280"/>
                  </a:cubicBezTo>
                  <a:lnTo>
                    <a:pt x="0" y="945"/>
                  </a:lnTo>
                  <a:lnTo>
                    <a:pt x="228" y="945"/>
                  </a:lnTo>
                  <a:lnTo>
                    <a:pt x="228" y="245"/>
                  </a:lnTo>
                  <a:cubicBezTo>
                    <a:pt x="228" y="245"/>
                    <a:pt x="228" y="1"/>
                    <a:pt x="1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8"/>
            <p:cNvSpPr/>
            <p:nvPr/>
          </p:nvSpPr>
          <p:spPr>
            <a:xfrm>
              <a:off x="2724200" y="3555375"/>
              <a:ext cx="9175" cy="23600"/>
            </a:xfrm>
            <a:custGeom>
              <a:avLst/>
              <a:gdLst/>
              <a:ahLst/>
              <a:cxnLst/>
              <a:rect l="l" t="t" r="r" b="b"/>
              <a:pathLst>
                <a:path w="367" h="944" extrusionOk="0">
                  <a:moveTo>
                    <a:pt x="184" y="1"/>
                  </a:moveTo>
                  <a:cubicBezTo>
                    <a:pt x="1" y="1"/>
                    <a:pt x="1" y="281"/>
                    <a:pt x="1" y="281"/>
                  </a:cubicBezTo>
                  <a:lnTo>
                    <a:pt x="1" y="944"/>
                  </a:lnTo>
                  <a:lnTo>
                    <a:pt x="366" y="944"/>
                  </a:lnTo>
                  <a:lnTo>
                    <a:pt x="366" y="245"/>
                  </a:lnTo>
                  <a:cubicBezTo>
                    <a:pt x="366" y="245"/>
                    <a:pt x="366" y="1"/>
                    <a:pt x="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8"/>
            <p:cNvSpPr/>
            <p:nvPr/>
          </p:nvSpPr>
          <p:spPr>
            <a:xfrm>
              <a:off x="2737250" y="3555100"/>
              <a:ext cx="9150" cy="23650"/>
            </a:xfrm>
            <a:custGeom>
              <a:avLst/>
              <a:gdLst/>
              <a:ahLst/>
              <a:cxnLst/>
              <a:rect l="l" t="t" r="r" b="b"/>
              <a:pathLst>
                <a:path w="366" h="946" extrusionOk="0">
                  <a:moveTo>
                    <a:pt x="183" y="1"/>
                  </a:moveTo>
                  <a:cubicBezTo>
                    <a:pt x="0" y="1"/>
                    <a:pt x="0" y="280"/>
                    <a:pt x="0" y="280"/>
                  </a:cubicBezTo>
                  <a:lnTo>
                    <a:pt x="0" y="945"/>
                  </a:lnTo>
                  <a:lnTo>
                    <a:pt x="366" y="945"/>
                  </a:lnTo>
                  <a:lnTo>
                    <a:pt x="366" y="245"/>
                  </a:lnTo>
                  <a:cubicBezTo>
                    <a:pt x="366" y="245"/>
                    <a:pt x="366" y="1"/>
                    <a:pt x="1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8"/>
            <p:cNvSpPr/>
            <p:nvPr/>
          </p:nvSpPr>
          <p:spPr>
            <a:xfrm>
              <a:off x="2750350" y="3555375"/>
              <a:ext cx="5725" cy="23600"/>
            </a:xfrm>
            <a:custGeom>
              <a:avLst/>
              <a:gdLst/>
              <a:ahLst/>
              <a:cxnLst/>
              <a:rect l="l" t="t" r="r" b="b"/>
              <a:pathLst>
                <a:path w="229" h="944" extrusionOk="0">
                  <a:moveTo>
                    <a:pt x="114" y="1"/>
                  </a:moveTo>
                  <a:cubicBezTo>
                    <a:pt x="1" y="1"/>
                    <a:pt x="1" y="281"/>
                    <a:pt x="1" y="281"/>
                  </a:cubicBezTo>
                  <a:lnTo>
                    <a:pt x="1" y="944"/>
                  </a:lnTo>
                  <a:lnTo>
                    <a:pt x="228" y="944"/>
                  </a:lnTo>
                  <a:lnTo>
                    <a:pt x="228" y="245"/>
                  </a:lnTo>
                  <a:cubicBezTo>
                    <a:pt x="228" y="245"/>
                    <a:pt x="228" y="1"/>
                    <a:pt x="1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8" name="Google Shape;658;p38"/>
          <p:cNvGrpSpPr/>
          <p:nvPr/>
        </p:nvGrpSpPr>
        <p:grpSpPr>
          <a:xfrm>
            <a:off x="1396642" y="3212511"/>
            <a:ext cx="670496" cy="1950845"/>
            <a:chOff x="2871700" y="3513775"/>
            <a:chExt cx="83475" cy="242875"/>
          </a:xfrm>
        </p:grpSpPr>
        <p:sp>
          <p:nvSpPr>
            <p:cNvPr id="659" name="Google Shape;659;p38"/>
            <p:cNvSpPr/>
            <p:nvPr/>
          </p:nvSpPr>
          <p:spPr>
            <a:xfrm>
              <a:off x="2871700" y="3513775"/>
              <a:ext cx="83475" cy="242875"/>
            </a:xfrm>
            <a:custGeom>
              <a:avLst/>
              <a:gdLst/>
              <a:ahLst/>
              <a:cxnLst/>
              <a:rect l="l" t="t" r="r" b="b"/>
              <a:pathLst>
                <a:path w="3339" h="9715" extrusionOk="0">
                  <a:moveTo>
                    <a:pt x="1643" y="1"/>
                  </a:moveTo>
                  <a:lnTo>
                    <a:pt x="1535" y="1190"/>
                  </a:lnTo>
                  <a:lnTo>
                    <a:pt x="1261" y="1190"/>
                  </a:lnTo>
                  <a:lnTo>
                    <a:pt x="1261" y="1700"/>
                  </a:lnTo>
                  <a:cubicBezTo>
                    <a:pt x="1261" y="1700"/>
                    <a:pt x="83" y="2124"/>
                    <a:pt x="221" y="3399"/>
                  </a:cubicBezTo>
                  <a:lnTo>
                    <a:pt x="0" y="3569"/>
                  </a:lnTo>
                  <a:lnTo>
                    <a:pt x="165" y="3739"/>
                  </a:lnTo>
                  <a:lnTo>
                    <a:pt x="165" y="4985"/>
                  </a:lnTo>
                  <a:lnTo>
                    <a:pt x="0" y="4985"/>
                  </a:lnTo>
                  <a:lnTo>
                    <a:pt x="0" y="5411"/>
                  </a:lnTo>
                  <a:lnTo>
                    <a:pt x="366" y="5411"/>
                  </a:lnTo>
                  <a:lnTo>
                    <a:pt x="384" y="9715"/>
                  </a:lnTo>
                  <a:lnTo>
                    <a:pt x="2955" y="9715"/>
                  </a:lnTo>
                  <a:lnTo>
                    <a:pt x="2971" y="5411"/>
                  </a:lnTo>
                  <a:lnTo>
                    <a:pt x="3337" y="5411"/>
                  </a:lnTo>
                  <a:lnTo>
                    <a:pt x="3337" y="4985"/>
                  </a:lnTo>
                  <a:lnTo>
                    <a:pt x="3167" y="4985"/>
                  </a:lnTo>
                  <a:lnTo>
                    <a:pt x="3167" y="3739"/>
                  </a:lnTo>
                  <a:lnTo>
                    <a:pt x="3168" y="3739"/>
                  </a:lnTo>
                  <a:lnTo>
                    <a:pt x="3338" y="3569"/>
                  </a:lnTo>
                  <a:lnTo>
                    <a:pt x="3112" y="3399"/>
                  </a:lnTo>
                  <a:cubicBezTo>
                    <a:pt x="3253" y="2124"/>
                    <a:pt x="2038" y="1700"/>
                    <a:pt x="2038" y="1700"/>
                  </a:cubicBezTo>
                  <a:lnTo>
                    <a:pt x="2038" y="1190"/>
                  </a:lnTo>
                  <a:lnTo>
                    <a:pt x="1756" y="1190"/>
                  </a:lnTo>
                  <a:lnTo>
                    <a:pt x="164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8"/>
            <p:cNvSpPr/>
            <p:nvPr/>
          </p:nvSpPr>
          <p:spPr>
            <a:xfrm>
              <a:off x="2899725" y="3597100"/>
              <a:ext cx="27325" cy="40400"/>
            </a:xfrm>
            <a:custGeom>
              <a:avLst/>
              <a:gdLst/>
              <a:ahLst/>
              <a:cxnLst/>
              <a:rect l="l" t="t" r="r" b="b"/>
              <a:pathLst>
                <a:path w="1093" h="1616" extrusionOk="0">
                  <a:moveTo>
                    <a:pt x="547" y="0"/>
                  </a:moveTo>
                  <a:cubicBezTo>
                    <a:pt x="1" y="0"/>
                    <a:pt x="1" y="478"/>
                    <a:pt x="1" y="478"/>
                  </a:cubicBezTo>
                  <a:lnTo>
                    <a:pt x="1" y="1615"/>
                  </a:lnTo>
                  <a:lnTo>
                    <a:pt x="1093" y="1615"/>
                  </a:lnTo>
                  <a:lnTo>
                    <a:pt x="1093" y="419"/>
                  </a:lnTo>
                  <a:cubicBezTo>
                    <a:pt x="1093" y="419"/>
                    <a:pt x="1093" y="0"/>
                    <a:pt x="5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8"/>
            <p:cNvSpPr/>
            <p:nvPr/>
          </p:nvSpPr>
          <p:spPr>
            <a:xfrm>
              <a:off x="2880800" y="3599275"/>
              <a:ext cx="7575" cy="38250"/>
            </a:xfrm>
            <a:custGeom>
              <a:avLst/>
              <a:gdLst/>
              <a:ahLst/>
              <a:cxnLst/>
              <a:rect l="l" t="t" r="r" b="b"/>
              <a:pathLst>
                <a:path w="303" h="1530" extrusionOk="0">
                  <a:moveTo>
                    <a:pt x="152" y="0"/>
                  </a:moveTo>
                  <a:cubicBezTo>
                    <a:pt x="0" y="0"/>
                    <a:pt x="0" y="453"/>
                    <a:pt x="0" y="453"/>
                  </a:cubicBezTo>
                  <a:lnTo>
                    <a:pt x="0" y="1528"/>
                  </a:lnTo>
                  <a:lnTo>
                    <a:pt x="0" y="1530"/>
                  </a:lnTo>
                  <a:lnTo>
                    <a:pt x="302" y="1530"/>
                  </a:lnTo>
                  <a:lnTo>
                    <a:pt x="302" y="397"/>
                  </a:lnTo>
                  <a:cubicBezTo>
                    <a:pt x="302" y="397"/>
                    <a:pt x="302" y="0"/>
                    <a:pt x="1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8"/>
            <p:cNvSpPr/>
            <p:nvPr/>
          </p:nvSpPr>
          <p:spPr>
            <a:xfrm>
              <a:off x="2937825" y="3599700"/>
              <a:ext cx="7575" cy="38275"/>
            </a:xfrm>
            <a:custGeom>
              <a:avLst/>
              <a:gdLst/>
              <a:ahLst/>
              <a:cxnLst/>
              <a:rect l="l" t="t" r="r" b="b"/>
              <a:pathLst>
                <a:path w="303" h="1531" extrusionOk="0">
                  <a:moveTo>
                    <a:pt x="151" y="0"/>
                  </a:moveTo>
                  <a:cubicBezTo>
                    <a:pt x="0" y="0"/>
                    <a:pt x="0" y="454"/>
                    <a:pt x="0" y="454"/>
                  </a:cubicBezTo>
                  <a:lnTo>
                    <a:pt x="0" y="1530"/>
                  </a:lnTo>
                  <a:lnTo>
                    <a:pt x="0" y="1531"/>
                  </a:lnTo>
                  <a:lnTo>
                    <a:pt x="303" y="1531"/>
                  </a:lnTo>
                  <a:lnTo>
                    <a:pt x="303" y="398"/>
                  </a:lnTo>
                  <a:cubicBezTo>
                    <a:pt x="303" y="398"/>
                    <a:pt x="303" y="0"/>
                    <a:pt x="1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7114077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96"/>
        <p:cNvGrpSpPr/>
        <p:nvPr/>
      </p:nvGrpSpPr>
      <p:grpSpPr>
        <a:xfrm>
          <a:off x="0" y="0"/>
          <a:ext cx="0" cy="0"/>
          <a:chOff x="0" y="0"/>
          <a:chExt cx="0" cy="0"/>
        </a:xfrm>
      </p:grpSpPr>
      <p:sp>
        <p:nvSpPr>
          <p:cNvPr id="1802" name="Google Shape;1802;p64"/>
          <p:cNvSpPr/>
          <p:nvPr/>
        </p:nvSpPr>
        <p:spPr>
          <a:xfrm>
            <a:off x="0" y="4762650"/>
            <a:ext cx="9144000" cy="399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969;p49">
            <a:extLst>
              <a:ext uri="{FF2B5EF4-FFF2-40B4-BE49-F238E27FC236}">
                <a16:creationId xmlns:a16="http://schemas.microsoft.com/office/drawing/2014/main" id="{DE4583C6-C7A6-77CF-C4A2-FE474620AC6F}"/>
              </a:ext>
            </a:extLst>
          </p:cNvPr>
          <p:cNvSpPr/>
          <p:nvPr/>
        </p:nvSpPr>
        <p:spPr>
          <a:xfrm>
            <a:off x="7295548" y="1056619"/>
            <a:ext cx="859625" cy="865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 name="Picture 6" descr="Teach you the usage of antconc software for data analysis">
            <a:extLst>
              <a:ext uri="{FF2B5EF4-FFF2-40B4-BE49-F238E27FC236}">
                <a16:creationId xmlns:a16="http://schemas.microsoft.com/office/drawing/2014/main" id="{4BB29FFD-D03B-B0C7-91AC-66CA7D650A9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3483" b="94630" l="294" r="96618">
                        <a14:foregroundMark x1="10588" y1="59942" x2="5882" y2="55733"/>
                        <a14:foregroundMark x1="8971" y1="51959" x2="10441" y2="49492"/>
                        <a14:foregroundMark x1="8088" y1="49492" x2="2059" y2="59216"/>
                        <a14:foregroundMark x1="1176" y1="58345" x2="3235" y2="57620"/>
                        <a14:foregroundMark x1="47500" y1="89985" x2="51324" y2="94485"/>
                        <a14:foregroundMark x1="55588" y1="94340" x2="75147" y2="82874"/>
                        <a14:foregroundMark x1="58088" y1="92598" x2="50588" y2="86357"/>
                        <a14:foregroundMark x1="61029" y1="87083" x2="84853" y2="74311"/>
                        <a14:foregroundMark x1="84853" y1="74311" x2="80441" y2="75327"/>
                        <a14:foregroundMark x1="82647" y1="73730" x2="92794" y2="67925"/>
                        <a14:foregroundMark x1="96029" y1="58055" x2="96618" y2="58055"/>
                        <a14:foregroundMark x1="30294" y1="39623" x2="29265" y2="40203"/>
                        <a14:foregroundMark x1="88971" y1="72424" x2="84853" y2="70827"/>
                        <a14:foregroundMark x1="85735" y1="72859" x2="62941" y2="83745"/>
                        <a14:foregroundMark x1="62941" y1="83745" x2="55735" y2="93469"/>
                        <a14:foregroundMark x1="55735" y1="93469" x2="55441" y2="94630"/>
                        <a14:foregroundMark x1="45882" y1="78084" x2="37206" y2="60958"/>
                        <a14:foregroundMark x1="37206" y1="60958" x2="55588" y2="53266"/>
                        <a14:foregroundMark x1="71912" y1="67344" x2="84412" y2="64441"/>
                        <a14:foregroundMark x1="84412" y1="64441" x2="63235" y2="53846"/>
                        <a14:foregroundMark x1="63235" y1="53846" x2="60441" y2="53846"/>
                        <a14:foregroundMark x1="27059" y1="25835" x2="20441" y2="33962"/>
                        <a14:foregroundMark x1="20441" y1="33962" x2="20147" y2="34978"/>
                        <a14:foregroundMark x1="26029" y1="26560" x2="17941" y2="36430"/>
                        <a14:foregroundMark x1="17941" y1="36430" x2="17794" y2="38462"/>
                        <a14:foregroundMark x1="22794" y1="18433" x2="15735" y2="25544"/>
                        <a14:foregroundMark x1="21074" y1="7950" x2="13382" y2="5080"/>
                        <a14:foregroundMark x1="25441" y1="9579" x2="24107" y2="9081"/>
                        <a14:foregroundMark x1="32951" y1="4870" x2="32206" y2="3483"/>
                        <a14:foregroundMark x1="37353" y1="13062" x2="37224" y2="12822"/>
                        <a14:backgroundMark x1="35147" y1="9144" x2="35147" y2="9869"/>
                        <a14:backgroundMark x1="35294" y1="8418" x2="36324" y2="11321"/>
                        <a14:backgroundMark x1="34118" y1="7692" x2="35147" y2="8563"/>
                        <a14:backgroundMark x1="33235" y1="6096" x2="35147" y2="8128"/>
                        <a14:backgroundMark x1="33382" y1="6241" x2="33529" y2="6676"/>
                        <a14:backgroundMark x1="32059" y1="5951" x2="34118" y2="6676"/>
                        <a14:backgroundMark x1="36324" y1="10885" x2="36765" y2="12917"/>
                        <a14:backgroundMark x1="20147" y1="9144" x2="23382" y2="10015"/>
                      </a14:backgroundRemoval>
                    </a14:imgEffect>
                  </a14:imgLayer>
                </a14:imgProps>
              </a:ext>
              <a:ext uri="{28A0092B-C50C-407E-A947-70E740481C1C}">
                <a14:useLocalDpi xmlns:a14="http://schemas.microsoft.com/office/drawing/2010/main" val="0"/>
              </a:ext>
            </a:extLst>
          </a:blip>
          <a:srcRect/>
          <a:stretch>
            <a:fillRect/>
          </a:stretch>
        </p:blipFill>
        <p:spPr bwMode="auto">
          <a:xfrm>
            <a:off x="7289369" y="1063907"/>
            <a:ext cx="869111" cy="88052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A9DBFB8-4B2A-2078-BD7E-11F412C29C4D}"/>
              </a:ext>
            </a:extLst>
          </p:cNvPr>
          <p:cNvSpPr txBox="1"/>
          <p:nvPr/>
        </p:nvSpPr>
        <p:spPr>
          <a:xfrm>
            <a:off x="2371399" y="643690"/>
            <a:ext cx="4621237" cy="1600438"/>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marL="285750" indent="-285750">
              <a:buFont typeface="Arial" panose="020B0604020202020204" pitchFamily="34" charset="0"/>
              <a:buChar char="•"/>
            </a:pPr>
            <a:r>
              <a:rPr lang="en-US" dirty="0">
                <a:solidFill>
                  <a:schemeClr val="tx1"/>
                </a:solidFill>
              </a:rPr>
              <a:t>I was able to find 26 variations of the word </a:t>
            </a:r>
            <a:r>
              <a:rPr lang="ar-SA" dirty="0">
                <a:solidFill>
                  <a:schemeClr val="tx1"/>
                </a:solidFill>
              </a:rPr>
              <a:t>الصلاة</a:t>
            </a:r>
            <a:r>
              <a:rPr lang="en-US" dirty="0">
                <a:solidFill>
                  <a:schemeClr val="tx1"/>
                </a:solidFill>
              </a:rPr>
              <a:t> in the Quran</a:t>
            </a:r>
            <a:r>
              <a:rPr lang="ar-SA" dirty="0">
                <a:solidFill>
                  <a:schemeClr val="tx1"/>
                </a:solidFill>
              </a:rPr>
              <a:t> </a:t>
            </a:r>
            <a:endParaRPr lang="en-US" dirty="0">
              <a:solidFill>
                <a:schemeClr val="tx1"/>
              </a:solidFill>
            </a:endParaRPr>
          </a:p>
          <a:p>
            <a:pPr marL="285750" indent="-285750">
              <a:buFont typeface="Arial" panose="020B0604020202020204" pitchFamily="34" charset="0"/>
              <a:buChar char="•"/>
            </a:pPr>
            <a:r>
              <a:rPr lang="en-US" dirty="0">
                <a:solidFill>
                  <a:schemeClr val="tx1"/>
                </a:solidFill>
              </a:rPr>
              <a:t>Since there are 26 variations, I tried narrowing down the key words into smaller groups that countians many variations.</a:t>
            </a:r>
          </a:p>
          <a:p>
            <a:pPr marL="285750" indent="-285750">
              <a:buFont typeface="Arial" panose="020B0604020202020204" pitchFamily="34" charset="0"/>
              <a:buChar char="•"/>
            </a:pPr>
            <a:r>
              <a:rPr lang="en-US" dirty="0">
                <a:solidFill>
                  <a:schemeClr val="tx1"/>
                </a:solidFill>
              </a:rPr>
              <a:t>Here is the groups of words to be used in AntConc for the data analysis in the Quran :</a:t>
            </a:r>
          </a:p>
        </p:txBody>
      </p:sp>
      <p:sp>
        <p:nvSpPr>
          <p:cNvPr id="37" name="Google Shape;1699;p64">
            <a:extLst>
              <a:ext uri="{FF2B5EF4-FFF2-40B4-BE49-F238E27FC236}">
                <a16:creationId xmlns:a16="http://schemas.microsoft.com/office/drawing/2014/main" id="{60A9D230-480E-EA22-3BFB-DF0B815DF5B0}"/>
              </a:ext>
            </a:extLst>
          </p:cNvPr>
          <p:cNvSpPr/>
          <p:nvPr/>
        </p:nvSpPr>
        <p:spPr>
          <a:xfrm>
            <a:off x="7866352" y="3930155"/>
            <a:ext cx="3756873" cy="868848"/>
          </a:xfrm>
          <a:custGeom>
            <a:avLst/>
            <a:gdLst/>
            <a:ahLst/>
            <a:cxnLst/>
            <a:rect l="l" t="t" r="r" b="b"/>
            <a:pathLst>
              <a:path w="136378" h="31540" extrusionOk="0">
                <a:moveTo>
                  <a:pt x="60509" y="0"/>
                </a:moveTo>
                <a:cubicBezTo>
                  <a:pt x="60494" y="0"/>
                  <a:pt x="60477" y="14"/>
                  <a:pt x="60460" y="43"/>
                </a:cubicBezTo>
                <a:cubicBezTo>
                  <a:pt x="60401" y="405"/>
                  <a:pt x="60363" y="940"/>
                  <a:pt x="60345" y="1388"/>
                </a:cubicBezTo>
                <a:cubicBezTo>
                  <a:pt x="59926" y="1449"/>
                  <a:pt x="60150" y="1819"/>
                  <a:pt x="60064" y="2232"/>
                </a:cubicBezTo>
                <a:lnTo>
                  <a:pt x="59786" y="2232"/>
                </a:lnTo>
                <a:lnTo>
                  <a:pt x="59769" y="2646"/>
                </a:lnTo>
                <a:lnTo>
                  <a:pt x="60043" y="2646"/>
                </a:lnTo>
                <a:lnTo>
                  <a:pt x="59924" y="9109"/>
                </a:lnTo>
                <a:lnTo>
                  <a:pt x="58897" y="9364"/>
                </a:lnTo>
                <a:lnTo>
                  <a:pt x="58737" y="8239"/>
                </a:lnTo>
                <a:lnTo>
                  <a:pt x="57949" y="8239"/>
                </a:lnTo>
                <a:cubicBezTo>
                  <a:pt x="57937" y="8031"/>
                  <a:pt x="57949" y="7879"/>
                  <a:pt x="57930" y="7721"/>
                </a:cubicBezTo>
                <a:cubicBezTo>
                  <a:pt x="57904" y="7480"/>
                  <a:pt x="57895" y="7227"/>
                  <a:pt x="57826" y="6994"/>
                </a:cubicBezTo>
                <a:cubicBezTo>
                  <a:pt x="57707" y="6579"/>
                  <a:pt x="57472" y="6201"/>
                  <a:pt x="57073" y="6010"/>
                </a:cubicBezTo>
                <a:cubicBezTo>
                  <a:pt x="56648" y="5806"/>
                  <a:pt x="56020" y="5673"/>
                  <a:pt x="55392" y="5673"/>
                </a:cubicBezTo>
                <a:cubicBezTo>
                  <a:pt x="54379" y="5673"/>
                  <a:pt x="53364" y="6018"/>
                  <a:pt x="53195" y="6963"/>
                </a:cubicBezTo>
                <a:cubicBezTo>
                  <a:pt x="53153" y="7205"/>
                  <a:pt x="53109" y="7455"/>
                  <a:pt x="53118" y="7697"/>
                </a:cubicBezTo>
                <a:cubicBezTo>
                  <a:pt x="53125" y="7854"/>
                  <a:pt x="53158" y="8034"/>
                  <a:pt x="53158" y="8241"/>
                </a:cubicBezTo>
                <a:lnTo>
                  <a:pt x="52693" y="8241"/>
                </a:lnTo>
                <a:cubicBezTo>
                  <a:pt x="52667" y="7930"/>
                  <a:pt x="52612" y="7735"/>
                  <a:pt x="52541" y="7532"/>
                </a:cubicBezTo>
                <a:cubicBezTo>
                  <a:pt x="52408" y="7144"/>
                  <a:pt x="52342" y="6842"/>
                  <a:pt x="51863" y="6766"/>
                </a:cubicBezTo>
                <a:cubicBezTo>
                  <a:pt x="51504" y="6710"/>
                  <a:pt x="51106" y="6695"/>
                  <a:pt x="50931" y="6349"/>
                </a:cubicBezTo>
                <a:cubicBezTo>
                  <a:pt x="50817" y="6125"/>
                  <a:pt x="50763" y="5850"/>
                  <a:pt x="50711" y="5612"/>
                </a:cubicBezTo>
                <a:cubicBezTo>
                  <a:pt x="50686" y="5927"/>
                  <a:pt x="50671" y="5999"/>
                  <a:pt x="50613" y="6173"/>
                </a:cubicBezTo>
                <a:cubicBezTo>
                  <a:pt x="50557" y="6340"/>
                  <a:pt x="50520" y="6495"/>
                  <a:pt x="50356" y="6614"/>
                </a:cubicBezTo>
                <a:cubicBezTo>
                  <a:pt x="50233" y="6706"/>
                  <a:pt x="49924" y="6707"/>
                  <a:pt x="49768" y="6773"/>
                </a:cubicBezTo>
                <a:cubicBezTo>
                  <a:pt x="49526" y="6877"/>
                  <a:pt x="49341" y="7080"/>
                  <a:pt x="49250" y="7327"/>
                </a:cubicBezTo>
                <a:cubicBezTo>
                  <a:pt x="49224" y="7395"/>
                  <a:pt x="49153" y="8241"/>
                  <a:pt x="49195" y="8241"/>
                </a:cubicBezTo>
                <a:lnTo>
                  <a:pt x="48682" y="8241"/>
                </a:lnTo>
                <a:lnTo>
                  <a:pt x="48478" y="4410"/>
                </a:lnTo>
                <a:lnTo>
                  <a:pt x="48478" y="4410"/>
                </a:lnTo>
                <a:lnTo>
                  <a:pt x="48673" y="4433"/>
                </a:lnTo>
                <a:lnTo>
                  <a:pt x="48673" y="4200"/>
                </a:lnTo>
                <a:lnTo>
                  <a:pt x="48360" y="4200"/>
                </a:lnTo>
                <a:cubicBezTo>
                  <a:pt x="48419" y="4096"/>
                  <a:pt x="48454" y="4039"/>
                  <a:pt x="48454" y="3948"/>
                </a:cubicBezTo>
                <a:cubicBezTo>
                  <a:pt x="48454" y="3750"/>
                  <a:pt x="48292" y="3581"/>
                  <a:pt x="48093" y="3581"/>
                </a:cubicBezTo>
                <a:cubicBezTo>
                  <a:pt x="47895" y="3581"/>
                  <a:pt x="47733" y="3751"/>
                  <a:pt x="47733" y="3951"/>
                </a:cubicBezTo>
                <a:cubicBezTo>
                  <a:pt x="47733" y="4044"/>
                  <a:pt x="47768" y="4096"/>
                  <a:pt x="47826" y="4200"/>
                </a:cubicBezTo>
                <a:lnTo>
                  <a:pt x="47431" y="4200"/>
                </a:lnTo>
                <a:lnTo>
                  <a:pt x="47431" y="4408"/>
                </a:lnTo>
                <a:lnTo>
                  <a:pt x="47733" y="4408"/>
                </a:lnTo>
                <a:cubicBezTo>
                  <a:pt x="47733" y="4408"/>
                  <a:pt x="47710" y="7556"/>
                  <a:pt x="47710" y="8839"/>
                </a:cubicBezTo>
                <a:lnTo>
                  <a:pt x="45939" y="8177"/>
                </a:lnTo>
                <a:cubicBezTo>
                  <a:pt x="45939" y="8177"/>
                  <a:pt x="45187" y="8646"/>
                  <a:pt x="44698" y="8952"/>
                </a:cubicBezTo>
                <a:cubicBezTo>
                  <a:pt x="44655" y="8727"/>
                  <a:pt x="44596" y="8466"/>
                  <a:pt x="44520" y="8165"/>
                </a:cubicBezTo>
                <a:cubicBezTo>
                  <a:pt x="44227" y="7010"/>
                  <a:pt x="42946" y="6980"/>
                  <a:pt x="42812" y="6980"/>
                </a:cubicBezTo>
                <a:cubicBezTo>
                  <a:pt x="42805" y="6980"/>
                  <a:pt x="42801" y="6980"/>
                  <a:pt x="42801" y="6980"/>
                </a:cubicBezTo>
                <a:cubicBezTo>
                  <a:pt x="42801" y="6980"/>
                  <a:pt x="42611" y="5501"/>
                  <a:pt x="42491" y="5501"/>
                </a:cubicBezTo>
                <a:cubicBezTo>
                  <a:pt x="42371" y="5501"/>
                  <a:pt x="42355" y="7015"/>
                  <a:pt x="42355" y="7015"/>
                </a:cubicBezTo>
                <a:cubicBezTo>
                  <a:pt x="42355" y="7004"/>
                  <a:pt x="42344" y="6999"/>
                  <a:pt x="42325" y="6999"/>
                </a:cubicBezTo>
                <a:cubicBezTo>
                  <a:pt x="42162" y="6999"/>
                  <a:pt x="41399" y="7343"/>
                  <a:pt x="41336" y="7380"/>
                </a:cubicBezTo>
                <a:cubicBezTo>
                  <a:pt x="41004" y="7580"/>
                  <a:pt x="40881" y="7763"/>
                  <a:pt x="40678" y="8095"/>
                </a:cubicBezTo>
                <a:cubicBezTo>
                  <a:pt x="40407" y="8540"/>
                  <a:pt x="40702" y="9071"/>
                  <a:pt x="40472" y="9521"/>
                </a:cubicBezTo>
                <a:cubicBezTo>
                  <a:pt x="40251" y="9953"/>
                  <a:pt x="39742" y="10008"/>
                  <a:pt x="39288" y="10008"/>
                </a:cubicBezTo>
                <a:cubicBezTo>
                  <a:pt x="39133" y="10008"/>
                  <a:pt x="38985" y="10002"/>
                  <a:pt x="38857" y="10002"/>
                </a:cubicBezTo>
                <a:lnTo>
                  <a:pt x="31168" y="10002"/>
                </a:lnTo>
                <a:lnTo>
                  <a:pt x="30912" y="3207"/>
                </a:lnTo>
                <a:lnTo>
                  <a:pt x="28935" y="3133"/>
                </a:lnTo>
                <a:lnTo>
                  <a:pt x="28935" y="3133"/>
                </a:lnTo>
                <a:lnTo>
                  <a:pt x="29009" y="10002"/>
                </a:lnTo>
                <a:lnTo>
                  <a:pt x="26000" y="10002"/>
                </a:lnTo>
                <a:lnTo>
                  <a:pt x="26000" y="3578"/>
                </a:lnTo>
                <a:lnTo>
                  <a:pt x="25824" y="3578"/>
                </a:lnTo>
                <a:cubicBezTo>
                  <a:pt x="25806" y="3266"/>
                  <a:pt x="25750" y="2984"/>
                  <a:pt x="25602" y="2905"/>
                </a:cubicBezTo>
                <a:cubicBezTo>
                  <a:pt x="25602" y="2497"/>
                  <a:pt x="25595" y="2226"/>
                  <a:pt x="25456" y="1629"/>
                </a:cubicBezTo>
                <a:cubicBezTo>
                  <a:pt x="25350" y="2282"/>
                  <a:pt x="25412" y="2569"/>
                  <a:pt x="25356" y="2943"/>
                </a:cubicBezTo>
                <a:cubicBezTo>
                  <a:pt x="25328" y="2963"/>
                  <a:pt x="25298" y="2996"/>
                  <a:pt x="25266" y="3026"/>
                </a:cubicBezTo>
                <a:cubicBezTo>
                  <a:pt x="25179" y="3129"/>
                  <a:pt x="25166" y="3369"/>
                  <a:pt x="25161" y="3576"/>
                </a:cubicBezTo>
                <a:lnTo>
                  <a:pt x="24962" y="3576"/>
                </a:lnTo>
                <a:lnTo>
                  <a:pt x="24962" y="7577"/>
                </a:lnTo>
                <a:lnTo>
                  <a:pt x="24791" y="7629"/>
                </a:lnTo>
                <a:cubicBezTo>
                  <a:pt x="24636" y="6332"/>
                  <a:pt x="24466" y="6180"/>
                  <a:pt x="24211" y="6180"/>
                </a:cubicBezTo>
                <a:cubicBezTo>
                  <a:pt x="24167" y="6180"/>
                  <a:pt x="24121" y="6185"/>
                  <a:pt x="24071" y="6189"/>
                </a:cubicBezTo>
                <a:cubicBezTo>
                  <a:pt x="23737" y="6215"/>
                  <a:pt x="23710" y="7636"/>
                  <a:pt x="23710" y="7636"/>
                </a:cubicBezTo>
                <a:cubicBezTo>
                  <a:pt x="23505" y="5497"/>
                  <a:pt x="22467" y="5479"/>
                  <a:pt x="21849" y="5479"/>
                </a:cubicBezTo>
                <a:cubicBezTo>
                  <a:pt x="21089" y="5479"/>
                  <a:pt x="20054" y="5553"/>
                  <a:pt x="19749" y="6349"/>
                </a:cubicBezTo>
                <a:cubicBezTo>
                  <a:pt x="19520" y="6953"/>
                  <a:pt x="19551" y="7643"/>
                  <a:pt x="19495" y="8276"/>
                </a:cubicBezTo>
                <a:cubicBezTo>
                  <a:pt x="19444" y="8839"/>
                  <a:pt x="19408" y="9374"/>
                  <a:pt x="19384" y="9996"/>
                </a:cubicBezTo>
                <a:lnTo>
                  <a:pt x="18466" y="9996"/>
                </a:lnTo>
                <a:lnTo>
                  <a:pt x="16322" y="8481"/>
                </a:lnTo>
                <a:lnTo>
                  <a:pt x="14759" y="9464"/>
                </a:lnTo>
                <a:cubicBezTo>
                  <a:pt x="14759" y="8241"/>
                  <a:pt x="14737" y="5231"/>
                  <a:pt x="14737" y="5231"/>
                </a:cubicBezTo>
                <a:lnTo>
                  <a:pt x="15018" y="5231"/>
                </a:lnTo>
                <a:lnTo>
                  <a:pt x="15018" y="5023"/>
                </a:lnTo>
                <a:lnTo>
                  <a:pt x="14644" y="5023"/>
                </a:lnTo>
                <a:cubicBezTo>
                  <a:pt x="14702" y="4921"/>
                  <a:pt x="14737" y="4874"/>
                  <a:pt x="14737" y="4787"/>
                </a:cubicBezTo>
                <a:cubicBezTo>
                  <a:pt x="14737" y="4597"/>
                  <a:pt x="14575" y="4439"/>
                  <a:pt x="14377" y="4439"/>
                </a:cubicBezTo>
                <a:cubicBezTo>
                  <a:pt x="14179" y="4439"/>
                  <a:pt x="14017" y="4599"/>
                  <a:pt x="14017" y="4789"/>
                </a:cubicBezTo>
                <a:cubicBezTo>
                  <a:pt x="14017" y="4876"/>
                  <a:pt x="14052" y="4921"/>
                  <a:pt x="14110" y="5023"/>
                </a:cubicBezTo>
                <a:lnTo>
                  <a:pt x="13775" y="5023"/>
                </a:lnTo>
                <a:lnTo>
                  <a:pt x="13775" y="5192"/>
                </a:lnTo>
                <a:lnTo>
                  <a:pt x="13982" y="5210"/>
                </a:lnTo>
                <a:lnTo>
                  <a:pt x="13969" y="8880"/>
                </a:lnTo>
                <a:lnTo>
                  <a:pt x="13775" y="8907"/>
                </a:lnTo>
                <a:lnTo>
                  <a:pt x="13775" y="9943"/>
                </a:lnTo>
                <a:cubicBezTo>
                  <a:pt x="13465" y="9911"/>
                  <a:pt x="13129" y="9802"/>
                  <a:pt x="12970" y="9490"/>
                </a:cubicBezTo>
                <a:cubicBezTo>
                  <a:pt x="12739" y="9040"/>
                  <a:pt x="13035" y="8533"/>
                  <a:pt x="12762" y="8087"/>
                </a:cubicBezTo>
                <a:cubicBezTo>
                  <a:pt x="12558" y="7756"/>
                  <a:pt x="12437" y="7573"/>
                  <a:pt x="12106" y="7373"/>
                </a:cubicBezTo>
                <a:cubicBezTo>
                  <a:pt x="12043" y="7336"/>
                  <a:pt x="11279" y="6992"/>
                  <a:pt x="11117" y="6992"/>
                </a:cubicBezTo>
                <a:cubicBezTo>
                  <a:pt x="11097" y="6992"/>
                  <a:pt x="11086" y="6997"/>
                  <a:pt x="11086" y="7008"/>
                </a:cubicBezTo>
                <a:cubicBezTo>
                  <a:pt x="11086" y="7008"/>
                  <a:pt x="11068" y="5494"/>
                  <a:pt x="10949" y="5494"/>
                </a:cubicBezTo>
                <a:cubicBezTo>
                  <a:pt x="10829" y="5494"/>
                  <a:pt x="10639" y="6973"/>
                  <a:pt x="10639" y="6973"/>
                </a:cubicBezTo>
                <a:cubicBezTo>
                  <a:pt x="10639" y="6973"/>
                  <a:pt x="10636" y="6973"/>
                  <a:pt x="10628" y="6973"/>
                </a:cubicBezTo>
                <a:cubicBezTo>
                  <a:pt x="10495" y="6973"/>
                  <a:pt x="9215" y="7003"/>
                  <a:pt x="8922" y="8158"/>
                </a:cubicBezTo>
                <a:cubicBezTo>
                  <a:pt x="8846" y="8459"/>
                  <a:pt x="8788" y="8720"/>
                  <a:pt x="8742" y="8943"/>
                </a:cubicBezTo>
                <a:cubicBezTo>
                  <a:pt x="8254" y="8636"/>
                  <a:pt x="7502" y="8168"/>
                  <a:pt x="7502" y="8168"/>
                </a:cubicBezTo>
                <a:lnTo>
                  <a:pt x="5728" y="8837"/>
                </a:lnTo>
                <a:cubicBezTo>
                  <a:pt x="5728" y="7552"/>
                  <a:pt x="5706" y="4403"/>
                  <a:pt x="5706" y="4403"/>
                </a:cubicBezTo>
                <a:lnTo>
                  <a:pt x="6008" y="4403"/>
                </a:lnTo>
                <a:lnTo>
                  <a:pt x="6008" y="4200"/>
                </a:lnTo>
                <a:lnTo>
                  <a:pt x="5613" y="4200"/>
                </a:lnTo>
                <a:cubicBezTo>
                  <a:pt x="5671" y="4096"/>
                  <a:pt x="5706" y="4039"/>
                  <a:pt x="5706" y="3948"/>
                </a:cubicBezTo>
                <a:cubicBezTo>
                  <a:pt x="5706" y="3750"/>
                  <a:pt x="5544" y="3581"/>
                  <a:pt x="5346" y="3581"/>
                </a:cubicBezTo>
                <a:cubicBezTo>
                  <a:pt x="5148" y="3581"/>
                  <a:pt x="4986" y="3751"/>
                  <a:pt x="4986" y="3951"/>
                </a:cubicBezTo>
                <a:cubicBezTo>
                  <a:pt x="4986" y="4044"/>
                  <a:pt x="5023" y="4096"/>
                  <a:pt x="5079" y="4200"/>
                </a:cubicBezTo>
                <a:lnTo>
                  <a:pt x="4766" y="4200"/>
                </a:lnTo>
                <a:lnTo>
                  <a:pt x="4766" y="4436"/>
                </a:lnTo>
                <a:lnTo>
                  <a:pt x="4961" y="4412"/>
                </a:lnTo>
                <a:lnTo>
                  <a:pt x="4744" y="8239"/>
                </a:lnTo>
                <a:lnTo>
                  <a:pt x="4231" y="8239"/>
                </a:lnTo>
                <a:cubicBezTo>
                  <a:pt x="4276" y="8239"/>
                  <a:pt x="4202" y="7392"/>
                  <a:pt x="4178" y="7326"/>
                </a:cubicBezTo>
                <a:cubicBezTo>
                  <a:pt x="4087" y="7078"/>
                  <a:pt x="3900" y="6886"/>
                  <a:pt x="3659" y="6783"/>
                </a:cubicBezTo>
                <a:cubicBezTo>
                  <a:pt x="3503" y="6716"/>
                  <a:pt x="3194" y="6707"/>
                  <a:pt x="3070" y="6617"/>
                </a:cubicBezTo>
                <a:cubicBezTo>
                  <a:pt x="2909" y="6498"/>
                  <a:pt x="2872" y="6340"/>
                  <a:pt x="2816" y="6173"/>
                </a:cubicBezTo>
                <a:cubicBezTo>
                  <a:pt x="2758" y="6000"/>
                  <a:pt x="2742" y="5926"/>
                  <a:pt x="2716" y="5611"/>
                </a:cubicBezTo>
                <a:cubicBezTo>
                  <a:pt x="2663" y="5848"/>
                  <a:pt x="2611" y="6120"/>
                  <a:pt x="2496" y="6343"/>
                </a:cubicBezTo>
                <a:cubicBezTo>
                  <a:pt x="2320" y="6689"/>
                  <a:pt x="1922" y="6700"/>
                  <a:pt x="1565" y="6756"/>
                </a:cubicBezTo>
                <a:cubicBezTo>
                  <a:pt x="1086" y="6832"/>
                  <a:pt x="1018" y="7144"/>
                  <a:pt x="885" y="7532"/>
                </a:cubicBezTo>
                <a:cubicBezTo>
                  <a:pt x="816" y="7735"/>
                  <a:pt x="762" y="7930"/>
                  <a:pt x="736" y="8241"/>
                </a:cubicBezTo>
                <a:lnTo>
                  <a:pt x="270" y="8241"/>
                </a:lnTo>
                <a:cubicBezTo>
                  <a:pt x="270" y="8034"/>
                  <a:pt x="303" y="7856"/>
                  <a:pt x="310" y="7697"/>
                </a:cubicBezTo>
                <a:cubicBezTo>
                  <a:pt x="320" y="7455"/>
                  <a:pt x="275" y="7213"/>
                  <a:pt x="233" y="6973"/>
                </a:cubicBezTo>
                <a:cubicBezTo>
                  <a:pt x="197" y="6786"/>
                  <a:pt x="105" y="6607"/>
                  <a:pt x="1" y="6460"/>
                </a:cubicBezTo>
                <a:lnTo>
                  <a:pt x="1" y="31333"/>
                </a:lnTo>
                <a:lnTo>
                  <a:pt x="75035" y="31333"/>
                </a:lnTo>
                <a:lnTo>
                  <a:pt x="75035" y="31540"/>
                </a:lnTo>
                <a:lnTo>
                  <a:pt x="120740" y="31333"/>
                </a:lnTo>
                <a:lnTo>
                  <a:pt x="136378" y="31333"/>
                </a:lnTo>
                <a:lnTo>
                  <a:pt x="136378" y="5480"/>
                </a:lnTo>
                <a:cubicBezTo>
                  <a:pt x="135762" y="5480"/>
                  <a:pt x="134729" y="5501"/>
                  <a:pt x="134522" y="7638"/>
                </a:cubicBezTo>
                <a:cubicBezTo>
                  <a:pt x="134522" y="7638"/>
                  <a:pt x="134494" y="6217"/>
                  <a:pt x="134158" y="6190"/>
                </a:cubicBezTo>
                <a:cubicBezTo>
                  <a:pt x="134110" y="6186"/>
                  <a:pt x="134064" y="6182"/>
                  <a:pt x="134021" y="6182"/>
                </a:cubicBezTo>
                <a:cubicBezTo>
                  <a:pt x="133767" y="6182"/>
                  <a:pt x="133601" y="6331"/>
                  <a:pt x="133446" y="7631"/>
                </a:cubicBezTo>
                <a:lnTo>
                  <a:pt x="133274" y="7579"/>
                </a:lnTo>
                <a:lnTo>
                  <a:pt x="133274" y="3578"/>
                </a:lnTo>
                <a:lnTo>
                  <a:pt x="133074" y="3578"/>
                </a:lnTo>
                <a:cubicBezTo>
                  <a:pt x="133072" y="3370"/>
                  <a:pt x="133058" y="3129"/>
                  <a:pt x="132969" y="3026"/>
                </a:cubicBezTo>
                <a:cubicBezTo>
                  <a:pt x="132938" y="2996"/>
                  <a:pt x="132909" y="2967"/>
                  <a:pt x="132880" y="2947"/>
                </a:cubicBezTo>
                <a:cubicBezTo>
                  <a:pt x="132823" y="2573"/>
                  <a:pt x="132885" y="2280"/>
                  <a:pt x="132779" y="1627"/>
                </a:cubicBezTo>
                <a:cubicBezTo>
                  <a:pt x="132642" y="2225"/>
                  <a:pt x="132635" y="2500"/>
                  <a:pt x="132635" y="2907"/>
                </a:cubicBezTo>
                <a:cubicBezTo>
                  <a:pt x="132487" y="2985"/>
                  <a:pt x="132431" y="3266"/>
                  <a:pt x="132412" y="3578"/>
                </a:cubicBezTo>
                <a:lnTo>
                  <a:pt x="132238" y="3578"/>
                </a:lnTo>
                <a:lnTo>
                  <a:pt x="132238" y="7279"/>
                </a:lnTo>
                <a:cubicBezTo>
                  <a:pt x="131796" y="6555"/>
                  <a:pt x="131136" y="6155"/>
                  <a:pt x="130282" y="6155"/>
                </a:cubicBezTo>
                <a:cubicBezTo>
                  <a:pt x="130137" y="6155"/>
                  <a:pt x="129987" y="6166"/>
                  <a:pt x="129830" y="6190"/>
                </a:cubicBezTo>
                <a:cubicBezTo>
                  <a:pt x="127452" y="6494"/>
                  <a:pt x="127513" y="8238"/>
                  <a:pt x="127501" y="9998"/>
                </a:cubicBezTo>
                <a:lnTo>
                  <a:pt x="127059" y="9998"/>
                </a:lnTo>
                <a:lnTo>
                  <a:pt x="127059" y="7875"/>
                </a:lnTo>
                <a:lnTo>
                  <a:pt x="126866" y="7849"/>
                </a:lnTo>
                <a:lnTo>
                  <a:pt x="126853" y="4179"/>
                </a:lnTo>
                <a:lnTo>
                  <a:pt x="127059" y="4162"/>
                </a:lnTo>
                <a:lnTo>
                  <a:pt x="127059" y="3993"/>
                </a:lnTo>
                <a:lnTo>
                  <a:pt x="126725" y="3993"/>
                </a:lnTo>
                <a:cubicBezTo>
                  <a:pt x="126783" y="3889"/>
                  <a:pt x="126818" y="3843"/>
                  <a:pt x="126818" y="3755"/>
                </a:cubicBezTo>
                <a:cubicBezTo>
                  <a:pt x="126818" y="3566"/>
                  <a:pt x="126657" y="3407"/>
                  <a:pt x="126458" y="3407"/>
                </a:cubicBezTo>
                <a:cubicBezTo>
                  <a:pt x="126259" y="3407"/>
                  <a:pt x="126097" y="3567"/>
                  <a:pt x="126097" y="3757"/>
                </a:cubicBezTo>
                <a:cubicBezTo>
                  <a:pt x="126097" y="3845"/>
                  <a:pt x="126135" y="3889"/>
                  <a:pt x="126191" y="3993"/>
                </a:cubicBezTo>
                <a:lnTo>
                  <a:pt x="125816" y="3993"/>
                </a:lnTo>
                <a:lnTo>
                  <a:pt x="125816" y="4200"/>
                </a:lnTo>
                <a:lnTo>
                  <a:pt x="126097" y="4200"/>
                </a:lnTo>
                <a:cubicBezTo>
                  <a:pt x="126097" y="4200"/>
                  <a:pt x="126075" y="7195"/>
                  <a:pt x="126075" y="8421"/>
                </a:cubicBezTo>
                <a:lnTo>
                  <a:pt x="124514" y="7432"/>
                </a:lnTo>
                <a:lnTo>
                  <a:pt x="122954" y="8513"/>
                </a:lnTo>
                <a:lnTo>
                  <a:pt x="122839" y="4195"/>
                </a:lnTo>
                <a:lnTo>
                  <a:pt x="122431" y="4198"/>
                </a:lnTo>
                <a:cubicBezTo>
                  <a:pt x="122416" y="4024"/>
                  <a:pt x="122340" y="3822"/>
                  <a:pt x="122250" y="3737"/>
                </a:cubicBezTo>
                <a:cubicBezTo>
                  <a:pt x="122173" y="3671"/>
                  <a:pt x="122032" y="3632"/>
                  <a:pt x="121894" y="3619"/>
                </a:cubicBezTo>
                <a:cubicBezTo>
                  <a:pt x="121882" y="3495"/>
                  <a:pt x="121869" y="3370"/>
                  <a:pt x="121854" y="3245"/>
                </a:cubicBezTo>
                <a:cubicBezTo>
                  <a:pt x="121828" y="3064"/>
                  <a:pt x="121783" y="2878"/>
                  <a:pt x="121743" y="2698"/>
                </a:cubicBezTo>
                <a:cubicBezTo>
                  <a:pt x="121713" y="2554"/>
                  <a:pt x="121696" y="2396"/>
                  <a:pt x="121653" y="2253"/>
                </a:cubicBezTo>
                <a:cubicBezTo>
                  <a:pt x="121633" y="2190"/>
                  <a:pt x="121614" y="2165"/>
                  <a:pt x="121595" y="2165"/>
                </a:cubicBezTo>
                <a:cubicBezTo>
                  <a:pt x="121531" y="2165"/>
                  <a:pt x="121481" y="2481"/>
                  <a:pt x="121477" y="2544"/>
                </a:cubicBezTo>
                <a:cubicBezTo>
                  <a:pt x="121463" y="2715"/>
                  <a:pt x="121463" y="2885"/>
                  <a:pt x="121463" y="3061"/>
                </a:cubicBezTo>
                <a:cubicBezTo>
                  <a:pt x="121463" y="3254"/>
                  <a:pt x="121442" y="3448"/>
                  <a:pt x="121435" y="3640"/>
                </a:cubicBezTo>
                <a:cubicBezTo>
                  <a:pt x="121314" y="3647"/>
                  <a:pt x="121197" y="3664"/>
                  <a:pt x="121085" y="3739"/>
                </a:cubicBezTo>
                <a:cubicBezTo>
                  <a:pt x="120927" y="3854"/>
                  <a:pt x="120873" y="4031"/>
                  <a:pt x="120863" y="4212"/>
                </a:cubicBezTo>
                <a:lnTo>
                  <a:pt x="120520" y="4214"/>
                </a:lnTo>
                <a:lnTo>
                  <a:pt x="120606" y="9042"/>
                </a:lnTo>
                <a:lnTo>
                  <a:pt x="119969" y="8906"/>
                </a:lnTo>
                <a:lnTo>
                  <a:pt x="119848" y="2614"/>
                </a:lnTo>
                <a:lnTo>
                  <a:pt x="120122" y="2579"/>
                </a:lnTo>
                <a:lnTo>
                  <a:pt x="120122" y="2232"/>
                </a:lnTo>
                <a:lnTo>
                  <a:pt x="119811" y="2232"/>
                </a:lnTo>
                <a:cubicBezTo>
                  <a:pt x="119834" y="2025"/>
                  <a:pt x="119790" y="1889"/>
                  <a:pt x="119780" y="1779"/>
                </a:cubicBezTo>
                <a:cubicBezTo>
                  <a:pt x="119738" y="1464"/>
                  <a:pt x="119681" y="1408"/>
                  <a:pt x="119447" y="1388"/>
                </a:cubicBezTo>
                <a:cubicBezTo>
                  <a:pt x="119429" y="910"/>
                  <a:pt x="119357" y="0"/>
                  <a:pt x="119231" y="0"/>
                </a:cubicBezTo>
                <a:cubicBezTo>
                  <a:pt x="119216" y="0"/>
                  <a:pt x="119200" y="14"/>
                  <a:pt x="119183" y="43"/>
                </a:cubicBezTo>
                <a:cubicBezTo>
                  <a:pt x="119123" y="405"/>
                  <a:pt x="119086" y="940"/>
                  <a:pt x="119066" y="1388"/>
                </a:cubicBezTo>
                <a:cubicBezTo>
                  <a:pt x="118649" y="1449"/>
                  <a:pt x="118871" y="1819"/>
                  <a:pt x="118785" y="2232"/>
                </a:cubicBezTo>
                <a:lnTo>
                  <a:pt x="118508" y="2232"/>
                </a:lnTo>
                <a:lnTo>
                  <a:pt x="118490" y="2646"/>
                </a:lnTo>
                <a:lnTo>
                  <a:pt x="118766" y="2646"/>
                </a:lnTo>
                <a:lnTo>
                  <a:pt x="118645" y="9109"/>
                </a:lnTo>
                <a:lnTo>
                  <a:pt x="117619" y="9364"/>
                </a:lnTo>
                <a:lnTo>
                  <a:pt x="117458" y="8239"/>
                </a:lnTo>
                <a:lnTo>
                  <a:pt x="116670" y="8239"/>
                </a:lnTo>
                <a:cubicBezTo>
                  <a:pt x="116660" y="8031"/>
                  <a:pt x="116668" y="7879"/>
                  <a:pt x="116653" y="7721"/>
                </a:cubicBezTo>
                <a:cubicBezTo>
                  <a:pt x="116626" y="7480"/>
                  <a:pt x="116618" y="7227"/>
                  <a:pt x="116549" y="6994"/>
                </a:cubicBezTo>
                <a:cubicBezTo>
                  <a:pt x="116430" y="6579"/>
                  <a:pt x="116193" y="6201"/>
                  <a:pt x="115796" y="6010"/>
                </a:cubicBezTo>
                <a:cubicBezTo>
                  <a:pt x="115371" y="5806"/>
                  <a:pt x="114743" y="5673"/>
                  <a:pt x="114114" y="5673"/>
                </a:cubicBezTo>
                <a:cubicBezTo>
                  <a:pt x="113102" y="5673"/>
                  <a:pt x="112087" y="6018"/>
                  <a:pt x="111918" y="6963"/>
                </a:cubicBezTo>
                <a:cubicBezTo>
                  <a:pt x="111874" y="7205"/>
                  <a:pt x="111832" y="7455"/>
                  <a:pt x="111840" y="7697"/>
                </a:cubicBezTo>
                <a:cubicBezTo>
                  <a:pt x="111847" y="7854"/>
                  <a:pt x="111881" y="8034"/>
                  <a:pt x="111881" y="8241"/>
                </a:cubicBezTo>
                <a:lnTo>
                  <a:pt x="111414" y="8241"/>
                </a:lnTo>
                <a:cubicBezTo>
                  <a:pt x="111389" y="7930"/>
                  <a:pt x="111334" y="7735"/>
                  <a:pt x="111265" y="7532"/>
                </a:cubicBezTo>
                <a:cubicBezTo>
                  <a:pt x="111132" y="7144"/>
                  <a:pt x="111066" y="6842"/>
                  <a:pt x="110585" y="6766"/>
                </a:cubicBezTo>
                <a:cubicBezTo>
                  <a:pt x="110227" y="6710"/>
                  <a:pt x="109830" y="6695"/>
                  <a:pt x="109655" y="6349"/>
                </a:cubicBezTo>
                <a:cubicBezTo>
                  <a:pt x="109541" y="6125"/>
                  <a:pt x="109487" y="5850"/>
                  <a:pt x="109435" y="5612"/>
                </a:cubicBezTo>
                <a:cubicBezTo>
                  <a:pt x="109410" y="5927"/>
                  <a:pt x="109395" y="5999"/>
                  <a:pt x="109334" y="6173"/>
                </a:cubicBezTo>
                <a:cubicBezTo>
                  <a:pt x="109278" y="6340"/>
                  <a:pt x="109241" y="6495"/>
                  <a:pt x="109078" y="6614"/>
                </a:cubicBezTo>
                <a:cubicBezTo>
                  <a:pt x="108955" y="6706"/>
                  <a:pt x="108645" y="6707"/>
                  <a:pt x="108489" y="6773"/>
                </a:cubicBezTo>
                <a:cubicBezTo>
                  <a:pt x="108249" y="6877"/>
                  <a:pt x="108062" y="7080"/>
                  <a:pt x="107971" y="7327"/>
                </a:cubicBezTo>
                <a:cubicBezTo>
                  <a:pt x="107947" y="7395"/>
                  <a:pt x="107874" y="8241"/>
                  <a:pt x="107916" y="8241"/>
                </a:cubicBezTo>
                <a:lnTo>
                  <a:pt x="107403" y="8241"/>
                </a:lnTo>
                <a:lnTo>
                  <a:pt x="107188" y="4415"/>
                </a:lnTo>
                <a:lnTo>
                  <a:pt x="107382" y="4437"/>
                </a:lnTo>
                <a:lnTo>
                  <a:pt x="107382" y="4200"/>
                </a:lnTo>
                <a:lnTo>
                  <a:pt x="107070" y="4200"/>
                </a:lnTo>
                <a:cubicBezTo>
                  <a:pt x="107127" y="4096"/>
                  <a:pt x="107162" y="4039"/>
                  <a:pt x="107162" y="3948"/>
                </a:cubicBezTo>
                <a:cubicBezTo>
                  <a:pt x="107162" y="3750"/>
                  <a:pt x="107001" y="3581"/>
                  <a:pt x="106803" y="3581"/>
                </a:cubicBezTo>
                <a:cubicBezTo>
                  <a:pt x="106604" y="3581"/>
                  <a:pt x="106443" y="3751"/>
                  <a:pt x="106443" y="3951"/>
                </a:cubicBezTo>
                <a:cubicBezTo>
                  <a:pt x="106443" y="4044"/>
                  <a:pt x="106479" y="4096"/>
                  <a:pt x="106536" y="4200"/>
                </a:cubicBezTo>
                <a:lnTo>
                  <a:pt x="106141" y="4200"/>
                </a:lnTo>
                <a:lnTo>
                  <a:pt x="106141" y="4408"/>
                </a:lnTo>
                <a:lnTo>
                  <a:pt x="106443" y="4408"/>
                </a:lnTo>
                <a:cubicBezTo>
                  <a:pt x="106443" y="4408"/>
                  <a:pt x="106420" y="7556"/>
                  <a:pt x="106420" y="8839"/>
                </a:cubicBezTo>
                <a:lnTo>
                  <a:pt x="104649" y="8177"/>
                </a:lnTo>
                <a:cubicBezTo>
                  <a:pt x="104649" y="8177"/>
                  <a:pt x="103897" y="8646"/>
                  <a:pt x="103408" y="8952"/>
                </a:cubicBezTo>
                <a:cubicBezTo>
                  <a:pt x="103365" y="8727"/>
                  <a:pt x="103304" y="8466"/>
                  <a:pt x="103230" y="8165"/>
                </a:cubicBezTo>
                <a:cubicBezTo>
                  <a:pt x="102935" y="7010"/>
                  <a:pt x="101655" y="6980"/>
                  <a:pt x="101522" y="6980"/>
                </a:cubicBezTo>
                <a:cubicBezTo>
                  <a:pt x="101514" y="6980"/>
                  <a:pt x="101511" y="6980"/>
                  <a:pt x="101511" y="6980"/>
                </a:cubicBezTo>
                <a:cubicBezTo>
                  <a:pt x="101511" y="6980"/>
                  <a:pt x="101321" y="5501"/>
                  <a:pt x="101201" y="5501"/>
                </a:cubicBezTo>
                <a:cubicBezTo>
                  <a:pt x="101082" y="5501"/>
                  <a:pt x="101065" y="7002"/>
                  <a:pt x="101065" y="7015"/>
                </a:cubicBezTo>
                <a:lnTo>
                  <a:pt x="101065" y="7015"/>
                </a:lnTo>
                <a:cubicBezTo>
                  <a:pt x="101065" y="7004"/>
                  <a:pt x="101054" y="6999"/>
                  <a:pt x="101035" y="6999"/>
                </a:cubicBezTo>
                <a:cubicBezTo>
                  <a:pt x="100874" y="6999"/>
                  <a:pt x="100110" y="7343"/>
                  <a:pt x="100046" y="7380"/>
                </a:cubicBezTo>
                <a:cubicBezTo>
                  <a:pt x="99713" y="7580"/>
                  <a:pt x="99591" y="7763"/>
                  <a:pt x="99388" y="8095"/>
                </a:cubicBezTo>
                <a:cubicBezTo>
                  <a:pt x="99116" y="8540"/>
                  <a:pt x="99411" y="9071"/>
                  <a:pt x="99182" y="9521"/>
                </a:cubicBezTo>
                <a:cubicBezTo>
                  <a:pt x="98961" y="9953"/>
                  <a:pt x="98452" y="10008"/>
                  <a:pt x="97997" y="10008"/>
                </a:cubicBezTo>
                <a:cubicBezTo>
                  <a:pt x="97843" y="10008"/>
                  <a:pt x="97695" y="10002"/>
                  <a:pt x="97567" y="10002"/>
                </a:cubicBezTo>
                <a:lnTo>
                  <a:pt x="89877" y="10002"/>
                </a:lnTo>
                <a:lnTo>
                  <a:pt x="89619" y="3207"/>
                </a:lnTo>
                <a:lnTo>
                  <a:pt x="87643" y="3133"/>
                </a:lnTo>
                <a:lnTo>
                  <a:pt x="87716" y="10002"/>
                </a:lnTo>
                <a:lnTo>
                  <a:pt x="84707" y="10002"/>
                </a:lnTo>
                <a:lnTo>
                  <a:pt x="84707" y="3578"/>
                </a:lnTo>
                <a:lnTo>
                  <a:pt x="84531" y="3578"/>
                </a:lnTo>
                <a:cubicBezTo>
                  <a:pt x="84514" y="3266"/>
                  <a:pt x="84458" y="2984"/>
                  <a:pt x="84310" y="2905"/>
                </a:cubicBezTo>
                <a:cubicBezTo>
                  <a:pt x="84310" y="2497"/>
                  <a:pt x="84303" y="2226"/>
                  <a:pt x="84164" y="1629"/>
                </a:cubicBezTo>
                <a:cubicBezTo>
                  <a:pt x="84059" y="2282"/>
                  <a:pt x="84121" y="2569"/>
                  <a:pt x="84064" y="2943"/>
                </a:cubicBezTo>
                <a:cubicBezTo>
                  <a:pt x="84036" y="2963"/>
                  <a:pt x="84005" y="2996"/>
                  <a:pt x="83975" y="3026"/>
                </a:cubicBezTo>
                <a:cubicBezTo>
                  <a:pt x="83886" y="3129"/>
                  <a:pt x="83875" y="3369"/>
                  <a:pt x="83869" y="3576"/>
                </a:cubicBezTo>
                <a:lnTo>
                  <a:pt x="83671" y="3576"/>
                </a:lnTo>
                <a:lnTo>
                  <a:pt x="83671" y="7577"/>
                </a:lnTo>
                <a:lnTo>
                  <a:pt x="83498" y="7629"/>
                </a:lnTo>
                <a:cubicBezTo>
                  <a:pt x="83343" y="6332"/>
                  <a:pt x="83174" y="6180"/>
                  <a:pt x="82919" y="6180"/>
                </a:cubicBezTo>
                <a:cubicBezTo>
                  <a:pt x="82876" y="6180"/>
                  <a:pt x="82829" y="6185"/>
                  <a:pt x="82780" y="6189"/>
                </a:cubicBezTo>
                <a:cubicBezTo>
                  <a:pt x="82444" y="6215"/>
                  <a:pt x="82417" y="7636"/>
                  <a:pt x="82417" y="7636"/>
                </a:cubicBezTo>
                <a:cubicBezTo>
                  <a:pt x="82212" y="5497"/>
                  <a:pt x="81176" y="5479"/>
                  <a:pt x="80558" y="5479"/>
                </a:cubicBezTo>
                <a:cubicBezTo>
                  <a:pt x="79796" y="5479"/>
                  <a:pt x="78761" y="5553"/>
                  <a:pt x="78458" y="6349"/>
                </a:cubicBezTo>
                <a:cubicBezTo>
                  <a:pt x="78227" y="6953"/>
                  <a:pt x="78259" y="7643"/>
                  <a:pt x="78203" y="8276"/>
                </a:cubicBezTo>
                <a:cubicBezTo>
                  <a:pt x="78151" y="8839"/>
                  <a:pt x="78116" y="9374"/>
                  <a:pt x="78092" y="9996"/>
                </a:cubicBezTo>
                <a:lnTo>
                  <a:pt x="77173" y="9996"/>
                </a:lnTo>
                <a:lnTo>
                  <a:pt x="75029" y="8481"/>
                </a:lnTo>
                <a:lnTo>
                  <a:pt x="75029" y="14150"/>
                </a:lnTo>
                <a:lnTo>
                  <a:pt x="74727" y="7629"/>
                </a:lnTo>
                <a:lnTo>
                  <a:pt x="74556" y="7577"/>
                </a:lnTo>
                <a:lnTo>
                  <a:pt x="74556" y="3578"/>
                </a:lnTo>
                <a:lnTo>
                  <a:pt x="74356" y="3578"/>
                </a:lnTo>
                <a:cubicBezTo>
                  <a:pt x="74353" y="3370"/>
                  <a:pt x="74339" y="3129"/>
                  <a:pt x="74251" y="3026"/>
                </a:cubicBezTo>
                <a:cubicBezTo>
                  <a:pt x="74220" y="2996"/>
                  <a:pt x="74190" y="2967"/>
                  <a:pt x="74162" y="2947"/>
                </a:cubicBezTo>
                <a:cubicBezTo>
                  <a:pt x="74106" y="2573"/>
                  <a:pt x="74166" y="2280"/>
                  <a:pt x="74061" y="1627"/>
                </a:cubicBezTo>
                <a:cubicBezTo>
                  <a:pt x="73923" y="2225"/>
                  <a:pt x="73916" y="2500"/>
                  <a:pt x="73916" y="2907"/>
                </a:cubicBezTo>
                <a:cubicBezTo>
                  <a:pt x="73769" y="2985"/>
                  <a:pt x="73712" y="3266"/>
                  <a:pt x="73694" y="3578"/>
                </a:cubicBezTo>
                <a:lnTo>
                  <a:pt x="73520" y="3578"/>
                </a:lnTo>
                <a:lnTo>
                  <a:pt x="73520" y="7279"/>
                </a:lnTo>
                <a:cubicBezTo>
                  <a:pt x="73078" y="6555"/>
                  <a:pt x="72418" y="6155"/>
                  <a:pt x="71564" y="6155"/>
                </a:cubicBezTo>
                <a:cubicBezTo>
                  <a:pt x="71419" y="6155"/>
                  <a:pt x="71268" y="6166"/>
                  <a:pt x="71112" y="6190"/>
                </a:cubicBezTo>
                <a:cubicBezTo>
                  <a:pt x="68734" y="6494"/>
                  <a:pt x="68794" y="8238"/>
                  <a:pt x="68783" y="9998"/>
                </a:cubicBezTo>
                <a:lnTo>
                  <a:pt x="68340" y="9998"/>
                </a:lnTo>
                <a:lnTo>
                  <a:pt x="68340" y="7875"/>
                </a:lnTo>
                <a:lnTo>
                  <a:pt x="68148" y="7849"/>
                </a:lnTo>
                <a:lnTo>
                  <a:pt x="68135" y="4179"/>
                </a:lnTo>
                <a:lnTo>
                  <a:pt x="68340" y="4162"/>
                </a:lnTo>
                <a:lnTo>
                  <a:pt x="68340" y="3993"/>
                </a:lnTo>
                <a:lnTo>
                  <a:pt x="68007" y="3993"/>
                </a:lnTo>
                <a:cubicBezTo>
                  <a:pt x="68065" y="3889"/>
                  <a:pt x="68100" y="3843"/>
                  <a:pt x="68100" y="3755"/>
                </a:cubicBezTo>
                <a:cubicBezTo>
                  <a:pt x="68100" y="3566"/>
                  <a:pt x="67938" y="3407"/>
                  <a:pt x="67740" y="3407"/>
                </a:cubicBezTo>
                <a:cubicBezTo>
                  <a:pt x="67542" y="3407"/>
                  <a:pt x="67380" y="3567"/>
                  <a:pt x="67380" y="3757"/>
                </a:cubicBezTo>
                <a:cubicBezTo>
                  <a:pt x="67380" y="3845"/>
                  <a:pt x="67417" y="3889"/>
                  <a:pt x="67473" y="3993"/>
                </a:cubicBezTo>
                <a:lnTo>
                  <a:pt x="67099" y="3993"/>
                </a:lnTo>
                <a:lnTo>
                  <a:pt x="67099" y="4200"/>
                </a:lnTo>
                <a:lnTo>
                  <a:pt x="67380" y="4200"/>
                </a:lnTo>
                <a:cubicBezTo>
                  <a:pt x="67380" y="4200"/>
                  <a:pt x="67356" y="7195"/>
                  <a:pt x="67356" y="8421"/>
                </a:cubicBezTo>
                <a:lnTo>
                  <a:pt x="65795" y="7432"/>
                </a:lnTo>
                <a:lnTo>
                  <a:pt x="64234" y="8513"/>
                </a:lnTo>
                <a:lnTo>
                  <a:pt x="64119" y="4195"/>
                </a:lnTo>
                <a:lnTo>
                  <a:pt x="63712" y="4198"/>
                </a:lnTo>
                <a:cubicBezTo>
                  <a:pt x="63695" y="4024"/>
                  <a:pt x="63620" y="3822"/>
                  <a:pt x="63530" y="3737"/>
                </a:cubicBezTo>
                <a:cubicBezTo>
                  <a:pt x="63453" y="3671"/>
                  <a:pt x="63312" y="3632"/>
                  <a:pt x="63175" y="3619"/>
                </a:cubicBezTo>
                <a:cubicBezTo>
                  <a:pt x="63161" y="3495"/>
                  <a:pt x="63149" y="3370"/>
                  <a:pt x="63133" y="3245"/>
                </a:cubicBezTo>
                <a:cubicBezTo>
                  <a:pt x="63109" y="3064"/>
                  <a:pt x="63062" y="2878"/>
                  <a:pt x="63023" y="2698"/>
                </a:cubicBezTo>
                <a:cubicBezTo>
                  <a:pt x="62992" y="2554"/>
                  <a:pt x="62976" y="2396"/>
                  <a:pt x="62933" y="2253"/>
                </a:cubicBezTo>
                <a:cubicBezTo>
                  <a:pt x="62913" y="2190"/>
                  <a:pt x="62894" y="2165"/>
                  <a:pt x="62876" y="2165"/>
                </a:cubicBezTo>
                <a:cubicBezTo>
                  <a:pt x="62811" y="2165"/>
                  <a:pt x="62762" y="2481"/>
                  <a:pt x="62757" y="2544"/>
                </a:cubicBezTo>
                <a:cubicBezTo>
                  <a:pt x="62742" y="2715"/>
                  <a:pt x="62742" y="2885"/>
                  <a:pt x="62742" y="3061"/>
                </a:cubicBezTo>
                <a:cubicBezTo>
                  <a:pt x="62742" y="3254"/>
                  <a:pt x="62721" y="3448"/>
                  <a:pt x="62714" y="3640"/>
                </a:cubicBezTo>
                <a:cubicBezTo>
                  <a:pt x="62594" y="3647"/>
                  <a:pt x="62476" y="3664"/>
                  <a:pt x="62364" y="3739"/>
                </a:cubicBezTo>
                <a:cubicBezTo>
                  <a:pt x="62203" y="3854"/>
                  <a:pt x="62151" y="4031"/>
                  <a:pt x="62140" y="4212"/>
                </a:cubicBezTo>
                <a:lnTo>
                  <a:pt x="61797" y="4214"/>
                </a:lnTo>
                <a:lnTo>
                  <a:pt x="61884" y="9042"/>
                </a:lnTo>
                <a:lnTo>
                  <a:pt x="61884" y="9042"/>
                </a:lnTo>
                <a:lnTo>
                  <a:pt x="61248" y="8906"/>
                </a:lnTo>
                <a:lnTo>
                  <a:pt x="61127" y="2614"/>
                </a:lnTo>
                <a:lnTo>
                  <a:pt x="61401" y="2579"/>
                </a:lnTo>
                <a:lnTo>
                  <a:pt x="61401" y="2232"/>
                </a:lnTo>
                <a:lnTo>
                  <a:pt x="61090" y="2232"/>
                </a:lnTo>
                <a:cubicBezTo>
                  <a:pt x="61113" y="2025"/>
                  <a:pt x="61069" y="1889"/>
                  <a:pt x="61058" y="1779"/>
                </a:cubicBezTo>
                <a:cubicBezTo>
                  <a:pt x="61016" y="1464"/>
                  <a:pt x="60959" y="1408"/>
                  <a:pt x="60726" y="1388"/>
                </a:cubicBezTo>
                <a:cubicBezTo>
                  <a:pt x="60707" y="910"/>
                  <a:pt x="60635" y="0"/>
                  <a:pt x="6050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2" name="Table 1">
            <a:extLst>
              <a:ext uri="{FF2B5EF4-FFF2-40B4-BE49-F238E27FC236}">
                <a16:creationId xmlns:a16="http://schemas.microsoft.com/office/drawing/2014/main" id="{00314838-D307-D2F4-260F-573C9F04CB81}"/>
              </a:ext>
            </a:extLst>
          </p:cNvPr>
          <p:cNvGraphicFramePr>
            <a:graphicFrameLocks noGrp="1"/>
          </p:cNvGraphicFramePr>
          <p:nvPr>
            <p:extLst>
              <p:ext uri="{D42A27DB-BD31-4B8C-83A1-F6EECF244321}">
                <p14:modId xmlns:p14="http://schemas.microsoft.com/office/powerpoint/2010/main" val="2209901405"/>
              </p:ext>
            </p:extLst>
          </p:nvPr>
        </p:nvGraphicFramePr>
        <p:xfrm>
          <a:off x="812209" y="2573758"/>
          <a:ext cx="7833335" cy="370840"/>
        </p:xfrm>
        <a:graphic>
          <a:graphicData uri="http://schemas.openxmlformats.org/drawingml/2006/table">
            <a:tbl>
              <a:tblPr firstRow="1" bandRow="1">
                <a:tableStyleId>{CCA85549-C985-4066-839F-AF8710642582}</a:tableStyleId>
              </a:tblPr>
              <a:tblGrid>
                <a:gridCol w="1254628">
                  <a:extLst>
                    <a:ext uri="{9D8B030D-6E8A-4147-A177-3AD203B41FA5}">
                      <a16:colId xmlns:a16="http://schemas.microsoft.com/office/drawing/2014/main" val="2856879143"/>
                    </a:ext>
                  </a:extLst>
                </a:gridCol>
                <a:gridCol w="1254628">
                  <a:extLst>
                    <a:ext uri="{9D8B030D-6E8A-4147-A177-3AD203B41FA5}">
                      <a16:colId xmlns:a16="http://schemas.microsoft.com/office/drawing/2014/main" val="2418576434"/>
                    </a:ext>
                  </a:extLst>
                </a:gridCol>
                <a:gridCol w="1254628">
                  <a:extLst>
                    <a:ext uri="{9D8B030D-6E8A-4147-A177-3AD203B41FA5}">
                      <a16:colId xmlns:a16="http://schemas.microsoft.com/office/drawing/2014/main" val="1215114278"/>
                    </a:ext>
                  </a:extLst>
                </a:gridCol>
                <a:gridCol w="1254628">
                  <a:extLst>
                    <a:ext uri="{9D8B030D-6E8A-4147-A177-3AD203B41FA5}">
                      <a16:colId xmlns:a16="http://schemas.microsoft.com/office/drawing/2014/main" val="3678242561"/>
                    </a:ext>
                  </a:extLst>
                </a:gridCol>
                <a:gridCol w="1254628">
                  <a:extLst>
                    <a:ext uri="{9D8B030D-6E8A-4147-A177-3AD203B41FA5}">
                      <a16:colId xmlns:a16="http://schemas.microsoft.com/office/drawing/2014/main" val="2097614117"/>
                    </a:ext>
                  </a:extLst>
                </a:gridCol>
                <a:gridCol w="1560195">
                  <a:extLst>
                    <a:ext uri="{9D8B030D-6E8A-4147-A177-3AD203B41FA5}">
                      <a16:colId xmlns:a16="http://schemas.microsoft.com/office/drawing/2014/main" val="2599885825"/>
                    </a:ext>
                  </a:extLst>
                </a:gridCol>
              </a:tblGrid>
              <a:tr h="370840">
                <a:tc>
                  <a:txBody>
                    <a:bodyPr/>
                    <a:lstStyle/>
                    <a:p>
                      <a:pPr algn="ctr" rtl="1" fontAlgn="ctr"/>
                      <a:r>
                        <a:rPr lang="ar-SA" sz="2200" b="0" i="0" u="none" strike="noStrike">
                          <a:solidFill>
                            <a:srgbClr val="000000"/>
                          </a:solidFill>
                          <a:effectLst/>
                          <a:highlight>
                            <a:srgbClr val="FFFFFF"/>
                          </a:highlight>
                          <a:latin typeface="Calibri" panose="020F0502020204030204" pitchFamily="34" charset="0"/>
                        </a:rPr>
                        <a:t>*صلاة</a:t>
                      </a:r>
                    </a:p>
                  </a:txBody>
                  <a:tcPr marL="7620" marR="7620" marT="7620" marB="0" anchor="ctr"/>
                </a:tc>
                <a:tc>
                  <a:txBody>
                    <a:bodyPr/>
                    <a:lstStyle/>
                    <a:p>
                      <a:pPr algn="ctr" rtl="1" fontAlgn="ctr"/>
                      <a:r>
                        <a:rPr lang="ar-SA" sz="2200" b="0" i="0" u="none" strike="noStrike" dirty="0">
                          <a:solidFill>
                            <a:srgbClr val="000000"/>
                          </a:solidFill>
                          <a:effectLst/>
                          <a:highlight>
                            <a:srgbClr val="FFFFFF"/>
                          </a:highlight>
                          <a:latin typeface="Calibri" panose="020F0502020204030204" pitchFamily="34" charset="0"/>
                        </a:rPr>
                        <a:t>*صلى</a:t>
                      </a:r>
                    </a:p>
                  </a:txBody>
                  <a:tcPr marL="7620" marR="7620" marT="7620" marB="0" anchor="ctr"/>
                </a:tc>
                <a:tc>
                  <a:txBody>
                    <a:bodyPr/>
                    <a:lstStyle/>
                    <a:p>
                      <a:pPr algn="ctr" fontAlgn="ctr"/>
                      <a:r>
                        <a:rPr lang="ar-SA" sz="2200" b="0" i="0" u="none" strike="noStrike" dirty="0">
                          <a:solidFill>
                            <a:srgbClr val="000000"/>
                          </a:solidFill>
                          <a:effectLst/>
                          <a:highlight>
                            <a:srgbClr val="FFFFFF"/>
                          </a:highlight>
                          <a:latin typeface="Calibri" panose="020F0502020204030204" pitchFamily="34" charset="0"/>
                        </a:rPr>
                        <a:t>*صلات*</a:t>
                      </a:r>
                    </a:p>
                  </a:txBody>
                  <a:tcPr marL="7620" marR="7620" marT="7620" marB="0" anchor="ctr"/>
                </a:tc>
                <a:tc>
                  <a:txBody>
                    <a:bodyPr/>
                    <a:lstStyle/>
                    <a:p>
                      <a:pPr algn="ctr" fontAlgn="ctr"/>
                      <a:r>
                        <a:rPr lang="ar-SA" sz="2200" b="0" i="0" u="none" strike="noStrike" dirty="0">
                          <a:solidFill>
                            <a:srgbClr val="000000"/>
                          </a:solidFill>
                          <a:effectLst/>
                          <a:highlight>
                            <a:srgbClr val="FFFFFF"/>
                          </a:highlight>
                          <a:latin typeface="Calibri" panose="020F0502020204030204" pitchFamily="34" charset="0"/>
                        </a:rPr>
                        <a:t>*صلو*</a:t>
                      </a:r>
                    </a:p>
                  </a:txBody>
                  <a:tcPr marL="7620" marR="7620" marT="7620" marB="0" anchor="ctr"/>
                </a:tc>
                <a:tc>
                  <a:txBody>
                    <a:bodyPr/>
                    <a:lstStyle/>
                    <a:p>
                      <a:pPr algn="ctr" rtl="1" fontAlgn="ctr"/>
                      <a:r>
                        <a:rPr lang="ar-SA" sz="2200" b="0" i="0" u="none" strike="noStrike" dirty="0">
                          <a:solidFill>
                            <a:srgbClr val="000000"/>
                          </a:solidFill>
                          <a:effectLst/>
                          <a:highlight>
                            <a:srgbClr val="FFFFFF"/>
                          </a:highlight>
                          <a:latin typeface="Calibri" panose="020F0502020204030204" pitchFamily="34" charset="0"/>
                        </a:rPr>
                        <a:t>*مصلين</a:t>
                      </a:r>
                    </a:p>
                  </a:txBody>
                  <a:tcPr marL="7620" marR="7620" marT="7620" marB="0" anchor="ctr"/>
                </a:tc>
                <a:tc>
                  <a:txBody>
                    <a:bodyPr/>
                    <a:lstStyle/>
                    <a:p>
                      <a:pPr algn="ctr" rtl="1" fontAlgn="ctr"/>
                      <a:r>
                        <a:rPr lang="ar-SA" sz="2200" b="0" i="0" u="none" strike="noStrike" dirty="0">
                          <a:solidFill>
                            <a:srgbClr val="000000"/>
                          </a:solidFill>
                          <a:effectLst/>
                          <a:highlight>
                            <a:srgbClr val="FFFFFF"/>
                          </a:highlight>
                          <a:latin typeface="Calibri" panose="020F0502020204030204" pitchFamily="34" charset="0"/>
                        </a:rPr>
                        <a:t>*صل</a:t>
                      </a:r>
                    </a:p>
                  </a:txBody>
                  <a:tcPr marL="7620" marR="7620" marT="7620" marB="0" anchor="ctr"/>
                </a:tc>
                <a:extLst>
                  <a:ext uri="{0D108BD9-81ED-4DB2-BD59-A6C34878D82A}">
                    <a16:rowId xmlns:a16="http://schemas.microsoft.com/office/drawing/2014/main" val="1365697422"/>
                  </a:ext>
                </a:extLst>
              </a:tr>
            </a:tbl>
          </a:graphicData>
        </a:graphic>
      </p:graphicFrame>
      <p:grpSp>
        <p:nvGrpSpPr>
          <p:cNvPr id="3" name="Google Shape;1700;p64">
            <a:extLst>
              <a:ext uri="{FF2B5EF4-FFF2-40B4-BE49-F238E27FC236}">
                <a16:creationId xmlns:a16="http://schemas.microsoft.com/office/drawing/2014/main" id="{993E46E0-50BC-2F31-63EC-7FA285C6E11B}"/>
              </a:ext>
            </a:extLst>
          </p:cNvPr>
          <p:cNvGrpSpPr/>
          <p:nvPr/>
        </p:nvGrpSpPr>
        <p:grpSpPr>
          <a:xfrm>
            <a:off x="8651619" y="1855735"/>
            <a:ext cx="492381" cy="2906915"/>
            <a:chOff x="4096075" y="-5745133"/>
            <a:chExt cx="761022" cy="4492913"/>
          </a:xfrm>
        </p:grpSpPr>
        <p:sp>
          <p:nvSpPr>
            <p:cNvPr id="4" name="Google Shape;1701;p64">
              <a:extLst>
                <a:ext uri="{FF2B5EF4-FFF2-40B4-BE49-F238E27FC236}">
                  <a16:creationId xmlns:a16="http://schemas.microsoft.com/office/drawing/2014/main" id="{63350667-5747-2BA4-AECB-78593307E630}"/>
                </a:ext>
              </a:extLst>
            </p:cNvPr>
            <p:cNvSpPr/>
            <p:nvPr/>
          </p:nvSpPr>
          <p:spPr>
            <a:xfrm>
              <a:off x="4452758" y="-5745133"/>
              <a:ext cx="57292" cy="245142"/>
            </a:xfrm>
            <a:custGeom>
              <a:avLst/>
              <a:gdLst/>
              <a:ahLst/>
              <a:cxnLst/>
              <a:rect l="l" t="t" r="r" b="b"/>
              <a:pathLst>
                <a:path w="226" h="967" extrusionOk="0">
                  <a:moveTo>
                    <a:pt x="115" y="1"/>
                  </a:moveTo>
                  <a:cubicBezTo>
                    <a:pt x="115" y="1"/>
                    <a:pt x="115" y="1"/>
                    <a:pt x="115" y="1"/>
                  </a:cubicBezTo>
                  <a:cubicBezTo>
                    <a:pt x="71" y="1"/>
                    <a:pt x="1" y="432"/>
                    <a:pt x="1" y="699"/>
                  </a:cubicBezTo>
                  <a:cubicBezTo>
                    <a:pt x="1" y="966"/>
                    <a:pt x="71" y="966"/>
                    <a:pt x="115" y="966"/>
                  </a:cubicBezTo>
                  <a:cubicBezTo>
                    <a:pt x="118" y="966"/>
                    <a:pt x="121" y="966"/>
                    <a:pt x="124" y="966"/>
                  </a:cubicBezTo>
                  <a:cubicBezTo>
                    <a:pt x="167" y="966"/>
                    <a:pt x="226" y="958"/>
                    <a:pt x="226" y="709"/>
                  </a:cubicBezTo>
                  <a:cubicBezTo>
                    <a:pt x="226" y="442"/>
                    <a:pt x="158" y="1"/>
                    <a:pt x="1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702;p64">
              <a:extLst>
                <a:ext uri="{FF2B5EF4-FFF2-40B4-BE49-F238E27FC236}">
                  <a16:creationId xmlns:a16="http://schemas.microsoft.com/office/drawing/2014/main" id="{13BD9924-5F71-CD93-14B2-74BFB8455139}"/>
                </a:ext>
              </a:extLst>
            </p:cNvPr>
            <p:cNvSpPr/>
            <p:nvPr/>
          </p:nvSpPr>
          <p:spPr>
            <a:xfrm>
              <a:off x="4131819" y="-4988668"/>
              <a:ext cx="680154" cy="3736447"/>
            </a:xfrm>
            <a:custGeom>
              <a:avLst/>
              <a:gdLst/>
              <a:ahLst/>
              <a:cxnLst/>
              <a:rect l="l" t="t" r="r" b="b"/>
              <a:pathLst>
                <a:path w="2683" h="14739" extrusionOk="0">
                  <a:moveTo>
                    <a:pt x="411" y="1"/>
                  </a:moveTo>
                  <a:lnTo>
                    <a:pt x="0" y="14738"/>
                  </a:lnTo>
                  <a:lnTo>
                    <a:pt x="2682" y="14738"/>
                  </a:lnTo>
                  <a:lnTo>
                    <a:pt x="222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03;p64">
              <a:extLst>
                <a:ext uri="{FF2B5EF4-FFF2-40B4-BE49-F238E27FC236}">
                  <a16:creationId xmlns:a16="http://schemas.microsoft.com/office/drawing/2014/main" id="{9EA93B8F-78EF-BCB6-9E38-3C0F951FE1BD}"/>
                </a:ext>
              </a:extLst>
            </p:cNvPr>
            <p:cNvSpPr/>
            <p:nvPr/>
          </p:nvSpPr>
          <p:spPr>
            <a:xfrm>
              <a:off x="4233729" y="-5529652"/>
              <a:ext cx="492560" cy="518930"/>
            </a:xfrm>
            <a:custGeom>
              <a:avLst/>
              <a:gdLst/>
              <a:ahLst/>
              <a:cxnLst/>
              <a:rect l="l" t="t" r="r" b="b"/>
              <a:pathLst>
                <a:path w="1943" h="2047" extrusionOk="0">
                  <a:moveTo>
                    <a:pt x="970" y="1"/>
                  </a:moveTo>
                  <a:cubicBezTo>
                    <a:pt x="450" y="1"/>
                    <a:pt x="69" y="465"/>
                    <a:pt x="30" y="1031"/>
                  </a:cubicBezTo>
                  <a:cubicBezTo>
                    <a:pt x="0" y="1468"/>
                    <a:pt x="16" y="1787"/>
                    <a:pt x="16" y="2045"/>
                  </a:cubicBezTo>
                  <a:lnTo>
                    <a:pt x="142" y="2045"/>
                  </a:lnTo>
                  <a:lnTo>
                    <a:pt x="142" y="1446"/>
                  </a:lnTo>
                  <a:lnTo>
                    <a:pt x="154" y="1446"/>
                  </a:lnTo>
                  <a:cubicBezTo>
                    <a:pt x="155" y="1359"/>
                    <a:pt x="246" y="1245"/>
                    <a:pt x="357" y="1245"/>
                  </a:cubicBezTo>
                  <a:cubicBezTo>
                    <a:pt x="470" y="1245"/>
                    <a:pt x="558" y="1359"/>
                    <a:pt x="561" y="1446"/>
                  </a:cubicBezTo>
                  <a:lnTo>
                    <a:pt x="570" y="1446"/>
                  </a:lnTo>
                  <a:lnTo>
                    <a:pt x="570" y="2045"/>
                  </a:lnTo>
                  <a:lnTo>
                    <a:pt x="741" y="2045"/>
                  </a:lnTo>
                  <a:lnTo>
                    <a:pt x="741" y="1446"/>
                  </a:lnTo>
                  <a:lnTo>
                    <a:pt x="772" y="1446"/>
                  </a:lnTo>
                  <a:cubicBezTo>
                    <a:pt x="773" y="1359"/>
                    <a:pt x="865" y="1245"/>
                    <a:pt x="974" y="1245"/>
                  </a:cubicBezTo>
                  <a:cubicBezTo>
                    <a:pt x="1088" y="1245"/>
                    <a:pt x="1177" y="1359"/>
                    <a:pt x="1181" y="1446"/>
                  </a:cubicBezTo>
                  <a:lnTo>
                    <a:pt x="1170" y="1446"/>
                  </a:lnTo>
                  <a:lnTo>
                    <a:pt x="1170" y="2045"/>
                  </a:lnTo>
                  <a:lnTo>
                    <a:pt x="1343" y="2045"/>
                  </a:lnTo>
                  <a:lnTo>
                    <a:pt x="1343" y="1446"/>
                  </a:lnTo>
                  <a:lnTo>
                    <a:pt x="1334" y="1446"/>
                  </a:lnTo>
                  <a:cubicBezTo>
                    <a:pt x="1337" y="1360"/>
                    <a:pt x="1428" y="1248"/>
                    <a:pt x="1537" y="1248"/>
                  </a:cubicBezTo>
                  <a:cubicBezTo>
                    <a:pt x="1650" y="1248"/>
                    <a:pt x="1739" y="1362"/>
                    <a:pt x="1743" y="1447"/>
                  </a:cubicBezTo>
                  <a:lnTo>
                    <a:pt x="1773" y="1447"/>
                  </a:lnTo>
                  <a:lnTo>
                    <a:pt x="1773" y="2046"/>
                  </a:lnTo>
                  <a:lnTo>
                    <a:pt x="1943" y="2046"/>
                  </a:lnTo>
                  <a:cubicBezTo>
                    <a:pt x="1943" y="1790"/>
                    <a:pt x="1936" y="1447"/>
                    <a:pt x="1915" y="933"/>
                  </a:cubicBezTo>
                  <a:cubicBezTo>
                    <a:pt x="1892" y="365"/>
                    <a:pt x="1490" y="1"/>
                    <a:pt x="9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04;p64">
              <a:extLst>
                <a:ext uri="{FF2B5EF4-FFF2-40B4-BE49-F238E27FC236}">
                  <a16:creationId xmlns:a16="http://schemas.microsoft.com/office/drawing/2014/main" id="{5DDB37CA-D5E3-C71C-9073-A933CB0AAFC7}"/>
                </a:ext>
              </a:extLst>
            </p:cNvPr>
            <p:cNvSpPr/>
            <p:nvPr/>
          </p:nvSpPr>
          <p:spPr>
            <a:xfrm>
              <a:off x="4205082" y="-5293130"/>
              <a:ext cx="543008" cy="23323"/>
            </a:xfrm>
            <a:custGeom>
              <a:avLst/>
              <a:gdLst/>
              <a:ahLst/>
              <a:cxnLst/>
              <a:rect l="l" t="t" r="r" b="b"/>
              <a:pathLst>
                <a:path w="2142" h="92" extrusionOk="0">
                  <a:moveTo>
                    <a:pt x="38" y="1"/>
                  </a:moveTo>
                  <a:cubicBezTo>
                    <a:pt x="18" y="1"/>
                    <a:pt x="1" y="4"/>
                    <a:pt x="1" y="24"/>
                  </a:cubicBezTo>
                  <a:lnTo>
                    <a:pt x="1" y="76"/>
                  </a:lnTo>
                  <a:cubicBezTo>
                    <a:pt x="1" y="88"/>
                    <a:pt x="7" y="91"/>
                    <a:pt x="17" y="91"/>
                  </a:cubicBezTo>
                  <a:cubicBezTo>
                    <a:pt x="29" y="91"/>
                    <a:pt x="47" y="86"/>
                    <a:pt x="63" y="86"/>
                  </a:cubicBezTo>
                  <a:lnTo>
                    <a:pt x="2061" y="86"/>
                  </a:lnTo>
                  <a:cubicBezTo>
                    <a:pt x="2077" y="86"/>
                    <a:pt x="2101" y="91"/>
                    <a:pt x="2118" y="91"/>
                  </a:cubicBezTo>
                  <a:cubicBezTo>
                    <a:pt x="2132" y="91"/>
                    <a:pt x="2142" y="88"/>
                    <a:pt x="2142" y="76"/>
                  </a:cubicBezTo>
                  <a:lnTo>
                    <a:pt x="2142" y="24"/>
                  </a:lnTo>
                  <a:cubicBezTo>
                    <a:pt x="2142" y="4"/>
                    <a:pt x="2115" y="1"/>
                    <a:pt x="2090" y="1"/>
                  </a:cubicBezTo>
                  <a:cubicBezTo>
                    <a:pt x="2079" y="1"/>
                    <a:pt x="2069" y="1"/>
                    <a:pt x="2061" y="1"/>
                  </a:cubicBezTo>
                  <a:lnTo>
                    <a:pt x="63" y="1"/>
                  </a:lnTo>
                  <a:cubicBezTo>
                    <a:pt x="55" y="1"/>
                    <a:pt x="46" y="1"/>
                    <a:pt x="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705;p64">
              <a:extLst>
                <a:ext uri="{FF2B5EF4-FFF2-40B4-BE49-F238E27FC236}">
                  <a16:creationId xmlns:a16="http://schemas.microsoft.com/office/drawing/2014/main" id="{2924C653-DC20-F9D3-AC80-1231BB23EA29}"/>
                </a:ext>
              </a:extLst>
            </p:cNvPr>
            <p:cNvSpPr/>
            <p:nvPr/>
          </p:nvSpPr>
          <p:spPr>
            <a:xfrm>
              <a:off x="4183534" y="-5032524"/>
              <a:ext cx="586611" cy="109008"/>
            </a:xfrm>
            <a:custGeom>
              <a:avLst/>
              <a:gdLst/>
              <a:ahLst/>
              <a:cxnLst/>
              <a:rect l="l" t="t" r="r" b="b"/>
              <a:pathLst>
                <a:path w="2314" h="430" extrusionOk="0">
                  <a:moveTo>
                    <a:pt x="2256" y="1"/>
                  </a:moveTo>
                  <a:cubicBezTo>
                    <a:pt x="2254" y="1"/>
                    <a:pt x="2251" y="1"/>
                    <a:pt x="2249" y="1"/>
                  </a:cubicBezTo>
                  <a:lnTo>
                    <a:pt x="45" y="1"/>
                  </a:lnTo>
                  <a:cubicBezTo>
                    <a:pt x="17" y="1"/>
                    <a:pt x="0" y="1"/>
                    <a:pt x="0" y="29"/>
                  </a:cubicBezTo>
                  <a:lnTo>
                    <a:pt x="0" y="338"/>
                  </a:lnTo>
                  <a:cubicBezTo>
                    <a:pt x="0" y="366"/>
                    <a:pt x="17" y="429"/>
                    <a:pt x="45" y="429"/>
                  </a:cubicBezTo>
                  <a:lnTo>
                    <a:pt x="2249" y="429"/>
                  </a:lnTo>
                  <a:cubicBezTo>
                    <a:pt x="2277" y="429"/>
                    <a:pt x="2314" y="366"/>
                    <a:pt x="2314" y="338"/>
                  </a:cubicBezTo>
                  <a:lnTo>
                    <a:pt x="2314" y="29"/>
                  </a:lnTo>
                  <a:cubicBezTo>
                    <a:pt x="2314" y="2"/>
                    <a:pt x="2282" y="1"/>
                    <a:pt x="22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706;p64">
              <a:extLst>
                <a:ext uri="{FF2B5EF4-FFF2-40B4-BE49-F238E27FC236}">
                  <a16:creationId xmlns:a16="http://schemas.microsoft.com/office/drawing/2014/main" id="{8EBF1818-2F56-D045-80D5-28F323CDCFB2}"/>
                </a:ext>
              </a:extLst>
            </p:cNvPr>
            <p:cNvSpPr/>
            <p:nvPr/>
          </p:nvSpPr>
          <p:spPr>
            <a:xfrm>
              <a:off x="4139678" y="-3663585"/>
              <a:ext cx="673563" cy="130303"/>
            </a:xfrm>
            <a:custGeom>
              <a:avLst/>
              <a:gdLst/>
              <a:ahLst/>
              <a:cxnLst/>
              <a:rect l="l" t="t" r="r" b="b"/>
              <a:pathLst>
                <a:path w="2657" h="514" extrusionOk="0">
                  <a:moveTo>
                    <a:pt x="63" y="1"/>
                  </a:moveTo>
                  <a:cubicBezTo>
                    <a:pt x="35" y="1"/>
                    <a:pt x="0" y="23"/>
                    <a:pt x="0" y="52"/>
                  </a:cubicBezTo>
                  <a:lnTo>
                    <a:pt x="0" y="465"/>
                  </a:lnTo>
                  <a:cubicBezTo>
                    <a:pt x="0" y="493"/>
                    <a:pt x="35" y="514"/>
                    <a:pt x="63" y="514"/>
                  </a:cubicBezTo>
                  <a:lnTo>
                    <a:pt x="2626" y="514"/>
                  </a:lnTo>
                  <a:cubicBezTo>
                    <a:pt x="2654" y="514"/>
                    <a:pt x="2657" y="493"/>
                    <a:pt x="2657" y="465"/>
                  </a:cubicBezTo>
                  <a:lnTo>
                    <a:pt x="2657" y="52"/>
                  </a:lnTo>
                  <a:cubicBezTo>
                    <a:pt x="2657" y="23"/>
                    <a:pt x="2654" y="1"/>
                    <a:pt x="262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707;p64">
              <a:extLst>
                <a:ext uri="{FF2B5EF4-FFF2-40B4-BE49-F238E27FC236}">
                  <a16:creationId xmlns:a16="http://schemas.microsoft.com/office/drawing/2014/main" id="{5B8C9275-F4AC-3939-D466-D220E533184A}"/>
                </a:ext>
              </a:extLst>
            </p:cNvPr>
            <p:cNvSpPr/>
            <p:nvPr/>
          </p:nvSpPr>
          <p:spPr>
            <a:xfrm>
              <a:off x="4096075" y="-2273351"/>
              <a:ext cx="761022" cy="151851"/>
            </a:xfrm>
            <a:custGeom>
              <a:avLst/>
              <a:gdLst/>
              <a:ahLst/>
              <a:cxnLst/>
              <a:rect l="l" t="t" r="r" b="b"/>
              <a:pathLst>
                <a:path w="3002" h="599" extrusionOk="0">
                  <a:moveTo>
                    <a:pt x="30" y="0"/>
                  </a:moveTo>
                  <a:cubicBezTo>
                    <a:pt x="1" y="0"/>
                    <a:pt x="1" y="66"/>
                    <a:pt x="1" y="94"/>
                  </a:cubicBezTo>
                  <a:lnTo>
                    <a:pt x="1" y="558"/>
                  </a:lnTo>
                  <a:cubicBezTo>
                    <a:pt x="1" y="586"/>
                    <a:pt x="2" y="599"/>
                    <a:pt x="30" y="599"/>
                  </a:cubicBezTo>
                  <a:lnTo>
                    <a:pt x="2952" y="599"/>
                  </a:lnTo>
                  <a:cubicBezTo>
                    <a:pt x="2981" y="599"/>
                    <a:pt x="3002" y="586"/>
                    <a:pt x="3002" y="558"/>
                  </a:cubicBezTo>
                  <a:lnTo>
                    <a:pt x="3002" y="94"/>
                  </a:lnTo>
                  <a:cubicBezTo>
                    <a:pt x="3002" y="65"/>
                    <a:pt x="2981" y="0"/>
                    <a:pt x="29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 name="Google Shape;1700;p64">
            <a:extLst>
              <a:ext uri="{FF2B5EF4-FFF2-40B4-BE49-F238E27FC236}">
                <a16:creationId xmlns:a16="http://schemas.microsoft.com/office/drawing/2014/main" id="{9198A93B-F76C-25DA-B92F-B4F1FABBE349}"/>
              </a:ext>
            </a:extLst>
          </p:cNvPr>
          <p:cNvGrpSpPr/>
          <p:nvPr/>
        </p:nvGrpSpPr>
        <p:grpSpPr>
          <a:xfrm>
            <a:off x="-45996" y="1872901"/>
            <a:ext cx="492381" cy="2906915"/>
            <a:chOff x="4096075" y="-5745133"/>
            <a:chExt cx="761022" cy="4492913"/>
          </a:xfrm>
        </p:grpSpPr>
        <p:sp>
          <p:nvSpPr>
            <p:cNvPr id="28" name="Google Shape;1701;p64">
              <a:extLst>
                <a:ext uri="{FF2B5EF4-FFF2-40B4-BE49-F238E27FC236}">
                  <a16:creationId xmlns:a16="http://schemas.microsoft.com/office/drawing/2014/main" id="{FD3E0F18-0A87-B786-07CA-AA45837A2BD0}"/>
                </a:ext>
              </a:extLst>
            </p:cNvPr>
            <p:cNvSpPr/>
            <p:nvPr/>
          </p:nvSpPr>
          <p:spPr>
            <a:xfrm>
              <a:off x="4452758" y="-5745133"/>
              <a:ext cx="57292" cy="245142"/>
            </a:xfrm>
            <a:custGeom>
              <a:avLst/>
              <a:gdLst/>
              <a:ahLst/>
              <a:cxnLst/>
              <a:rect l="l" t="t" r="r" b="b"/>
              <a:pathLst>
                <a:path w="226" h="967" extrusionOk="0">
                  <a:moveTo>
                    <a:pt x="115" y="1"/>
                  </a:moveTo>
                  <a:cubicBezTo>
                    <a:pt x="115" y="1"/>
                    <a:pt x="115" y="1"/>
                    <a:pt x="115" y="1"/>
                  </a:cubicBezTo>
                  <a:cubicBezTo>
                    <a:pt x="71" y="1"/>
                    <a:pt x="1" y="432"/>
                    <a:pt x="1" y="699"/>
                  </a:cubicBezTo>
                  <a:cubicBezTo>
                    <a:pt x="1" y="966"/>
                    <a:pt x="71" y="966"/>
                    <a:pt x="115" y="966"/>
                  </a:cubicBezTo>
                  <a:cubicBezTo>
                    <a:pt x="118" y="966"/>
                    <a:pt x="121" y="966"/>
                    <a:pt x="124" y="966"/>
                  </a:cubicBezTo>
                  <a:cubicBezTo>
                    <a:pt x="167" y="966"/>
                    <a:pt x="226" y="958"/>
                    <a:pt x="226" y="709"/>
                  </a:cubicBezTo>
                  <a:cubicBezTo>
                    <a:pt x="226" y="442"/>
                    <a:pt x="158" y="1"/>
                    <a:pt x="1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702;p64">
              <a:extLst>
                <a:ext uri="{FF2B5EF4-FFF2-40B4-BE49-F238E27FC236}">
                  <a16:creationId xmlns:a16="http://schemas.microsoft.com/office/drawing/2014/main" id="{B0284BCE-52F6-D990-B089-9BCE00A6CA97}"/>
                </a:ext>
              </a:extLst>
            </p:cNvPr>
            <p:cNvSpPr/>
            <p:nvPr/>
          </p:nvSpPr>
          <p:spPr>
            <a:xfrm>
              <a:off x="4131819" y="-4988668"/>
              <a:ext cx="680154" cy="3736447"/>
            </a:xfrm>
            <a:custGeom>
              <a:avLst/>
              <a:gdLst/>
              <a:ahLst/>
              <a:cxnLst/>
              <a:rect l="l" t="t" r="r" b="b"/>
              <a:pathLst>
                <a:path w="2683" h="14739" extrusionOk="0">
                  <a:moveTo>
                    <a:pt x="411" y="1"/>
                  </a:moveTo>
                  <a:lnTo>
                    <a:pt x="0" y="14738"/>
                  </a:lnTo>
                  <a:lnTo>
                    <a:pt x="2682" y="14738"/>
                  </a:lnTo>
                  <a:lnTo>
                    <a:pt x="222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703;p64">
              <a:extLst>
                <a:ext uri="{FF2B5EF4-FFF2-40B4-BE49-F238E27FC236}">
                  <a16:creationId xmlns:a16="http://schemas.microsoft.com/office/drawing/2014/main" id="{16712446-775F-C32F-3636-5A780F6A48E8}"/>
                </a:ext>
              </a:extLst>
            </p:cNvPr>
            <p:cNvSpPr/>
            <p:nvPr/>
          </p:nvSpPr>
          <p:spPr>
            <a:xfrm>
              <a:off x="4233729" y="-5529652"/>
              <a:ext cx="492560" cy="518930"/>
            </a:xfrm>
            <a:custGeom>
              <a:avLst/>
              <a:gdLst/>
              <a:ahLst/>
              <a:cxnLst/>
              <a:rect l="l" t="t" r="r" b="b"/>
              <a:pathLst>
                <a:path w="1943" h="2047" extrusionOk="0">
                  <a:moveTo>
                    <a:pt x="970" y="1"/>
                  </a:moveTo>
                  <a:cubicBezTo>
                    <a:pt x="450" y="1"/>
                    <a:pt x="69" y="465"/>
                    <a:pt x="30" y="1031"/>
                  </a:cubicBezTo>
                  <a:cubicBezTo>
                    <a:pt x="0" y="1468"/>
                    <a:pt x="16" y="1787"/>
                    <a:pt x="16" y="2045"/>
                  </a:cubicBezTo>
                  <a:lnTo>
                    <a:pt x="142" y="2045"/>
                  </a:lnTo>
                  <a:lnTo>
                    <a:pt x="142" y="1446"/>
                  </a:lnTo>
                  <a:lnTo>
                    <a:pt x="154" y="1446"/>
                  </a:lnTo>
                  <a:cubicBezTo>
                    <a:pt x="155" y="1359"/>
                    <a:pt x="246" y="1245"/>
                    <a:pt x="357" y="1245"/>
                  </a:cubicBezTo>
                  <a:cubicBezTo>
                    <a:pt x="470" y="1245"/>
                    <a:pt x="558" y="1359"/>
                    <a:pt x="561" y="1446"/>
                  </a:cubicBezTo>
                  <a:lnTo>
                    <a:pt x="570" y="1446"/>
                  </a:lnTo>
                  <a:lnTo>
                    <a:pt x="570" y="2045"/>
                  </a:lnTo>
                  <a:lnTo>
                    <a:pt x="741" y="2045"/>
                  </a:lnTo>
                  <a:lnTo>
                    <a:pt x="741" y="1446"/>
                  </a:lnTo>
                  <a:lnTo>
                    <a:pt x="772" y="1446"/>
                  </a:lnTo>
                  <a:cubicBezTo>
                    <a:pt x="773" y="1359"/>
                    <a:pt x="865" y="1245"/>
                    <a:pt x="974" y="1245"/>
                  </a:cubicBezTo>
                  <a:cubicBezTo>
                    <a:pt x="1088" y="1245"/>
                    <a:pt x="1177" y="1359"/>
                    <a:pt x="1181" y="1446"/>
                  </a:cubicBezTo>
                  <a:lnTo>
                    <a:pt x="1170" y="1446"/>
                  </a:lnTo>
                  <a:lnTo>
                    <a:pt x="1170" y="2045"/>
                  </a:lnTo>
                  <a:lnTo>
                    <a:pt x="1343" y="2045"/>
                  </a:lnTo>
                  <a:lnTo>
                    <a:pt x="1343" y="1446"/>
                  </a:lnTo>
                  <a:lnTo>
                    <a:pt x="1334" y="1446"/>
                  </a:lnTo>
                  <a:cubicBezTo>
                    <a:pt x="1337" y="1360"/>
                    <a:pt x="1428" y="1248"/>
                    <a:pt x="1537" y="1248"/>
                  </a:cubicBezTo>
                  <a:cubicBezTo>
                    <a:pt x="1650" y="1248"/>
                    <a:pt x="1739" y="1362"/>
                    <a:pt x="1743" y="1447"/>
                  </a:cubicBezTo>
                  <a:lnTo>
                    <a:pt x="1773" y="1447"/>
                  </a:lnTo>
                  <a:lnTo>
                    <a:pt x="1773" y="2046"/>
                  </a:lnTo>
                  <a:lnTo>
                    <a:pt x="1943" y="2046"/>
                  </a:lnTo>
                  <a:cubicBezTo>
                    <a:pt x="1943" y="1790"/>
                    <a:pt x="1936" y="1447"/>
                    <a:pt x="1915" y="933"/>
                  </a:cubicBezTo>
                  <a:cubicBezTo>
                    <a:pt x="1892" y="365"/>
                    <a:pt x="1490" y="1"/>
                    <a:pt x="9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704;p64">
              <a:extLst>
                <a:ext uri="{FF2B5EF4-FFF2-40B4-BE49-F238E27FC236}">
                  <a16:creationId xmlns:a16="http://schemas.microsoft.com/office/drawing/2014/main" id="{D067F9F9-B875-36A1-4A31-F750AE1890FF}"/>
                </a:ext>
              </a:extLst>
            </p:cNvPr>
            <p:cNvSpPr/>
            <p:nvPr/>
          </p:nvSpPr>
          <p:spPr>
            <a:xfrm>
              <a:off x="4205082" y="-5293130"/>
              <a:ext cx="543008" cy="23323"/>
            </a:xfrm>
            <a:custGeom>
              <a:avLst/>
              <a:gdLst/>
              <a:ahLst/>
              <a:cxnLst/>
              <a:rect l="l" t="t" r="r" b="b"/>
              <a:pathLst>
                <a:path w="2142" h="92" extrusionOk="0">
                  <a:moveTo>
                    <a:pt x="38" y="1"/>
                  </a:moveTo>
                  <a:cubicBezTo>
                    <a:pt x="18" y="1"/>
                    <a:pt x="1" y="4"/>
                    <a:pt x="1" y="24"/>
                  </a:cubicBezTo>
                  <a:lnTo>
                    <a:pt x="1" y="76"/>
                  </a:lnTo>
                  <a:cubicBezTo>
                    <a:pt x="1" y="88"/>
                    <a:pt x="7" y="91"/>
                    <a:pt x="17" y="91"/>
                  </a:cubicBezTo>
                  <a:cubicBezTo>
                    <a:pt x="29" y="91"/>
                    <a:pt x="47" y="86"/>
                    <a:pt x="63" y="86"/>
                  </a:cubicBezTo>
                  <a:lnTo>
                    <a:pt x="2061" y="86"/>
                  </a:lnTo>
                  <a:cubicBezTo>
                    <a:pt x="2077" y="86"/>
                    <a:pt x="2101" y="91"/>
                    <a:pt x="2118" y="91"/>
                  </a:cubicBezTo>
                  <a:cubicBezTo>
                    <a:pt x="2132" y="91"/>
                    <a:pt x="2142" y="88"/>
                    <a:pt x="2142" y="76"/>
                  </a:cubicBezTo>
                  <a:lnTo>
                    <a:pt x="2142" y="24"/>
                  </a:lnTo>
                  <a:cubicBezTo>
                    <a:pt x="2142" y="4"/>
                    <a:pt x="2115" y="1"/>
                    <a:pt x="2090" y="1"/>
                  </a:cubicBezTo>
                  <a:cubicBezTo>
                    <a:pt x="2079" y="1"/>
                    <a:pt x="2069" y="1"/>
                    <a:pt x="2061" y="1"/>
                  </a:cubicBezTo>
                  <a:lnTo>
                    <a:pt x="63" y="1"/>
                  </a:lnTo>
                  <a:cubicBezTo>
                    <a:pt x="55" y="1"/>
                    <a:pt x="46" y="1"/>
                    <a:pt x="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705;p64">
              <a:extLst>
                <a:ext uri="{FF2B5EF4-FFF2-40B4-BE49-F238E27FC236}">
                  <a16:creationId xmlns:a16="http://schemas.microsoft.com/office/drawing/2014/main" id="{C7C46C6D-3126-C081-6B67-A70FD3361C2B}"/>
                </a:ext>
              </a:extLst>
            </p:cNvPr>
            <p:cNvSpPr/>
            <p:nvPr/>
          </p:nvSpPr>
          <p:spPr>
            <a:xfrm>
              <a:off x="4183534" y="-5032524"/>
              <a:ext cx="586611" cy="109008"/>
            </a:xfrm>
            <a:custGeom>
              <a:avLst/>
              <a:gdLst/>
              <a:ahLst/>
              <a:cxnLst/>
              <a:rect l="l" t="t" r="r" b="b"/>
              <a:pathLst>
                <a:path w="2314" h="430" extrusionOk="0">
                  <a:moveTo>
                    <a:pt x="2256" y="1"/>
                  </a:moveTo>
                  <a:cubicBezTo>
                    <a:pt x="2254" y="1"/>
                    <a:pt x="2251" y="1"/>
                    <a:pt x="2249" y="1"/>
                  </a:cubicBezTo>
                  <a:lnTo>
                    <a:pt x="45" y="1"/>
                  </a:lnTo>
                  <a:cubicBezTo>
                    <a:pt x="17" y="1"/>
                    <a:pt x="0" y="1"/>
                    <a:pt x="0" y="29"/>
                  </a:cubicBezTo>
                  <a:lnTo>
                    <a:pt x="0" y="338"/>
                  </a:lnTo>
                  <a:cubicBezTo>
                    <a:pt x="0" y="366"/>
                    <a:pt x="17" y="429"/>
                    <a:pt x="45" y="429"/>
                  </a:cubicBezTo>
                  <a:lnTo>
                    <a:pt x="2249" y="429"/>
                  </a:lnTo>
                  <a:cubicBezTo>
                    <a:pt x="2277" y="429"/>
                    <a:pt x="2314" y="366"/>
                    <a:pt x="2314" y="338"/>
                  </a:cubicBezTo>
                  <a:lnTo>
                    <a:pt x="2314" y="29"/>
                  </a:lnTo>
                  <a:cubicBezTo>
                    <a:pt x="2314" y="2"/>
                    <a:pt x="2282" y="1"/>
                    <a:pt x="22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706;p64">
              <a:extLst>
                <a:ext uri="{FF2B5EF4-FFF2-40B4-BE49-F238E27FC236}">
                  <a16:creationId xmlns:a16="http://schemas.microsoft.com/office/drawing/2014/main" id="{10D27DF0-8012-E98B-0FEC-124C4CF37413}"/>
                </a:ext>
              </a:extLst>
            </p:cNvPr>
            <p:cNvSpPr/>
            <p:nvPr/>
          </p:nvSpPr>
          <p:spPr>
            <a:xfrm>
              <a:off x="4139678" y="-3663585"/>
              <a:ext cx="673563" cy="130303"/>
            </a:xfrm>
            <a:custGeom>
              <a:avLst/>
              <a:gdLst/>
              <a:ahLst/>
              <a:cxnLst/>
              <a:rect l="l" t="t" r="r" b="b"/>
              <a:pathLst>
                <a:path w="2657" h="514" extrusionOk="0">
                  <a:moveTo>
                    <a:pt x="63" y="1"/>
                  </a:moveTo>
                  <a:cubicBezTo>
                    <a:pt x="35" y="1"/>
                    <a:pt x="0" y="23"/>
                    <a:pt x="0" y="52"/>
                  </a:cubicBezTo>
                  <a:lnTo>
                    <a:pt x="0" y="465"/>
                  </a:lnTo>
                  <a:cubicBezTo>
                    <a:pt x="0" y="493"/>
                    <a:pt x="35" y="514"/>
                    <a:pt x="63" y="514"/>
                  </a:cubicBezTo>
                  <a:lnTo>
                    <a:pt x="2626" y="514"/>
                  </a:lnTo>
                  <a:cubicBezTo>
                    <a:pt x="2654" y="514"/>
                    <a:pt x="2657" y="493"/>
                    <a:pt x="2657" y="465"/>
                  </a:cubicBezTo>
                  <a:lnTo>
                    <a:pt x="2657" y="52"/>
                  </a:lnTo>
                  <a:cubicBezTo>
                    <a:pt x="2657" y="23"/>
                    <a:pt x="2654" y="1"/>
                    <a:pt x="262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707;p64">
              <a:extLst>
                <a:ext uri="{FF2B5EF4-FFF2-40B4-BE49-F238E27FC236}">
                  <a16:creationId xmlns:a16="http://schemas.microsoft.com/office/drawing/2014/main" id="{8B15A9DB-43EE-496E-1DC5-65742EB38A91}"/>
                </a:ext>
              </a:extLst>
            </p:cNvPr>
            <p:cNvSpPr/>
            <p:nvPr/>
          </p:nvSpPr>
          <p:spPr>
            <a:xfrm>
              <a:off x="4096075" y="-2273351"/>
              <a:ext cx="761022" cy="151851"/>
            </a:xfrm>
            <a:custGeom>
              <a:avLst/>
              <a:gdLst/>
              <a:ahLst/>
              <a:cxnLst/>
              <a:rect l="l" t="t" r="r" b="b"/>
              <a:pathLst>
                <a:path w="3002" h="599" extrusionOk="0">
                  <a:moveTo>
                    <a:pt x="30" y="0"/>
                  </a:moveTo>
                  <a:cubicBezTo>
                    <a:pt x="1" y="0"/>
                    <a:pt x="1" y="66"/>
                    <a:pt x="1" y="94"/>
                  </a:cubicBezTo>
                  <a:lnTo>
                    <a:pt x="1" y="558"/>
                  </a:lnTo>
                  <a:cubicBezTo>
                    <a:pt x="1" y="586"/>
                    <a:pt x="2" y="599"/>
                    <a:pt x="30" y="599"/>
                  </a:cubicBezTo>
                  <a:lnTo>
                    <a:pt x="2952" y="599"/>
                  </a:lnTo>
                  <a:cubicBezTo>
                    <a:pt x="2981" y="599"/>
                    <a:pt x="3002" y="586"/>
                    <a:pt x="3002" y="558"/>
                  </a:cubicBezTo>
                  <a:lnTo>
                    <a:pt x="3002" y="94"/>
                  </a:lnTo>
                  <a:cubicBezTo>
                    <a:pt x="3002" y="65"/>
                    <a:pt x="2981" y="0"/>
                    <a:pt x="29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1699;p64">
            <a:extLst>
              <a:ext uri="{FF2B5EF4-FFF2-40B4-BE49-F238E27FC236}">
                <a16:creationId xmlns:a16="http://schemas.microsoft.com/office/drawing/2014/main" id="{1C7393FA-3558-C396-F98B-0D97F7E3CA43}"/>
              </a:ext>
            </a:extLst>
          </p:cNvPr>
          <p:cNvSpPr/>
          <p:nvPr/>
        </p:nvSpPr>
        <p:spPr>
          <a:xfrm>
            <a:off x="390127" y="3910968"/>
            <a:ext cx="3756873" cy="868848"/>
          </a:xfrm>
          <a:custGeom>
            <a:avLst/>
            <a:gdLst/>
            <a:ahLst/>
            <a:cxnLst/>
            <a:rect l="l" t="t" r="r" b="b"/>
            <a:pathLst>
              <a:path w="136378" h="31540" extrusionOk="0">
                <a:moveTo>
                  <a:pt x="60509" y="0"/>
                </a:moveTo>
                <a:cubicBezTo>
                  <a:pt x="60494" y="0"/>
                  <a:pt x="60477" y="14"/>
                  <a:pt x="60460" y="43"/>
                </a:cubicBezTo>
                <a:cubicBezTo>
                  <a:pt x="60401" y="405"/>
                  <a:pt x="60363" y="940"/>
                  <a:pt x="60345" y="1388"/>
                </a:cubicBezTo>
                <a:cubicBezTo>
                  <a:pt x="59926" y="1449"/>
                  <a:pt x="60150" y="1819"/>
                  <a:pt x="60064" y="2232"/>
                </a:cubicBezTo>
                <a:lnTo>
                  <a:pt x="59786" y="2232"/>
                </a:lnTo>
                <a:lnTo>
                  <a:pt x="59769" y="2646"/>
                </a:lnTo>
                <a:lnTo>
                  <a:pt x="60043" y="2646"/>
                </a:lnTo>
                <a:lnTo>
                  <a:pt x="59924" y="9109"/>
                </a:lnTo>
                <a:lnTo>
                  <a:pt x="58897" y="9364"/>
                </a:lnTo>
                <a:lnTo>
                  <a:pt x="58737" y="8239"/>
                </a:lnTo>
                <a:lnTo>
                  <a:pt x="57949" y="8239"/>
                </a:lnTo>
                <a:cubicBezTo>
                  <a:pt x="57937" y="8031"/>
                  <a:pt x="57949" y="7879"/>
                  <a:pt x="57930" y="7721"/>
                </a:cubicBezTo>
                <a:cubicBezTo>
                  <a:pt x="57904" y="7480"/>
                  <a:pt x="57895" y="7227"/>
                  <a:pt x="57826" y="6994"/>
                </a:cubicBezTo>
                <a:cubicBezTo>
                  <a:pt x="57707" y="6579"/>
                  <a:pt x="57472" y="6201"/>
                  <a:pt x="57073" y="6010"/>
                </a:cubicBezTo>
                <a:cubicBezTo>
                  <a:pt x="56648" y="5806"/>
                  <a:pt x="56020" y="5673"/>
                  <a:pt x="55392" y="5673"/>
                </a:cubicBezTo>
                <a:cubicBezTo>
                  <a:pt x="54379" y="5673"/>
                  <a:pt x="53364" y="6018"/>
                  <a:pt x="53195" y="6963"/>
                </a:cubicBezTo>
                <a:cubicBezTo>
                  <a:pt x="53153" y="7205"/>
                  <a:pt x="53109" y="7455"/>
                  <a:pt x="53118" y="7697"/>
                </a:cubicBezTo>
                <a:cubicBezTo>
                  <a:pt x="53125" y="7854"/>
                  <a:pt x="53158" y="8034"/>
                  <a:pt x="53158" y="8241"/>
                </a:cubicBezTo>
                <a:lnTo>
                  <a:pt x="52693" y="8241"/>
                </a:lnTo>
                <a:cubicBezTo>
                  <a:pt x="52667" y="7930"/>
                  <a:pt x="52612" y="7735"/>
                  <a:pt x="52541" y="7532"/>
                </a:cubicBezTo>
                <a:cubicBezTo>
                  <a:pt x="52408" y="7144"/>
                  <a:pt x="52342" y="6842"/>
                  <a:pt x="51863" y="6766"/>
                </a:cubicBezTo>
                <a:cubicBezTo>
                  <a:pt x="51504" y="6710"/>
                  <a:pt x="51106" y="6695"/>
                  <a:pt x="50931" y="6349"/>
                </a:cubicBezTo>
                <a:cubicBezTo>
                  <a:pt x="50817" y="6125"/>
                  <a:pt x="50763" y="5850"/>
                  <a:pt x="50711" y="5612"/>
                </a:cubicBezTo>
                <a:cubicBezTo>
                  <a:pt x="50686" y="5927"/>
                  <a:pt x="50671" y="5999"/>
                  <a:pt x="50613" y="6173"/>
                </a:cubicBezTo>
                <a:cubicBezTo>
                  <a:pt x="50557" y="6340"/>
                  <a:pt x="50520" y="6495"/>
                  <a:pt x="50356" y="6614"/>
                </a:cubicBezTo>
                <a:cubicBezTo>
                  <a:pt x="50233" y="6706"/>
                  <a:pt x="49924" y="6707"/>
                  <a:pt x="49768" y="6773"/>
                </a:cubicBezTo>
                <a:cubicBezTo>
                  <a:pt x="49526" y="6877"/>
                  <a:pt x="49341" y="7080"/>
                  <a:pt x="49250" y="7327"/>
                </a:cubicBezTo>
                <a:cubicBezTo>
                  <a:pt x="49224" y="7395"/>
                  <a:pt x="49153" y="8241"/>
                  <a:pt x="49195" y="8241"/>
                </a:cubicBezTo>
                <a:lnTo>
                  <a:pt x="48682" y="8241"/>
                </a:lnTo>
                <a:lnTo>
                  <a:pt x="48478" y="4410"/>
                </a:lnTo>
                <a:lnTo>
                  <a:pt x="48478" y="4410"/>
                </a:lnTo>
                <a:lnTo>
                  <a:pt x="48673" y="4433"/>
                </a:lnTo>
                <a:lnTo>
                  <a:pt x="48673" y="4200"/>
                </a:lnTo>
                <a:lnTo>
                  <a:pt x="48360" y="4200"/>
                </a:lnTo>
                <a:cubicBezTo>
                  <a:pt x="48419" y="4096"/>
                  <a:pt x="48454" y="4039"/>
                  <a:pt x="48454" y="3948"/>
                </a:cubicBezTo>
                <a:cubicBezTo>
                  <a:pt x="48454" y="3750"/>
                  <a:pt x="48292" y="3581"/>
                  <a:pt x="48093" y="3581"/>
                </a:cubicBezTo>
                <a:cubicBezTo>
                  <a:pt x="47895" y="3581"/>
                  <a:pt x="47733" y="3751"/>
                  <a:pt x="47733" y="3951"/>
                </a:cubicBezTo>
                <a:cubicBezTo>
                  <a:pt x="47733" y="4044"/>
                  <a:pt x="47768" y="4096"/>
                  <a:pt x="47826" y="4200"/>
                </a:cubicBezTo>
                <a:lnTo>
                  <a:pt x="47431" y="4200"/>
                </a:lnTo>
                <a:lnTo>
                  <a:pt x="47431" y="4408"/>
                </a:lnTo>
                <a:lnTo>
                  <a:pt x="47733" y="4408"/>
                </a:lnTo>
                <a:cubicBezTo>
                  <a:pt x="47733" y="4408"/>
                  <a:pt x="47710" y="7556"/>
                  <a:pt x="47710" y="8839"/>
                </a:cubicBezTo>
                <a:lnTo>
                  <a:pt x="45939" y="8177"/>
                </a:lnTo>
                <a:cubicBezTo>
                  <a:pt x="45939" y="8177"/>
                  <a:pt x="45187" y="8646"/>
                  <a:pt x="44698" y="8952"/>
                </a:cubicBezTo>
                <a:cubicBezTo>
                  <a:pt x="44655" y="8727"/>
                  <a:pt x="44596" y="8466"/>
                  <a:pt x="44520" y="8165"/>
                </a:cubicBezTo>
                <a:cubicBezTo>
                  <a:pt x="44227" y="7010"/>
                  <a:pt x="42946" y="6980"/>
                  <a:pt x="42812" y="6980"/>
                </a:cubicBezTo>
                <a:cubicBezTo>
                  <a:pt x="42805" y="6980"/>
                  <a:pt x="42801" y="6980"/>
                  <a:pt x="42801" y="6980"/>
                </a:cubicBezTo>
                <a:cubicBezTo>
                  <a:pt x="42801" y="6980"/>
                  <a:pt x="42611" y="5501"/>
                  <a:pt x="42491" y="5501"/>
                </a:cubicBezTo>
                <a:cubicBezTo>
                  <a:pt x="42371" y="5501"/>
                  <a:pt x="42355" y="7015"/>
                  <a:pt x="42355" y="7015"/>
                </a:cubicBezTo>
                <a:cubicBezTo>
                  <a:pt x="42355" y="7004"/>
                  <a:pt x="42344" y="6999"/>
                  <a:pt x="42325" y="6999"/>
                </a:cubicBezTo>
                <a:cubicBezTo>
                  <a:pt x="42162" y="6999"/>
                  <a:pt x="41399" y="7343"/>
                  <a:pt x="41336" y="7380"/>
                </a:cubicBezTo>
                <a:cubicBezTo>
                  <a:pt x="41004" y="7580"/>
                  <a:pt x="40881" y="7763"/>
                  <a:pt x="40678" y="8095"/>
                </a:cubicBezTo>
                <a:cubicBezTo>
                  <a:pt x="40407" y="8540"/>
                  <a:pt x="40702" y="9071"/>
                  <a:pt x="40472" y="9521"/>
                </a:cubicBezTo>
                <a:cubicBezTo>
                  <a:pt x="40251" y="9953"/>
                  <a:pt x="39742" y="10008"/>
                  <a:pt x="39288" y="10008"/>
                </a:cubicBezTo>
                <a:cubicBezTo>
                  <a:pt x="39133" y="10008"/>
                  <a:pt x="38985" y="10002"/>
                  <a:pt x="38857" y="10002"/>
                </a:cubicBezTo>
                <a:lnTo>
                  <a:pt x="31168" y="10002"/>
                </a:lnTo>
                <a:lnTo>
                  <a:pt x="30912" y="3207"/>
                </a:lnTo>
                <a:lnTo>
                  <a:pt x="28935" y="3133"/>
                </a:lnTo>
                <a:lnTo>
                  <a:pt x="28935" y="3133"/>
                </a:lnTo>
                <a:lnTo>
                  <a:pt x="29009" y="10002"/>
                </a:lnTo>
                <a:lnTo>
                  <a:pt x="26000" y="10002"/>
                </a:lnTo>
                <a:lnTo>
                  <a:pt x="26000" y="3578"/>
                </a:lnTo>
                <a:lnTo>
                  <a:pt x="25824" y="3578"/>
                </a:lnTo>
                <a:cubicBezTo>
                  <a:pt x="25806" y="3266"/>
                  <a:pt x="25750" y="2984"/>
                  <a:pt x="25602" y="2905"/>
                </a:cubicBezTo>
                <a:cubicBezTo>
                  <a:pt x="25602" y="2497"/>
                  <a:pt x="25595" y="2226"/>
                  <a:pt x="25456" y="1629"/>
                </a:cubicBezTo>
                <a:cubicBezTo>
                  <a:pt x="25350" y="2282"/>
                  <a:pt x="25412" y="2569"/>
                  <a:pt x="25356" y="2943"/>
                </a:cubicBezTo>
                <a:cubicBezTo>
                  <a:pt x="25328" y="2963"/>
                  <a:pt x="25298" y="2996"/>
                  <a:pt x="25266" y="3026"/>
                </a:cubicBezTo>
                <a:cubicBezTo>
                  <a:pt x="25179" y="3129"/>
                  <a:pt x="25166" y="3369"/>
                  <a:pt x="25161" y="3576"/>
                </a:cubicBezTo>
                <a:lnTo>
                  <a:pt x="24962" y="3576"/>
                </a:lnTo>
                <a:lnTo>
                  <a:pt x="24962" y="7577"/>
                </a:lnTo>
                <a:lnTo>
                  <a:pt x="24791" y="7629"/>
                </a:lnTo>
                <a:cubicBezTo>
                  <a:pt x="24636" y="6332"/>
                  <a:pt x="24466" y="6180"/>
                  <a:pt x="24211" y="6180"/>
                </a:cubicBezTo>
                <a:cubicBezTo>
                  <a:pt x="24167" y="6180"/>
                  <a:pt x="24121" y="6185"/>
                  <a:pt x="24071" y="6189"/>
                </a:cubicBezTo>
                <a:cubicBezTo>
                  <a:pt x="23737" y="6215"/>
                  <a:pt x="23710" y="7636"/>
                  <a:pt x="23710" y="7636"/>
                </a:cubicBezTo>
                <a:cubicBezTo>
                  <a:pt x="23505" y="5497"/>
                  <a:pt x="22467" y="5479"/>
                  <a:pt x="21849" y="5479"/>
                </a:cubicBezTo>
                <a:cubicBezTo>
                  <a:pt x="21089" y="5479"/>
                  <a:pt x="20054" y="5553"/>
                  <a:pt x="19749" y="6349"/>
                </a:cubicBezTo>
                <a:cubicBezTo>
                  <a:pt x="19520" y="6953"/>
                  <a:pt x="19551" y="7643"/>
                  <a:pt x="19495" y="8276"/>
                </a:cubicBezTo>
                <a:cubicBezTo>
                  <a:pt x="19444" y="8839"/>
                  <a:pt x="19408" y="9374"/>
                  <a:pt x="19384" y="9996"/>
                </a:cubicBezTo>
                <a:lnTo>
                  <a:pt x="18466" y="9996"/>
                </a:lnTo>
                <a:lnTo>
                  <a:pt x="16322" y="8481"/>
                </a:lnTo>
                <a:lnTo>
                  <a:pt x="14759" y="9464"/>
                </a:lnTo>
                <a:cubicBezTo>
                  <a:pt x="14759" y="8241"/>
                  <a:pt x="14737" y="5231"/>
                  <a:pt x="14737" y="5231"/>
                </a:cubicBezTo>
                <a:lnTo>
                  <a:pt x="15018" y="5231"/>
                </a:lnTo>
                <a:lnTo>
                  <a:pt x="15018" y="5023"/>
                </a:lnTo>
                <a:lnTo>
                  <a:pt x="14644" y="5023"/>
                </a:lnTo>
                <a:cubicBezTo>
                  <a:pt x="14702" y="4921"/>
                  <a:pt x="14737" y="4874"/>
                  <a:pt x="14737" y="4787"/>
                </a:cubicBezTo>
                <a:cubicBezTo>
                  <a:pt x="14737" y="4597"/>
                  <a:pt x="14575" y="4439"/>
                  <a:pt x="14377" y="4439"/>
                </a:cubicBezTo>
                <a:cubicBezTo>
                  <a:pt x="14179" y="4439"/>
                  <a:pt x="14017" y="4599"/>
                  <a:pt x="14017" y="4789"/>
                </a:cubicBezTo>
                <a:cubicBezTo>
                  <a:pt x="14017" y="4876"/>
                  <a:pt x="14052" y="4921"/>
                  <a:pt x="14110" y="5023"/>
                </a:cubicBezTo>
                <a:lnTo>
                  <a:pt x="13775" y="5023"/>
                </a:lnTo>
                <a:lnTo>
                  <a:pt x="13775" y="5192"/>
                </a:lnTo>
                <a:lnTo>
                  <a:pt x="13982" y="5210"/>
                </a:lnTo>
                <a:lnTo>
                  <a:pt x="13969" y="8880"/>
                </a:lnTo>
                <a:lnTo>
                  <a:pt x="13775" y="8907"/>
                </a:lnTo>
                <a:lnTo>
                  <a:pt x="13775" y="9943"/>
                </a:lnTo>
                <a:cubicBezTo>
                  <a:pt x="13465" y="9911"/>
                  <a:pt x="13129" y="9802"/>
                  <a:pt x="12970" y="9490"/>
                </a:cubicBezTo>
                <a:cubicBezTo>
                  <a:pt x="12739" y="9040"/>
                  <a:pt x="13035" y="8533"/>
                  <a:pt x="12762" y="8087"/>
                </a:cubicBezTo>
                <a:cubicBezTo>
                  <a:pt x="12558" y="7756"/>
                  <a:pt x="12437" y="7573"/>
                  <a:pt x="12106" y="7373"/>
                </a:cubicBezTo>
                <a:cubicBezTo>
                  <a:pt x="12043" y="7336"/>
                  <a:pt x="11279" y="6992"/>
                  <a:pt x="11117" y="6992"/>
                </a:cubicBezTo>
                <a:cubicBezTo>
                  <a:pt x="11097" y="6992"/>
                  <a:pt x="11086" y="6997"/>
                  <a:pt x="11086" y="7008"/>
                </a:cubicBezTo>
                <a:cubicBezTo>
                  <a:pt x="11086" y="7008"/>
                  <a:pt x="11068" y="5494"/>
                  <a:pt x="10949" y="5494"/>
                </a:cubicBezTo>
                <a:cubicBezTo>
                  <a:pt x="10829" y="5494"/>
                  <a:pt x="10639" y="6973"/>
                  <a:pt x="10639" y="6973"/>
                </a:cubicBezTo>
                <a:cubicBezTo>
                  <a:pt x="10639" y="6973"/>
                  <a:pt x="10636" y="6973"/>
                  <a:pt x="10628" y="6973"/>
                </a:cubicBezTo>
                <a:cubicBezTo>
                  <a:pt x="10495" y="6973"/>
                  <a:pt x="9215" y="7003"/>
                  <a:pt x="8922" y="8158"/>
                </a:cubicBezTo>
                <a:cubicBezTo>
                  <a:pt x="8846" y="8459"/>
                  <a:pt x="8788" y="8720"/>
                  <a:pt x="8742" y="8943"/>
                </a:cubicBezTo>
                <a:cubicBezTo>
                  <a:pt x="8254" y="8636"/>
                  <a:pt x="7502" y="8168"/>
                  <a:pt x="7502" y="8168"/>
                </a:cubicBezTo>
                <a:lnTo>
                  <a:pt x="5728" y="8837"/>
                </a:lnTo>
                <a:cubicBezTo>
                  <a:pt x="5728" y="7552"/>
                  <a:pt x="5706" y="4403"/>
                  <a:pt x="5706" y="4403"/>
                </a:cubicBezTo>
                <a:lnTo>
                  <a:pt x="6008" y="4403"/>
                </a:lnTo>
                <a:lnTo>
                  <a:pt x="6008" y="4200"/>
                </a:lnTo>
                <a:lnTo>
                  <a:pt x="5613" y="4200"/>
                </a:lnTo>
                <a:cubicBezTo>
                  <a:pt x="5671" y="4096"/>
                  <a:pt x="5706" y="4039"/>
                  <a:pt x="5706" y="3948"/>
                </a:cubicBezTo>
                <a:cubicBezTo>
                  <a:pt x="5706" y="3750"/>
                  <a:pt x="5544" y="3581"/>
                  <a:pt x="5346" y="3581"/>
                </a:cubicBezTo>
                <a:cubicBezTo>
                  <a:pt x="5148" y="3581"/>
                  <a:pt x="4986" y="3751"/>
                  <a:pt x="4986" y="3951"/>
                </a:cubicBezTo>
                <a:cubicBezTo>
                  <a:pt x="4986" y="4044"/>
                  <a:pt x="5023" y="4096"/>
                  <a:pt x="5079" y="4200"/>
                </a:cubicBezTo>
                <a:lnTo>
                  <a:pt x="4766" y="4200"/>
                </a:lnTo>
                <a:lnTo>
                  <a:pt x="4766" y="4436"/>
                </a:lnTo>
                <a:lnTo>
                  <a:pt x="4961" y="4412"/>
                </a:lnTo>
                <a:lnTo>
                  <a:pt x="4744" y="8239"/>
                </a:lnTo>
                <a:lnTo>
                  <a:pt x="4231" y="8239"/>
                </a:lnTo>
                <a:cubicBezTo>
                  <a:pt x="4276" y="8239"/>
                  <a:pt x="4202" y="7392"/>
                  <a:pt x="4178" y="7326"/>
                </a:cubicBezTo>
                <a:cubicBezTo>
                  <a:pt x="4087" y="7078"/>
                  <a:pt x="3900" y="6886"/>
                  <a:pt x="3659" y="6783"/>
                </a:cubicBezTo>
                <a:cubicBezTo>
                  <a:pt x="3503" y="6716"/>
                  <a:pt x="3194" y="6707"/>
                  <a:pt x="3070" y="6617"/>
                </a:cubicBezTo>
                <a:cubicBezTo>
                  <a:pt x="2909" y="6498"/>
                  <a:pt x="2872" y="6340"/>
                  <a:pt x="2816" y="6173"/>
                </a:cubicBezTo>
                <a:cubicBezTo>
                  <a:pt x="2758" y="6000"/>
                  <a:pt x="2742" y="5926"/>
                  <a:pt x="2716" y="5611"/>
                </a:cubicBezTo>
                <a:cubicBezTo>
                  <a:pt x="2663" y="5848"/>
                  <a:pt x="2611" y="6120"/>
                  <a:pt x="2496" y="6343"/>
                </a:cubicBezTo>
                <a:cubicBezTo>
                  <a:pt x="2320" y="6689"/>
                  <a:pt x="1922" y="6700"/>
                  <a:pt x="1565" y="6756"/>
                </a:cubicBezTo>
                <a:cubicBezTo>
                  <a:pt x="1086" y="6832"/>
                  <a:pt x="1018" y="7144"/>
                  <a:pt x="885" y="7532"/>
                </a:cubicBezTo>
                <a:cubicBezTo>
                  <a:pt x="816" y="7735"/>
                  <a:pt x="762" y="7930"/>
                  <a:pt x="736" y="8241"/>
                </a:cubicBezTo>
                <a:lnTo>
                  <a:pt x="270" y="8241"/>
                </a:lnTo>
                <a:cubicBezTo>
                  <a:pt x="270" y="8034"/>
                  <a:pt x="303" y="7856"/>
                  <a:pt x="310" y="7697"/>
                </a:cubicBezTo>
                <a:cubicBezTo>
                  <a:pt x="320" y="7455"/>
                  <a:pt x="275" y="7213"/>
                  <a:pt x="233" y="6973"/>
                </a:cubicBezTo>
                <a:cubicBezTo>
                  <a:pt x="197" y="6786"/>
                  <a:pt x="105" y="6607"/>
                  <a:pt x="1" y="6460"/>
                </a:cubicBezTo>
                <a:lnTo>
                  <a:pt x="1" y="31333"/>
                </a:lnTo>
                <a:lnTo>
                  <a:pt x="75035" y="31333"/>
                </a:lnTo>
                <a:lnTo>
                  <a:pt x="75035" y="31540"/>
                </a:lnTo>
                <a:lnTo>
                  <a:pt x="120740" y="31333"/>
                </a:lnTo>
                <a:lnTo>
                  <a:pt x="136378" y="31333"/>
                </a:lnTo>
                <a:lnTo>
                  <a:pt x="136378" y="5480"/>
                </a:lnTo>
                <a:cubicBezTo>
                  <a:pt x="135762" y="5480"/>
                  <a:pt x="134729" y="5501"/>
                  <a:pt x="134522" y="7638"/>
                </a:cubicBezTo>
                <a:cubicBezTo>
                  <a:pt x="134522" y="7638"/>
                  <a:pt x="134494" y="6217"/>
                  <a:pt x="134158" y="6190"/>
                </a:cubicBezTo>
                <a:cubicBezTo>
                  <a:pt x="134110" y="6186"/>
                  <a:pt x="134064" y="6182"/>
                  <a:pt x="134021" y="6182"/>
                </a:cubicBezTo>
                <a:cubicBezTo>
                  <a:pt x="133767" y="6182"/>
                  <a:pt x="133601" y="6331"/>
                  <a:pt x="133446" y="7631"/>
                </a:cubicBezTo>
                <a:lnTo>
                  <a:pt x="133274" y="7579"/>
                </a:lnTo>
                <a:lnTo>
                  <a:pt x="133274" y="3578"/>
                </a:lnTo>
                <a:lnTo>
                  <a:pt x="133074" y="3578"/>
                </a:lnTo>
                <a:cubicBezTo>
                  <a:pt x="133072" y="3370"/>
                  <a:pt x="133058" y="3129"/>
                  <a:pt x="132969" y="3026"/>
                </a:cubicBezTo>
                <a:cubicBezTo>
                  <a:pt x="132938" y="2996"/>
                  <a:pt x="132909" y="2967"/>
                  <a:pt x="132880" y="2947"/>
                </a:cubicBezTo>
                <a:cubicBezTo>
                  <a:pt x="132823" y="2573"/>
                  <a:pt x="132885" y="2280"/>
                  <a:pt x="132779" y="1627"/>
                </a:cubicBezTo>
                <a:cubicBezTo>
                  <a:pt x="132642" y="2225"/>
                  <a:pt x="132635" y="2500"/>
                  <a:pt x="132635" y="2907"/>
                </a:cubicBezTo>
                <a:cubicBezTo>
                  <a:pt x="132487" y="2985"/>
                  <a:pt x="132431" y="3266"/>
                  <a:pt x="132412" y="3578"/>
                </a:cubicBezTo>
                <a:lnTo>
                  <a:pt x="132238" y="3578"/>
                </a:lnTo>
                <a:lnTo>
                  <a:pt x="132238" y="7279"/>
                </a:lnTo>
                <a:cubicBezTo>
                  <a:pt x="131796" y="6555"/>
                  <a:pt x="131136" y="6155"/>
                  <a:pt x="130282" y="6155"/>
                </a:cubicBezTo>
                <a:cubicBezTo>
                  <a:pt x="130137" y="6155"/>
                  <a:pt x="129987" y="6166"/>
                  <a:pt x="129830" y="6190"/>
                </a:cubicBezTo>
                <a:cubicBezTo>
                  <a:pt x="127452" y="6494"/>
                  <a:pt x="127513" y="8238"/>
                  <a:pt x="127501" y="9998"/>
                </a:cubicBezTo>
                <a:lnTo>
                  <a:pt x="127059" y="9998"/>
                </a:lnTo>
                <a:lnTo>
                  <a:pt x="127059" y="7875"/>
                </a:lnTo>
                <a:lnTo>
                  <a:pt x="126866" y="7849"/>
                </a:lnTo>
                <a:lnTo>
                  <a:pt x="126853" y="4179"/>
                </a:lnTo>
                <a:lnTo>
                  <a:pt x="127059" y="4162"/>
                </a:lnTo>
                <a:lnTo>
                  <a:pt x="127059" y="3993"/>
                </a:lnTo>
                <a:lnTo>
                  <a:pt x="126725" y="3993"/>
                </a:lnTo>
                <a:cubicBezTo>
                  <a:pt x="126783" y="3889"/>
                  <a:pt x="126818" y="3843"/>
                  <a:pt x="126818" y="3755"/>
                </a:cubicBezTo>
                <a:cubicBezTo>
                  <a:pt x="126818" y="3566"/>
                  <a:pt x="126657" y="3407"/>
                  <a:pt x="126458" y="3407"/>
                </a:cubicBezTo>
                <a:cubicBezTo>
                  <a:pt x="126259" y="3407"/>
                  <a:pt x="126097" y="3567"/>
                  <a:pt x="126097" y="3757"/>
                </a:cubicBezTo>
                <a:cubicBezTo>
                  <a:pt x="126097" y="3845"/>
                  <a:pt x="126135" y="3889"/>
                  <a:pt x="126191" y="3993"/>
                </a:cubicBezTo>
                <a:lnTo>
                  <a:pt x="125816" y="3993"/>
                </a:lnTo>
                <a:lnTo>
                  <a:pt x="125816" y="4200"/>
                </a:lnTo>
                <a:lnTo>
                  <a:pt x="126097" y="4200"/>
                </a:lnTo>
                <a:cubicBezTo>
                  <a:pt x="126097" y="4200"/>
                  <a:pt x="126075" y="7195"/>
                  <a:pt x="126075" y="8421"/>
                </a:cubicBezTo>
                <a:lnTo>
                  <a:pt x="124514" y="7432"/>
                </a:lnTo>
                <a:lnTo>
                  <a:pt x="122954" y="8513"/>
                </a:lnTo>
                <a:lnTo>
                  <a:pt x="122839" y="4195"/>
                </a:lnTo>
                <a:lnTo>
                  <a:pt x="122431" y="4198"/>
                </a:lnTo>
                <a:cubicBezTo>
                  <a:pt x="122416" y="4024"/>
                  <a:pt x="122340" y="3822"/>
                  <a:pt x="122250" y="3737"/>
                </a:cubicBezTo>
                <a:cubicBezTo>
                  <a:pt x="122173" y="3671"/>
                  <a:pt x="122032" y="3632"/>
                  <a:pt x="121894" y="3619"/>
                </a:cubicBezTo>
                <a:cubicBezTo>
                  <a:pt x="121882" y="3495"/>
                  <a:pt x="121869" y="3370"/>
                  <a:pt x="121854" y="3245"/>
                </a:cubicBezTo>
                <a:cubicBezTo>
                  <a:pt x="121828" y="3064"/>
                  <a:pt x="121783" y="2878"/>
                  <a:pt x="121743" y="2698"/>
                </a:cubicBezTo>
                <a:cubicBezTo>
                  <a:pt x="121713" y="2554"/>
                  <a:pt x="121696" y="2396"/>
                  <a:pt x="121653" y="2253"/>
                </a:cubicBezTo>
                <a:cubicBezTo>
                  <a:pt x="121633" y="2190"/>
                  <a:pt x="121614" y="2165"/>
                  <a:pt x="121595" y="2165"/>
                </a:cubicBezTo>
                <a:cubicBezTo>
                  <a:pt x="121531" y="2165"/>
                  <a:pt x="121481" y="2481"/>
                  <a:pt x="121477" y="2544"/>
                </a:cubicBezTo>
                <a:cubicBezTo>
                  <a:pt x="121463" y="2715"/>
                  <a:pt x="121463" y="2885"/>
                  <a:pt x="121463" y="3061"/>
                </a:cubicBezTo>
                <a:cubicBezTo>
                  <a:pt x="121463" y="3254"/>
                  <a:pt x="121442" y="3448"/>
                  <a:pt x="121435" y="3640"/>
                </a:cubicBezTo>
                <a:cubicBezTo>
                  <a:pt x="121314" y="3647"/>
                  <a:pt x="121197" y="3664"/>
                  <a:pt x="121085" y="3739"/>
                </a:cubicBezTo>
                <a:cubicBezTo>
                  <a:pt x="120927" y="3854"/>
                  <a:pt x="120873" y="4031"/>
                  <a:pt x="120863" y="4212"/>
                </a:cubicBezTo>
                <a:lnTo>
                  <a:pt x="120520" y="4214"/>
                </a:lnTo>
                <a:lnTo>
                  <a:pt x="120606" y="9042"/>
                </a:lnTo>
                <a:lnTo>
                  <a:pt x="119969" y="8906"/>
                </a:lnTo>
                <a:lnTo>
                  <a:pt x="119848" y="2614"/>
                </a:lnTo>
                <a:lnTo>
                  <a:pt x="120122" y="2579"/>
                </a:lnTo>
                <a:lnTo>
                  <a:pt x="120122" y="2232"/>
                </a:lnTo>
                <a:lnTo>
                  <a:pt x="119811" y="2232"/>
                </a:lnTo>
                <a:cubicBezTo>
                  <a:pt x="119834" y="2025"/>
                  <a:pt x="119790" y="1889"/>
                  <a:pt x="119780" y="1779"/>
                </a:cubicBezTo>
                <a:cubicBezTo>
                  <a:pt x="119738" y="1464"/>
                  <a:pt x="119681" y="1408"/>
                  <a:pt x="119447" y="1388"/>
                </a:cubicBezTo>
                <a:cubicBezTo>
                  <a:pt x="119429" y="910"/>
                  <a:pt x="119357" y="0"/>
                  <a:pt x="119231" y="0"/>
                </a:cubicBezTo>
                <a:cubicBezTo>
                  <a:pt x="119216" y="0"/>
                  <a:pt x="119200" y="14"/>
                  <a:pt x="119183" y="43"/>
                </a:cubicBezTo>
                <a:cubicBezTo>
                  <a:pt x="119123" y="405"/>
                  <a:pt x="119086" y="940"/>
                  <a:pt x="119066" y="1388"/>
                </a:cubicBezTo>
                <a:cubicBezTo>
                  <a:pt x="118649" y="1449"/>
                  <a:pt x="118871" y="1819"/>
                  <a:pt x="118785" y="2232"/>
                </a:cubicBezTo>
                <a:lnTo>
                  <a:pt x="118508" y="2232"/>
                </a:lnTo>
                <a:lnTo>
                  <a:pt x="118490" y="2646"/>
                </a:lnTo>
                <a:lnTo>
                  <a:pt x="118766" y="2646"/>
                </a:lnTo>
                <a:lnTo>
                  <a:pt x="118645" y="9109"/>
                </a:lnTo>
                <a:lnTo>
                  <a:pt x="117619" y="9364"/>
                </a:lnTo>
                <a:lnTo>
                  <a:pt x="117458" y="8239"/>
                </a:lnTo>
                <a:lnTo>
                  <a:pt x="116670" y="8239"/>
                </a:lnTo>
                <a:cubicBezTo>
                  <a:pt x="116660" y="8031"/>
                  <a:pt x="116668" y="7879"/>
                  <a:pt x="116653" y="7721"/>
                </a:cubicBezTo>
                <a:cubicBezTo>
                  <a:pt x="116626" y="7480"/>
                  <a:pt x="116618" y="7227"/>
                  <a:pt x="116549" y="6994"/>
                </a:cubicBezTo>
                <a:cubicBezTo>
                  <a:pt x="116430" y="6579"/>
                  <a:pt x="116193" y="6201"/>
                  <a:pt x="115796" y="6010"/>
                </a:cubicBezTo>
                <a:cubicBezTo>
                  <a:pt x="115371" y="5806"/>
                  <a:pt x="114743" y="5673"/>
                  <a:pt x="114114" y="5673"/>
                </a:cubicBezTo>
                <a:cubicBezTo>
                  <a:pt x="113102" y="5673"/>
                  <a:pt x="112087" y="6018"/>
                  <a:pt x="111918" y="6963"/>
                </a:cubicBezTo>
                <a:cubicBezTo>
                  <a:pt x="111874" y="7205"/>
                  <a:pt x="111832" y="7455"/>
                  <a:pt x="111840" y="7697"/>
                </a:cubicBezTo>
                <a:cubicBezTo>
                  <a:pt x="111847" y="7854"/>
                  <a:pt x="111881" y="8034"/>
                  <a:pt x="111881" y="8241"/>
                </a:cubicBezTo>
                <a:lnTo>
                  <a:pt x="111414" y="8241"/>
                </a:lnTo>
                <a:cubicBezTo>
                  <a:pt x="111389" y="7930"/>
                  <a:pt x="111334" y="7735"/>
                  <a:pt x="111265" y="7532"/>
                </a:cubicBezTo>
                <a:cubicBezTo>
                  <a:pt x="111132" y="7144"/>
                  <a:pt x="111066" y="6842"/>
                  <a:pt x="110585" y="6766"/>
                </a:cubicBezTo>
                <a:cubicBezTo>
                  <a:pt x="110227" y="6710"/>
                  <a:pt x="109830" y="6695"/>
                  <a:pt x="109655" y="6349"/>
                </a:cubicBezTo>
                <a:cubicBezTo>
                  <a:pt x="109541" y="6125"/>
                  <a:pt x="109487" y="5850"/>
                  <a:pt x="109435" y="5612"/>
                </a:cubicBezTo>
                <a:cubicBezTo>
                  <a:pt x="109410" y="5927"/>
                  <a:pt x="109395" y="5999"/>
                  <a:pt x="109334" y="6173"/>
                </a:cubicBezTo>
                <a:cubicBezTo>
                  <a:pt x="109278" y="6340"/>
                  <a:pt x="109241" y="6495"/>
                  <a:pt x="109078" y="6614"/>
                </a:cubicBezTo>
                <a:cubicBezTo>
                  <a:pt x="108955" y="6706"/>
                  <a:pt x="108645" y="6707"/>
                  <a:pt x="108489" y="6773"/>
                </a:cubicBezTo>
                <a:cubicBezTo>
                  <a:pt x="108249" y="6877"/>
                  <a:pt x="108062" y="7080"/>
                  <a:pt x="107971" y="7327"/>
                </a:cubicBezTo>
                <a:cubicBezTo>
                  <a:pt x="107947" y="7395"/>
                  <a:pt x="107874" y="8241"/>
                  <a:pt x="107916" y="8241"/>
                </a:cubicBezTo>
                <a:lnTo>
                  <a:pt x="107403" y="8241"/>
                </a:lnTo>
                <a:lnTo>
                  <a:pt x="107188" y="4415"/>
                </a:lnTo>
                <a:lnTo>
                  <a:pt x="107382" y="4437"/>
                </a:lnTo>
                <a:lnTo>
                  <a:pt x="107382" y="4200"/>
                </a:lnTo>
                <a:lnTo>
                  <a:pt x="107070" y="4200"/>
                </a:lnTo>
                <a:cubicBezTo>
                  <a:pt x="107127" y="4096"/>
                  <a:pt x="107162" y="4039"/>
                  <a:pt x="107162" y="3948"/>
                </a:cubicBezTo>
                <a:cubicBezTo>
                  <a:pt x="107162" y="3750"/>
                  <a:pt x="107001" y="3581"/>
                  <a:pt x="106803" y="3581"/>
                </a:cubicBezTo>
                <a:cubicBezTo>
                  <a:pt x="106604" y="3581"/>
                  <a:pt x="106443" y="3751"/>
                  <a:pt x="106443" y="3951"/>
                </a:cubicBezTo>
                <a:cubicBezTo>
                  <a:pt x="106443" y="4044"/>
                  <a:pt x="106479" y="4096"/>
                  <a:pt x="106536" y="4200"/>
                </a:cubicBezTo>
                <a:lnTo>
                  <a:pt x="106141" y="4200"/>
                </a:lnTo>
                <a:lnTo>
                  <a:pt x="106141" y="4408"/>
                </a:lnTo>
                <a:lnTo>
                  <a:pt x="106443" y="4408"/>
                </a:lnTo>
                <a:cubicBezTo>
                  <a:pt x="106443" y="4408"/>
                  <a:pt x="106420" y="7556"/>
                  <a:pt x="106420" y="8839"/>
                </a:cubicBezTo>
                <a:lnTo>
                  <a:pt x="104649" y="8177"/>
                </a:lnTo>
                <a:cubicBezTo>
                  <a:pt x="104649" y="8177"/>
                  <a:pt x="103897" y="8646"/>
                  <a:pt x="103408" y="8952"/>
                </a:cubicBezTo>
                <a:cubicBezTo>
                  <a:pt x="103365" y="8727"/>
                  <a:pt x="103304" y="8466"/>
                  <a:pt x="103230" y="8165"/>
                </a:cubicBezTo>
                <a:cubicBezTo>
                  <a:pt x="102935" y="7010"/>
                  <a:pt x="101655" y="6980"/>
                  <a:pt x="101522" y="6980"/>
                </a:cubicBezTo>
                <a:cubicBezTo>
                  <a:pt x="101514" y="6980"/>
                  <a:pt x="101511" y="6980"/>
                  <a:pt x="101511" y="6980"/>
                </a:cubicBezTo>
                <a:cubicBezTo>
                  <a:pt x="101511" y="6980"/>
                  <a:pt x="101321" y="5501"/>
                  <a:pt x="101201" y="5501"/>
                </a:cubicBezTo>
                <a:cubicBezTo>
                  <a:pt x="101082" y="5501"/>
                  <a:pt x="101065" y="7002"/>
                  <a:pt x="101065" y="7015"/>
                </a:cubicBezTo>
                <a:lnTo>
                  <a:pt x="101065" y="7015"/>
                </a:lnTo>
                <a:cubicBezTo>
                  <a:pt x="101065" y="7004"/>
                  <a:pt x="101054" y="6999"/>
                  <a:pt x="101035" y="6999"/>
                </a:cubicBezTo>
                <a:cubicBezTo>
                  <a:pt x="100874" y="6999"/>
                  <a:pt x="100110" y="7343"/>
                  <a:pt x="100046" y="7380"/>
                </a:cubicBezTo>
                <a:cubicBezTo>
                  <a:pt x="99713" y="7580"/>
                  <a:pt x="99591" y="7763"/>
                  <a:pt x="99388" y="8095"/>
                </a:cubicBezTo>
                <a:cubicBezTo>
                  <a:pt x="99116" y="8540"/>
                  <a:pt x="99411" y="9071"/>
                  <a:pt x="99182" y="9521"/>
                </a:cubicBezTo>
                <a:cubicBezTo>
                  <a:pt x="98961" y="9953"/>
                  <a:pt x="98452" y="10008"/>
                  <a:pt x="97997" y="10008"/>
                </a:cubicBezTo>
                <a:cubicBezTo>
                  <a:pt x="97843" y="10008"/>
                  <a:pt x="97695" y="10002"/>
                  <a:pt x="97567" y="10002"/>
                </a:cubicBezTo>
                <a:lnTo>
                  <a:pt x="89877" y="10002"/>
                </a:lnTo>
                <a:lnTo>
                  <a:pt x="89619" y="3207"/>
                </a:lnTo>
                <a:lnTo>
                  <a:pt x="87643" y="3133"/>
                </a:lnTo>
                <a:lnTo>
                  <a:pt x="87716" y="10002"/>
                </a:lnTo>
                <a:lnTo>
                  <a:pt x="84707" y="10002"/>
                </a:lnTo>
                <a:lnTo>
                  <a:pt x="84707" y="3578"/>
                </a:lnTo>
                <a:lnTo>
                  <a:pt x="84531" y="3578"/>
                </a:lnTo>
                <a:cubicBezTo>
                  <a:pt x="84514" y="3266"/>
                  <a:pt x="84458" y="2984"/>
                  <a:pt x="84310" y="2905"/>
                </a:cubicBezTo>
                <a:cubicBezTo>
                  <a:pt x="84310" y="2497"/>
                  <a:pt x="84303" y="2226"/>
                  <a:pt x="84164" y="1629"/>
                </a:cubicBezTo>
                <a:cubicBezTo>
                  <a:pt x="84059" y="2282"/>
                  <a:pt x="84121" y="2569"/>
                  <a:pt x="84064" y="2943"/>
                </a:cubicBezTo>
                <a:cubicBezTo>
                  <a:pt x="84036" y="2963"/>
                  <a:pt x="84005" y="2996"/>
                  <a:pt x="83975" y="3026"/>
                </a:cubicBezTo>
                <a:cubicBezTo>
                  <a:pt x="83886" y="3129"/>
                  <a:pt x="83875" y="3369"/>
                  <a:pt x="83869" y="3576"/>
                </a:cubicBezTo>
                <a:lnTo>
                  <a:pt x="83671" y="3576"/>
                </a:lnTo>
                <a:lnTo>
                  <a:pt x="83671" y="7577"/>
                </a:lnTo>
                <a:lnTo>
                  <a:pt x="83498" y="7629"/>
                </a:lnTo>
                <a:cubicBezTo>
                  <a:pt x="83343" y="6332"/>
                  <a:pt x="83174" y="6180"/>
                  <a:pt x="82919" y="6180"/>
                </a:cubicBezTo>
                <a:cubicBezTo>
                  <a:pt x="82876" y="6180"/>
                  <a:pt x="82829" y="6185"/>
                  <a:pt x="82780" y="6189"/>
                </a:cubicBezTo>
                <a:cubicBezTo>
                  <a:pt x="82444" y="6215"/>
                  <a:pt x="82417" y="7636"/>
                  <a:pt x="82417" y="7636"/>
                </a:cubicBezTo>
                <a:cubicBezTo>
                  <a:pt x="82212" y="5497"/>
                  <a:pt x="81176" y="5479"/>
                  <a:pt x="80558" y="5479"/>
                </a:cubicBezTo>
                <a:cubicBezTo>
                  <a:pt x="79796" y="5479"/>
                  <a:pt x="78761" y="5553"/>
                  <a:pt x="78458" y="6349"/>
                </a:cubicBezTo>
                <a:cubicBezTo>
                  <a:pt x="78227" y="6953"/>
                  <a:pt x="78259" y="7643"/>
                  <a:pt x="78203" y="8276"/>
                </a:cubicBezTo>
                <a:cubicBezTo>
                  <a:pt x="78151" y="8839"/>
                  <a:pt x="78116" y="9374"/>
                  <a:pt x="78092" y="9996"/>
                </a:cubicBezTo>
                <a:lnTo>
                  <a:pt x="77173" y="9996"/>
                </a:lnTo>
                <a:lnTo>
                  <a:pt x="75029" y="8481"/>
                </a:lnTo>
                <a:lnTo>
                  <a:pt x="75029" y="14150"/>
                </a:lnTo>
                <a:lnTo>
                  <a:pt x="74727" y="7629"/>
                </a:lnTo>
                <a:lnTo>
                  <a:pt x="74556" y="7577"/>
                </a:lnTo>
                <a:lnTo>
                  <a:pt x="74556" y="3578"/>
                </a:lnTo>
                <a:lnTo>
                  <a:pt x="74356" y="3578"/>
                </a:lnTo>
                <a:cubicBezTo>
                  <a:pt x="74353" y="3370"/>
                  <a:pt x="74339" y="3129"/>
                  <a:pt x="74251" y="3026"/>
                </a:cubicBezTo>
                <a:cubicBezTo>
                  <a:pt x="74220" y="2996"/>
                  <a:pt x="74190" y="2967"/>
                  <a:pt x="74162" y="2947"/>
                </a:cubicBezTo>
                <a:cubicBezTo>
                  <a:pt x="74106" y="2573"/>
                  <a:pt x="74166" y="2280"/>
                  <a:pt x="74061" y="1627"/>
                </a:cubicBezTo>
                <a:cubicBezTo>
                  <a:pt x="73923" y="2225"/>
                  <a:pt x="73916" y="2500"/>
                  <a:pt x="73916" y="2907"/>
                </a:cubicBezTo>
                <a:cubicBezTo>
                  <a:pt x="73769" y="2985"/>
                  <a:pt x="73712" y="3266"/>
                  <a:pt x="73694" y="3578"/>
                </a:cubicBezTo>
                <a:lnTo>
                  <a:pt x="73520" y="3578"/>
                </a:lnTo>
                <a:lnTo>
                  <a:pt x="73520" y="7279"/>
                </a:lnTo>
                <a:cubicBezTo>
                  <a:pt x="73078" y="6555"/>
                  <a:pt x="72418" y="6155"/>
                  <a:pt x="71564" y="6155"/>
                </a:cubicBezTo>
                <a:cubicBezTo>
                  <a:pt x="71419" y="6155"/>
                  <a:pt x="71268" y="6166"/>
                  <a:pt x="71112" y="6190"/>
                </a:cubicBezTo>
                <a:cubicBezTo>
                  <a:pt x="68734" y="6494"/>
                  <a:pt x="68794" y="8238"/>
                  <a:pt x="68783" y="9998"/>
                </a:cubicBezTo>
                <a:lnTo>
                  <a:pt x="68340" y="9998"/>
                </a:lnTo>
                <a:lnTo>
                  <a:pt x="68340" y="7875"/>
                </a:lnTo>
                <a:lnTo>
                  <a:pt x="68148" y="7849"/>
                </a:lnTo>
                <a:lnTo>
                  <a:pt x="68135" y="4179"/>
                </a:lnTo>
                <a:lnTo>
                  <a:pt x="68340" y="4162"/>
                </a:lnTo>
                <a:lnTo>
                  <a:pt x="68340" y="3993"/>
                </a:lnTo>
                <a:lnTo>
                  <a:pt x="68007" y="3993"/>
                </a:lnTo>
                <a:cubicBezTo>
                  <a:pt x="68065" y="3889"/>
                  <a:pt x="68100" y="3843"/>
                  <a:pt x="68100" y="3755"/>
                </a:cubicBezTo>
                <a:cubicBezTo>
                  <a:pt x="68100" y="3566"/>
                  <a:pt x="67938" y="3407"/>
                  <a:pt x="67740" y="3407"/>
                </a:cubicBezTo>
                <a:cubicBezTo>
                  <a:pt x="67542" y="3407"/>
                  <a:pt x="67380" y="3567"/>
                  <a:pt x="67380" y="3757"/>
                </a:cubicBezTo>
                <a:cubicBezTo>
                  <a:pt x="67380" y="3845"/>
                  <a:pt x="67417" y="3889"/>
                  <a:pt x="67473" y="3993"/>
                </a:cubicBezTo>
                <a:lnTo>
                  <a:pt x="67099" y="3993"/>
                </a:lnTo>
                <a:lnTo>
                  <a:pt x="67099" y="4200"/>
                </a:lnTo>
                <a:lnTo>
                  <a:pt x="67380" y="4200"/>
                </a:lnTo>
                <a:cubicBezTo>
                  <a:pt x="67380" y="4200"/>
                  <a:pt x="67356" y="7195"/>
                  <a:pt x="67356" y="8421"/>
                </a:cubicBezTo>
                <a:lnTo>
                  <a:pt x="65795" y="7432"/>
                </a:lnTo>
                <a:lnTo>
                  <a:pt x="64234" y="8513"/>
                </a:lnTo>
                <a:lnTo>
                  <a:pt x="64119" y="4195"/>
                </a:lnTo>
                <a:lnTo>
                  <a:pt x="63712" y="4198"/>
                </a:lnTo>
                <a:cubicBezTo>
                  <a:pt x="63695" y="4024"/>
                  <a:pt x="63620" y="3822"/>
                  <a:pt x="63530" y="3737"/>
                </a:cubicBezTo>
                <a:cubicBezTo>
                  <a:pt x="63453" y="3671"/>
                  <a:pt x="63312" y="3632"/>
                  <a:pt x="63175" y="3619"/>
                </a:cubicBezTo>
                <a:cubicBezTo>
                  <a:pt x="63161" y="3495"/>
                  <a:pt x="63149" y="3370"/>
                  <a:pt x="63133" y="3245"/>
                </a:cubicBezTo>
                <a:cubicBezTo>
                  <a:pt x="63109" y="3064"/>
                  <a:pt x="63062" y="2878"/>
                  <a:pt x="63023" y="2698"/>
                </a:cubicBezTo>
                <a:cubicBezTo>
                  <a:pt x="62992" y="2554"/>
                  <a:pt x="62976" y="2396"/>
                  <a:pt x="62933" y="2253"/>
                </a:cubicBezTo>
                <a:cubicBezTo>
                  <a:pt x="62913" y="2190"/>
                  <a:pt x="62894" y="2165"/>
                  <a:pt x="62876" y="2165"/>
                </a:cubicBezTo>
                <a:cubicBezTo>
                  <a:pt x="62811" y="2165"/>
                  <a:pt x="62762" y="2481"/>
                  <a:pt x="62757" y="2544"/>
                </a:cubicBezTo>
                <a:cubicBezTo>
                  <a:pt x="62742" y="2715"/>
                  <a:pt x="62742" y="2885"/>
                  <a:pt x="62742" y="3061"/>
                </a:cubicBezTo>
                <a:cubicBezTo>
                  <a:pt x="62742" y="3254"/>
                  <a:pt x="62721" y="3448"/>
                  <a:pt x="62714" y="3640"/>
                </a:cubicBezTo>
                <a:cubicBezTo>
                  <a:pt x="62594" y="3647"/>
                  <a:pt x="62476" y="3664"/>
                  <a:pt x="62364" y="3739"/>
                </a:cubicBezTo>
                <a:cubicBezTo>
                  <a:pt x="62203" y="3854"/>
                  <a:pt x="62151" y="4031"/>
                  <a:pt x="62140" y="4212"/>
                </a:cubicBezTo>
                <a:lnTo>
                  <a:pt x="61797" y="4214"/>
                </a:lnTo>
                <a:lnTo>
                  <a:pt x="61884" y="9042"/>
                </a:lnTo>
                <a:lnTo>
                  <a:pt x="61884" y="9042"/>
                </a:lnTo>
                <a:lnTo>
                  <a:pt x="61248" y="8906"/>
                </a:lnTo>
                <a:lnTo>
                  <a:pt x="61127" y="2614"/>
                </a:lnTo>
                <a:lnTo>
                  <a:pt x="61401" y="2579"/>
                </a:lnTo>
                <a:lnTo>
                  <a:pt x="61401" y="2232"/>
                </a:lnTo>
                <a:lnTo>
                  <a:pt x="61090" y="2232"/>
                </a:lnTo>
                <a:cubicBezTo>
                  <a:pt x="61113" y="2025"/>
                  <a:pt x="61069" y="1889"/>
                  <a:pt x="61058" y="1779"/>
                </a:cubicBezTo>
                <a:cubicBezTo>
                  <a:pt x="61016" y="1464"/>
                  <a:pt x="60959" y="1408"/>
                  <a:pt x="60726" y="1388"/>
                </a:cubicBezTo>
                <a:cubicBezTo>
                  <a:pt x="60707" y="910"/>
                  <a:pt x="60635" y="0"/>
                  <a:pt x="6050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699;p64">
            <a:extLst>
              <a:ext uri="{FF2B5EF4-FFF2-40B4-BE49-F238E27FC236}">
                <a16:creationId xmlns:a16="http://schemas.microsoft.com/office/drawing/2014/main" id="{F49CED28-CE36-38EE-3AF8-FA066E41F043}"/>
              </a:ext>
            </a:extLst>
          </p:cNvPr>
          <p:cNvSpPr/>
          <p:nvPr/>
        </p:nvSpPr>
        <p:spPr>
          <a:xfrm>
            <a:off x="4109479" y="3930155"/>
            <a:ext cx="3756873" cy="868848"/>
          </a:xfrm>
          <a:custGeom>
            <a:avLst/>
            <a:gdLst/>
            <a:ahLst/>
            <a:cxnLst/>
            <a:rect l="l" t="t" r="r" b="b"/>
            <a:pathLst>
              <a:path w="136378" h="31540" extrusionOk="0">
                <a:moveTo>
                  <a:pt x="60509" y="0"/>
                </a:moveTo>
                <a:cubicBezTo>
                  <a:pt x="60494" y="0"/>
                  <a:pt x="60477" y="14"/>
                  <a:pt x="60460" y="43"/>
                </a:cubicBezTo>
                <a:cubicBezTo>
                  <a:pt x="60401" y="405"/>
                  <a:pt x="60363" y="940"/>
                  <a:pt x="60345" y="1388"/>
                </a:cubicBezTo>
                <a:cubicBezTo>
                  <a:pt x="59926" y="1449"/>
                  <a:pt x="60150" y="1819"/>
                  <a:pt x="60064" y="2232"/>
                </a:cubicBezTo>
                <a:lnTo>
                  <a:pt x="59786" y="2232"/>
                </a:lnTo>
                <a:lnTo>
                  <a:pt x="59769" y="2646"/>
                </a:lnTo>
                <a:lnTo>
                  <a:pt x="60043" y="2646"/>
                </a:lnTo>
                <a:lnTo>
                  <a:pt x="59924" y="9109"/>
                </a:lnTo>
                <a:lnTo>
                  <a:pt x="58897" y="9364"/>
                </a:lnTo>
                <a:lnTo>
                  <a:pt x="58737" y="8239"/>
                </a:lnTo>
                <a:lnTo>
                  <a:pt x="57949" y="8239"/>
                </a:lnTo>
                <a:cubicBezTo>
                  <a:pt x="57937" y="8031"/>
                  <a:pt x="57949" y="7879"/>
                  <a:pt x="57930" y="7721"/>
                </a:cubicBezTo>
                <a:cubicBezTo>
                  <a:pt x="57904" y="7480"/>
                  <a:pt x="57895" y="7227"/>
                  <a:pt x="57826" y="6994"/>
                </a:cubicBezTo>
                <a:cubicBezTo>
                  <a:pt x="57707" y="6579"/>
                  <a:pt x="57472" y="6201"/>
                  <a:pt x="57073" y="6010"/>
                </a:cubicBezTo>
                <a:cubicBezTo>
                  <a:pt x="56648" y="5806"/>
                  <a:pt x="56020" y="5673"/>
                  <a:pt x="55392" y="5673"/>
                </a:cubicBezTo>
                <a:cubicBezTo>
                  <a:pt x="54379" y="5673"/>
                  <a:pt x="53364" y="6018"/>
                  <a:pt x="53195" y="6963"/>
                </a:cubicBezTo>
                <a:cubicBezTo>
                  <a:pt x="53153" y="7205"/>
                  <a:pt x="53109" y="7455"/>
                  <a:pt x="53118" y="7697"/>
                </a:cubicBezTo>
                <a:cubicBezTo>
                  <a:pt x="53125" y="7854"/>
                  <a:pt x="53158" y="8034"/>
                  <a:pt x="53158" y="8241"/>
                </a:cubicBezTo>
                <a:lnTo>
                  <a:pt x="52693" y="8241"/>
                </a:lnTo>
                <a:cubicBezTo>
                  <a:pt x="52667" y="7930"/>
                  <a:pt x="52612" y="7735"/>
                  <a:pt x="52541" y="7532"/>
                </a:cubicBezTo>
                <a:cubicBezTo>
                  <a:pt x="52408" y="7144"/>
                  <a:pt x="52342" y="6842"/>
                  <a:pt x="51863" y="6766"/>
                </a:cubicBezTo>
                <a:cubicBezTo>
                  <a:pt x="51504" y="6710"/>
                  <a:pt x="51106" y="6695"/>
                  <a:pt x="50931" y="6349"/>
                </a:cubicBezTo>
                <a:cubicBezTo>
                  <a:pt x="50817" y="6125"/>
                  <a:pt x="50763" y="5850"/>
                  <a:pt x="50711" y="5612"/>
                </a:cubicBezTo>
                <a:cubicBezTo>
                  <a:pt x="50686" y="5927"/>
                  <a:pt x="50671" y="5999"/>
                  <a:pt x="50613" y="6173"/>
                </a:cubicBezTo>
                <a:cubicBezTo>
                  <a:pt x="50557" y="6340"/>
                  <a:pt x="50520" y="6495"/>
                  <a:pt x="50356" y="6614"/>
                </a:cubicBezTo>
                <a:cubicBezTo>
                  <a:pt x="50233" y="6706"/>
                  <a:pt x="49924" y="6707"/>
                  <a:pt x="49768" y="6773"/>
                </a:cubicBezTo>
                <a:cubicBezTo>
                  <a:pt x="49526" y="6877"/>
                  <a:pt x="49341" y="7080"/>
                  <a:pt x="49250" y="7327"/>
                </a:cubicBezTo>
                <a:cubicBezTo>
                  <a:pt x="49224" y="7395"/>
                  <a:pt x="49153" y="8241"/>
                  <a:pt x="49195" y="8241"/>
                </a:cubicBezTo>
                <a:lnTo>
                  <a:pt x="48682" y="8241"/>
                </a:lnTo>
                <a:lnTo>
                  <a:pt x="48478" y="4410"/>
                </a:lnTo>
                <a:lnTo>
                  <a:pt x="48478" y="4410"/>
                </a:lnTo>
                <a:lnTo>
                  <a:pt x="48673" y="4433"/>
                </a:lnTo>
                <a:lnTo>
                  <a:pt x="48673" y="4200"/>
                </a:lnTo>
                <a:lnTo>
                  <a:pt x="48360" y="4200"/>
                </a:lnTo>
                <a:cubicBezTo>
                  <a:pt x="48419" y="4096"/>
                  <a:pt x="48454" y="4039"/>
                  <a:pt x="48454" y="3948"/>
                </a:cubicBezTo>
                <a:cubicBezTo>
                  <a:pt x="48454" y="3750"/>
                  <a:pt x="48292" y="3581"/>
                  <a:pt x="48093" y="3581"/>
                </a:cubicBezTo>
                <a:cubicBezTo>
                  <a:pt x="47895" y="3581"/>
                  <a:pt x="47733" y="3751"/>
                  <a:pt x="47733" y="3951"/>
                </a:cubicBezTo>
                <a:cubicBezTo>
                  <a:pt x="47733" y="4044"/>
                  <a:pt x="47768" y="4096"/>
                  <a:pt x="47826" y="4200"/>
                </a:cubicBezTo>
                <a:lnTo>
                  <a:pt x="47431" y="4200"/>
                </a:lnTo>
                <a:lnTo>
                  <a:pt x="47431" y="4408"/>
                </a:lnTo>
                <a:lnTo>
                  <a:pt x="47733" y="4408"/>
                </a:lnTo>
                <a:cubicBezTo>
                  <a:pt x="47733" y="4408"/>
                  <a:pt x="47710" y="7556"/>
                  <a:pt x="47710" y="8839"/>
                </a:cubicBezTo>
                <a:lnTo>
                  <a:pt x="45939" y="8177"/>
                </a:lnTo>
                <a:cubicBezTo>
                  <a:pt x="45939" y="8177"/>
                  <a:pt x="45187" y="8646"/>
                  <a:pt x="44698" y="8952"/>
                </a:cubicBezTo>
                <a:cubicBezTo>
                  <a:pt x="44655" y="8727"/>
                  <a:pt x="44596" y="8466"/>
                  <a:pt x="44520" y="8165"/>
                </a:cubicBezTo>
                <a:cubicBezTo>
                  <a:pt x="44227" y="7010"/>
                  <a:pt x="42946" y="6980"/>
                  <a:pt x="42812" y="6980"/>
                </a:cubicBezTo>
                <a:cubicBezTo>
                  <a:pt x="42805" y="6980"/>
                  <a:pt x="42801" y="6980"/>
                  <a:pt x="42801" y="6980"/>
                </a:cubicBezTo>
                <a:cubicBezTo>
                  <a:pt x="42801" y="6980"/>
                  <a:pt x="42611" y="5501"/>
                  <a:pt x="42491" y="5501"/>
                </a:cubicBezTo>
                <a:cubicBezTo>
                  <a:pt x="42371" y="5501"/>
                  <a:pt x="42355" y="7015"/>
                  <a:pt x="42355" y="7015"/>
                </a:cubicBezTo>
                <a:cubicBezTo>
                  <a:pt x="42355" y="7004"/>
                  <a:pt x="42344" y="6999"/>
                  <a:pt x="42325" y="6999"/>
                </a:cubicBezTo>
                <a:cubicBezTo>
                  <a:pt x="42162" y="6999"/>
                  <a:pt x="41399" y="7343"/>
                  <a:pt x="41336" y="7380"/>
                </a:cubicBezTo>
                <a:cubicBezTo>
                  <a:pt x="41004" y="7580"/>
                  <a:pt x="40881" y="7763"/>
                  <a:pt x="40678" y="8095"/>
                </a:cubicBezTo>
                <a:cubicBezTo>
                  <a:pt x="40407" y="8540"/>
                  <a:pt x="40702" y="9071"/>
                  <a:pt x="40472" y="9521"/>
                </a:cubicBezTo>
                <a:cubicBezTo>
                  <a:pt x="40251" y="9953"/>
                  <a:pt x="39742" y="10008"/>
                  <a:pt x="39288" y="10008"/>
                </a:cubicBezTo>
                <a:cubicBezTo>
                  <a:pt x="39133" y="10008"/>
                  <a:pt x="38985" y="10002"/>
                  <a:pt x="38857" y="10002"/>
                </a:cubicBezTo>
                <a:lnTo>
                  <a:pt x="31168" y="10002"/>
                </a:lnTo>
                <a:lnTo>
                  <a:pt x="30912" y="3207"/>
                </a:lnTo>
                <a:lnTo>
                  <a:pt x="28935" y="3133"/>
                </a:lnTo>
                <a:lnTo>
                  <a:pt x="28935" y="3133"/>
                </a:lnTo>
                <a:lnTo>
                  <a:pt x="29009" y="10002"/>
                </a:lnTo>
                <a:lnTo>
                  <a:pt x="26000" y="10002"/>
                </a:lnTo>
                <a:lnTo>
                  <a:pt x="26000" y="3578"/>
                </a:lnTo>
                <a:lnTo>
                  <a:pt x="25824" y="3578"/>
                </a:lnTo>
                <a:cubicBezTo>
                  <a:pt x="25806" y="3266"/>
                  <a:pt x="25750" y="2984"/>
                  <a:pt x="25602" y="2905"/>
                </a:cubicBezTo>
                <a:cubicBezTo>
                  <a:pt x="25602" y="2497"/>
                  <a:pt x="25595" y="2226"/>
                  <a:pt x="25456" y="1629"/>
                </a:cubicBezTo>
                <a:cubicBezTo>
                  <a:pt x="25350" y="2282"/>
                  <a:pt x="25412" y="2569"/>
                  <a:pt x="25356" y="2943"/>
                </a:cubicBezTo>
                <a:cubicBezTo>
                  <a:pt x="25328" y="2963"/>
                  <a:pt x="25298" y="2996"/>
                  <a:pt x="25266" y="3026"/>
                </a:cubicBezTo>
                <a:cubicBezTo>
                  <a:pt x="25179" y="3129"/>
                  <a:pt x="25166" y="3369"/>
                  <a:pt x="25161" y="3576"/>
                </a:cubicBezTo>
                <a:lnTo>
                  <a:pt x="24962" y="3576"/>
                </a:lnTo>
                <a:lnTo>
                  <a:pt x="24962" y="7577"/>
                </a:lnTo>
                <a:lnTo>
                  <a:pt x="24791" y="7629"/>
                </a:lnTo>
                <a:cubicBezTo>
                  <a:pt x="24636" y="6332"/>
                  <a:pt x="24466" y="6180"/>
                  <a:pt x="24211" y="6180"/>
                </a:cubicBezTo>
                <a:cubicBezTo>
                  <a:pt x="24167" y="6180"/>
                  <a:pt x="24121" y="6185"/>
                  <a:pt x="24071" y="6189"/>
                </a:cubicBezTo>
                <a:cubicBezTo>
                  <a:pt x="23737" y="6215"/>
                  <a:pt x="23710" y="7636"/>
                  <a:pt x="23710" y="7636"/>
                </a:cubicBezTo>
                <a:cubicBezTo>
                  <a:pt x="23505" y="5497"/>
                  <a:pt x="22467" y="5479"/>
                  <a:pt x="21849" y="5479"/>
                </a:cubicBezTo>
                <a:cubicBezTo>
                  <a:pt x="21089" y="5479"/>
                  <a:pt x="20054" y="5553"/>
                  <a:pt x="19749" y="6349"/>
                </a:cubicBezTo>
                <a:cubicBezTo>
                  <a:pt x="19520" y="6953"/>
                  <a:pt x="19551" y="7643"/>
                  <a:pt x="19495" y="8276"/>
                </a:cubicBezTo>
                <a:cubicBezTo>
                  <a:pt x="19444" y="8839"/>
                  <a:pt x="19408" y="9374"/>
                  <a:pt x="19384" y="9996"/>
                </a:cubicBezTo>
                <a:lnTo>
                  <a:pt x="18466" y="9996"/>
                </a:lnTo>
                <a:lnTo>
                  <a:pt x="16322" y="8481"/>
                </a:lnTo>
                <a:lnTo>
                  <a:pt x="14759" y="9464"/>
                </a:lnTo>
                <a:cubicBezTo>
                  <a:pt x="14759" y="8241"/>
                  <a:pt x="14737" y="5231"/>
                  <a:pt x="14737" y="5231"/>
                </a:cubicBezTo>
                <a:lnTo>
                  <a:pt x="15018" y="5231"/>
                </a:lnTo>
                <a:lnTo>
                  <a:pt x="15018" y="5023"/>
                </a:lnTo>
                <a:lnTo>
                  <a:pt x="14644" y="5023"/>
                </a:lnTo>
                <a:cubicBezTo>
                  <a:pt x="14702" y="4921"/>
                  <a:pt x="14737" y="4874"/>
                  <a:pt x="14737" y="4787"/>
                </a:cubicBezTo>
                <a:cubicBezTo>
                  <a:pt x="14737" y="4597"/>
                  <a:pt x="14575" y="4439"/>
                  <a:pt x="14377" y="4439"/>
                </a:cubicBezTo>
                <a:cubicBezTo>
                  <a:pt x="14179" y="4439"/>
                  <a:pt x="14017" y="4599"/>
                  <a:pt x="14017" y="4789"/>
                </a:cubicBezTo>
                <a:cubicBezTo>
                  <a:pt x="14017" y="4876"/>
                  <a:pt x="14052" y="4921"/>
                  <a:pt x="14110" y="5023"/>
                </a:cubicBezTo>
                <a:lnTo>
                  <a:pt x="13775" y="5023"/>
                </a:lnTo>
                <a:lnTo>
                  <a:pt x="13775" y="5192"/>
                </a:lnTo>
                <a:lnTo>
                  <a:pt x="13982" y="5210"/>
                </a:lnTo>
                <a:lnTo>
                  <a:pt x="13969" y="8880"/>
                </a:lnTo>
                <a:lnTo>
                  <a:pt x="13775" y="8907"/>
                </a:lnTo>
                <a:lnTo>
                  <a:pt x="13775" y="9943"/>
                </a:lnTo>
                <a:cubicBezTo>
                  <a:pt x="13465" y="9911"/>
                  <a:pt x="13129" y="9802"/>
                  <a:pt x="12970" y="9490"/>
                </a:cubicBezTo>
                <a:cubicBezTo>
                  <a:pt x="12739" y="9040"/>
                  <a:pt x="13035" y="8533"/>
                  <a:pt x="12762" y="8087"/>
                </a:cubicBezTo>
                <a:cubicBezTo>
                  <a:pt x="12558" y="7756"/>
                  <a:pt x="12437" y="7573"/>
                  <a:pt x="12106" y="7373"/>
                </a:cubicBezTo>
                <a:cubicBezTo>
                  <a:pt x="12043" y="7336"/>
                  <a:pt x="11279" y="6992"/>
                  <a:pt x="11117" y="6992"/>
                </a:cubicBezTo>
                <a:cubicBezTo>
                  <a:pt x="11097" y="6992"/>
                  <a:pt x="11086" y="6997"/>
                  <a:pt x="11086" y="7008"/>
                </a:cubicBezTo>
                <a:cubicBezTo>
                  <a:pt x="11086" y="7008"/>
                  <a:pt x="11068" y="5494"/>
                  <a:pt x="10949" y="5494"/>
                </a:cubicBezTo>
                <a:cubicBezTo>
                  <a:pt x="10829" y="5494"/>
                  <a:pt x="10639" y="6973"/>
                  <a:pt x="10639" y="6973"/>
                </a:cubicBezTo>
                <a:cubicBezTo>
                  <a:pt x="10639" y="6973"/>
                  <a:pt x="10636" y="6973"/>
                  <a:pt x="10628" y="6973"/>
                </a:cubicBezTo>
                <a:cubicBezTo>
                  <a:pt x="10495" y="6973"/>
                  <a:pt x="9215" y="7003"/>
                  <a:pt x="8922" y="8158"/>
                </a:cubicBezTo>
                <a:cubicBezTo>
                  <a:pt x="8846" y="8459"/>
                  <a:pt x="8788" y="8720"/>
                  <a:pt x="8742" y="8943"/>
                </a:cubicBezTo>
                <a:cubicBezTo>
                  <a:pt x="8254" y="8636"/>
                  <a:pt x="7502" y="8168"/>
                  <a:pt x="7502" y="8168"/>
                </a:cubicBezTo>
                <a:lnTo>
                  <a:pt x="5728" y="8837"/>
                </a:lnTo>
                <a:cubicBezTo>
                  <a:pt x="5728" y="7552"/>
                  <a:pt x="5706" y="4403"/>
                  <a:pt x="5706" y="4403"/>
                </a:cubicBezTo>
                <a:lnTo>
                  <a:pt x="6008" y="4403"/>
                </a:lnTo>
                <a:lnTo>
                  <a:pt x="6008" y="4200"/>
                </a:lnTo>
                <a:lnTo>
                  <a:pt x="5613" y="4200"/>
                </a:lnTo>
                <a:cubicBezTo>
                  <a:pt x="5671" y="4096"/>
                  <a:pt x="5706" y="4039"/>
                  <a:pt x="5706" y="3948"/>
                </a:cubicBezTo>
                <a:cubicBezTo>
                  <a:pt x="5706" y="3750"/>
                  <a:pt x="5544" y="3581"/>
                  <a:pt x="5346" y="3581"/>
                </a:cubicBezTo>
                <a:cubicBezTo>
                  <a:pt x="5148" y="3581"/>
                  <a:pt x="4986" y="3751"/>
                  <a:pt x="4986" y="3951"/>
                </a:cubicBezTo>
                <a:cubicBezTo>
                  <a:pt x="4986" y="4044"/>
                  <a:pt x="5023" y="4096"/>
                  <a:pt x="5079" y="4200"/>
                </a:cubicBezTo>
                <a:lnTo>
                  <a:pt x="4766" y="4200"/>
                </a:lnTo>
                <a:lnTo>
                  <a:pt x="4766" y="4436"/>
                </a:lnTo>
                <a:lnTo>
                  <a:pt x="4961" y="4412"/>
                </a:lnTo>
                <a:lnTo>
                  <a:pt x="4744" y="8239"/>
                </a:lnTo>
                <a:lnTo>
                  <a:pt x="4231" y="8239"/>
                </a:lnTo>
                <a:cubicBezTo>
                  <a:pt x="4276" y="8239"/>
                  <a:pt x="4202" y="7392"/>
                  <a:pt x="4178" y="7326"/>
                </a:cubicBezTo>
                <a:cubicBezTo>
                  <a:pt x="4087" y="7078"/>
                  <a:pt x="3900" y="6886"/>
                  <a:pt x="3659" y="6783"/>
                </a:cubicBezTo>
                <a:cubicBezTo>
                  <a:pt x="3503" y="6716"/>
                  <a:pt x="3194" y="6707"/>
                  <a:pt x="3070" y="6617"/>
                </a:cubicBezTo>
                <a:cubicBezTo>
                  <a:pt x="2909" y="6498"/>
                  <a:pt x="2872" y="6340"/>
                  <a:pt x="2816" y="6173"/>
                </a:cubicBezTo>
                <a:cubicBezTo>
                  <a:pt x="2758" y="6000"/>
                  <a:pt x="2742" y="5926"/>
                  <a:pt x="2716" y="5611"/>
                </a:cubicBezTo>
                <a:cubicBezTo>
                  <a:pt x="2663" y="5848"/>
                  <a:pt x="2611" y="6120"/>
                  <a:pt x="2496" y="6343"/>
                </a:cubicBezTo>
                <a:cubicBezTo>
                  <a:pt x="2320" y="6689"/>
                  <a:pt x="1922" y="6700"/>
                  <a:pt x="1565" y="6756"/>
                </a:cubicBezTo>
                <a:cubicBezTo>
                  <a:pt x="1086" y="6832"/>
                  <a:pt x="1018" y="7144"/>
                  <a:pt x="885" y="7532"/>
                </a:cubicBezTo>
                <a:cubicBezTo>
                  <a:pt x="816" y="7735"/>
                  <a:pt x="762" y="7930"/>
                  <a:pt x="736" y="8241"/>
                </a:cubicBezTo>
                <a:lnTo>
                  <a:pt x="270" y="8241"/>
                </a:lnTo>
                <a:cubicBezTo>
                  <a:pt x="270" y="8034"/>
                  <a:pt x="303" y="7856"/>
                  <a:pt x="310" y="7697"/>
                </a:cubicBezTo>
                <a:cubicBezTo>
                  <a:pt x="320" y="7455"/>
                  <a:pt x="275" y="7213"/>
                  <a:pt x="233" y="6973"/>
                </a:cubicBezTo>
                <a:cubicBezTo>
                  <a:pt x="197" y="6786"/>
                  <a:pt x="105" y="6607"/>
                  <a:pt x="1" y="6460"/>
                </a:cubicBezTo>
                <a:lnTo>
                  <a:pt x="1" y="31333"/>
                </a:lnTo>
                <a:lnTo>
                  <a:pt x="75035" y="31333"/>
                </a:lnTo>
                <a:lnTo>
                  <a:pt x="75035" y="31540"/>
                </a:lnTo>
                <a:lnTo>
                  <a:pt x="120740" y="31333"/>
                </a:lnTo>
                <a:lnTo>
                  <a:pt x="136378" y="31333"/>
                </a:lnTo>
                <a:lnTo>
                  <a:pt x="136378" y="5480"/>
                </a:lnTo>
                <a:cubicBezTo>
                  <a:pt x="135762" y="5480"/>
                  <a:pt x="134729" y="5501"/>
                  <a:pt x="134522" y="7638"/>
                </a:cubicBezTo>
                <a:cubicBezTo>
                  <a:pt x="134522" y="7638"/>
                  <a:pt x="134494" y="6217"/>
                  <a:pt x="134158" y="6190"/>
                </a:cubicBezTo>
                <a:cubicBezTo>
                  <a:pt x="134110" y="6186"/>
                  <a:pt x="134064" y="6182"/>
                  <a:pt x="134021" y="6182"/>
                </a:cubicBezTo>
                <a:cubicBezTo>
                  <a:pt x="133767" y="6182"/>
                  <a:pt x="133601" y="6331"/>
                  <a:pt x="133446" y="7631"/>
                </a:cubicBezTo>
                <a:lnTo>
                  <a:pt x="133274" y="7579"/>
                </a:lnTo>
                <a:lnTo>
                  <a:pt x="133274" y="3578"/>
                </a:lnTo>
                <a:lnTo>
                  <a:pt x="133074" y="3578"/>
                </a:lnTo>
                <a:cubicBezTo>
                  <a:pt x="133072" y="3370"/>
                  <a:pt x="133058" y="3129"/>
                  <a:pt x="132969" y="3026"/>
                </a:cubicBezTo>
                <a:cubicBezTo>
                  <a:pt x="132938" y="2996"/>
                  <a:pt x="132909" y="2967"/>
                  <a:pt x="132880" y="2947"/>
                </a:cubicBezTo>
                <a:cubicBezTo>
                  <a:pt x="132823" y="2573"/>
                  <a:pt x="132885" y="2280"/>
                  <a:pt x="132779" y="1627"/>
                </a:cubicBezTo>
                <a:cubicBezTo>
                  <a:pt x="132642" y="2225"/>
                  <a:pt x="132635" y="2500"/>
                  <a:pt x="132635" y="2907"/>
                </a:cubicBezTo>
                <a:cubicBezTo>
                  <a:pt x="132487" y="2985"/>
                  <a:pt x="132431" y="3266"/>
                  <a:pt x="132412" y="3578"/>
                </a:cubicBezTo>
                <a:lnTo>
                  <a:pt x="132238" y="3578"/>
                </a:lnTo>
                <a:lnTo>
                  <a:pt x="132238" y="7279"/>
                </a:lnTo>
                <a:cubicBezTo>
                  <a:pt x="131796" y="6555"/>
                  <a:pt x="131136" y="6155"/>
                  <a:pt x="130282" y="6155"/>
                </a:cubicBezTo>
                <a:cubicBezTo>
                  <a:pt x="130137" y="6155"/>
                  <a:pt x="129987" y="6166"/>
                  <a:pt x="129830" y="6190"/>
                </a:cubicBezTo>
                <a:cubicBezTo>
                  <a:pt x="127452" y="6494"/>
                  <a:pt x="127513" y="8238"/>
                  <a:pt x="127501" y="9998"/>
                </a:cubicBezTo>
                <a:lnTo>
                  <a:pt x="127059" y="9998"/>
                </a:lnTo>
                <a:lnTo>
                  <a:pt x="127059" y="7875"/>
                </a:lnTo>
                <a:lnTo>
                  <a:pt x="126866" y="7849"/>
                </a:lnTo>
                <a:lnTo>
                  <a:pt x="126853" y="4179"/>
                </a:lnTo>
                <a:lnTo>
                  <a:pt x="127059" y="4162"/>
                </a:lnTo>
                <a:lnTo>
                  <a:pt x="127059" y="3993"/>
                </a:lnTo>
                <a:lnTo>
                  <a:pt x="126725" y="3993"/>
                </a:lnTo>
                <a:cubicBezTo>
                  <a:pt x="126783" y="3889"/>
                  <a:pt x="126818" y="3843"/>
                  <a:pt x="126818" y="3755"/>
                </a:cubicBezTo>
                <a:cubicBezTo>
                  <a:pt x="126818" y="3566"/>
                  <a:pt x="126657" y="3407"/>
                  <a:pt x="126458" y="3407"/>
                </a:cubicBezTo>
                <a:cubicBezTo>
                  <a:pt x="126259" y="3407"/>
                  <a:pt x="126097" y="3567"/>
                  <a:pt x="126097" y="3757"/>
                </a:cubicBezTo>
                <a:cubicBezTo>
                  <a:pt x="126097" y="3845"/>
                  <a:pt x="126135" y="3889"/>
                  <a:pt x="126191" y="3993"/>
                </a:cubicBezTo>
                <a:lnTo>
                  <a:pt x="125816" y="3993"/>
                </a:lnTo>
                <a:lnTo>
                  <a:pt x="125816" y="4200"/>
                </a:lnTo>
                <a:lnTo>
                  <a:pt x="126097" y="4200"/>
                </a:lnTo>
                <a:cubicBezTo>
                  <a:pt x="126097" y="4200"/>
                  <a:pt x="126075" y="7195"/>
                  <a:pt x="126075" y="8421"/>
                </a:cubicBezTo>
                <a:lnTo>
                  <a:pt x="124514" y="7432"/>
                </a:lnTo>
                <a:lnTo>
                  <a:pt x="122954" y="8513"/>
                </a:lnTo>
                <a:lnTo>
                  <a:pt x="122839" y="4195"/>
                </a:lnTo>
                <a:lnTo>
                  <a:pt x="122431" y="4198"/>
                </a:lnTo>
                <a:cubicBezTo>
                  <a:pt x="122416" y="4024"/>
                  <a:pt x="122340" y="3822"/>
                  <a:pt x="122250" y="3737"/>
                </a:cubicBezTo>
                <a:cubicBezTo>
                  <a:pt x="122173" y="3671"/>
                  <a:pt x="122032" y="3632"/>
                  <a:pt x="121894" y="3619"/>
                </a:cubicBezTo>
                <a:cubicBezTo>
                  <a:pt x="121882" y="3495"/>
                  <a:pt x="121869" y="3370"/>
                  <a:pt x="121854" y="3245"/>
                </a:cubicBezTo>
                <a:cubicBezTo>
                  <a:pt x="121828" y="3064"/>
                  <a:pt x="121783" y="2878"/>
                  <a:pt x="121743" y="2698"/>
                </a:cubicBezTo>
                <a:cubicBezTo>
                  <a:pt x="121713" y="2554"/>
                  <a:pt x="121696" y="2396"/>
                  <a:pt x="121653" y="2253"/>
                </a:cubicBezTo>
                <a:cubicBezTo>
                  <a:pt x="121633" y="2190"/>
                  <a:pt x="121614" y="2165"/>
                  <a:pt x="121595" y="2165"/>
                </a:cubicBezTo>
                <a:cubicBezTo>
                  <a:pt x="121531" y="2165"/>
                  <a:pt x="121481" y="2481"/>
                  <a:pt x="121477" y="2544"/>
                </a:cubicBezTo>
                <a:cubicBezTo>
                  <a:pt x="121463" y="2715"/>
                  <a:pt x="121463" y="2885"/>
                  <a:pt x="121463" y="3061"/>
                </a:cubicBezTo>
                <a:cubicBezTo>
                  <a:pt x="121463" y="3254"/>
                  <a:pt x="121442" y="3448"/>
                  <a:pt x="121435" y="3640"/>
                </a:cubicBezTo>
                <a:cubicBezTo>
                  <a:pt x="121314" y="3647"/>
                  <a:pt x="121197" y="3664"/>
                  <a:pt x="121085" y="3739"/>
                </a:cubicBezTo>
                <a:cubicBezTo>
                  <a:pt x="120927" y="3854"/>
                  <a:pt x="120873" y="4031"/>
                  <a:pt x="120863" y="4212"/>
                </a:cubicBezTo>
                <a:lnTo>
                  <a:pt x="120520" y="4214"/>
                </a:lnTo>
                <a:lnTo>
                  <a:pt x="120606" y="9042"/>
                </a:lnTo>
                <a:lnTo>
                  <a:pt x="119969" y="8906"/>
                </a:lnTo>
                <a:lnTo>
                  <a:pt x="119848" y="2614"/>
                </a:lnTo>
                <a:lnTo>
                  <a:pt x="120122" y="2579"/>
                </a:lnTo>
                <a:lnTo>
                  <a:pt x="120122" y="2232"/>
                </a:lnTo>
                <a:lnTo>
                  <a:pt x="119811" y="2232"/>
                </a:lnTo>
                <a:cubicBezTo>
                  <a:pt x="119834" y="2025"/>
                  <a:pt x="119790" y="1889"/>
                  <a:pt x="119780" y="1779"/>
                </a:cubicBezTo>
                <a:cubicBezTo>
                  <a:pt x="119738" y="1464"/>
                  <a:pt x="119681" y="1408"/>
                  <a:pt x="119447" y="1388"/>
                </a:cubicBezTo>
                <a:cubicBezTo>
                  <a:pt x="119429" y="910"/>
                  <a:pt x="119357" y="0"/>
                  <a:pt x="119231" y="0"/>
                </a:cubicBezTo>
                <a:cubicBezTo>
                  <a:pt x="119216" y="0"/>
                  <a:pt x="119200" y="14"/>
                  <a:pt x="119183" y="43"/>
                </a:cubicBezTo>
                <a:cubicBezTo>
                  <a:pt x="119123" y="405"/>
                  <a:pt x="119086" y="940"/>
                  <a:pt x="119066" y="1388"/>
                </a:cubicBezTo>
                <a:cubicBezTo>
                  <a:pt x="118649" y="1449"/>
                  <a:pt x="118871" y="1819"/>
                  <a:pt x="118785" y="2232"/>
                </a:cubicBezTo>
                <a:lnTo>
                  <a:pt x="118508" y="2232"/>
                </a:lnTo>
                <a:lnTo>
                  <a:pt x="118490" y="2646"/>
                </a:lnTo>
                <a:lnTo>
                  <a:pt x="118766" y="2646"/>
                </a:lnTo>
                <a:lnTo>
                  <a:pt x="118645" y="9109"/>
                </a:lnTo>
                <a:lnTo>
                  <a:pt x="117619" y="9364"/>
                </a:lnTo>
                <a:lnTo>
                  <a:pt x="117458" y="8239"/>
                </a:lnTo>
                <a:lnTo>
                  <a:pt x="116670" y="8239"/>
                </a:lnTo>
                <a:cubicBezTo>
                  <a:pt x="116660" y="8031"/>
                  <a:pt x="116668" y="7879"/>
                  <a:pt x="116653" y="7721"/>
                </a:cubicBezTo>
                <a:cubicBezTo>
                  <a:pt x="116626" y="7480"/>
                  <a:pt x="116618" y="7227"/>
                  <a:pt x="116549" y="6994"/>
                </a:cubicBezTo>
                <a:cubicBezTo>
                  <a:pt x="116430" y="6579"/>
                  <a:pt x="116193" y="6201"/>
                  <a:pt x="115796" y="6010"/>
                </a:cubicBezTo>
                <a:cubicBezTo>
                  <a:pt x="115371" y="5806"/>
                  <a:pt x="114743" y="5673"/>
                  <a:pt x="114114" y="5673"/>
                </a:cubicBezTo>
                <a:cubicBezTo>
                  <a:pt x="113102" y="5673"/>
                  <a:pt x="112087" y="6018"/>
                  <a:pt x="111918" y="6963"/>
                </a:cubicBezTo>
                <a:cubicBezTo>
                  <a:pt x="111874" y="7205"/>
                  <a:pt x="111832" y="7455"/>
                  <a:pt x="111840" y="7697"/>
                </a:cubicBezTo>
                <a:cubicBezTo>
                  <a:pt x="111847" y="7854"/>
                  <a:pt x="111881" y="8034"/>
                  <a:pt x="111881" y="8241"/>
                </a:cubicBezTo>
                <a:lnTo>
                  <a:pt x="111414" y="8241"/>
                </a:lnTo>
                <a:cubicBezTo>
                  <a:pt x="111389" y="7930"/>
                  <a:pt x="111334" y="7735"/>
                  <a:pt x="111265" y="7532"/>
                </a:cubicBezTo>
                <a:cubicBezTo>
                  <a:pt x="111132" y="7144"/>
                  <a:pt x="111066" y="6842"/>
                  <a:pt x="110585" y="6766"/>
                </a:cubicBezTo>
                <a:cubicBezTo>
                  <a:pt x="110227" y="6710"/>
                  <a:pt x="109830" y="6695"/>
                  <a:pt x="109655" y="6349"/>
                </a:cubicBezTo>
                <a:cubicBezTo>
                  <a:pt x="109541" y="6125"/>
                  <a:pt x="109487" y="5850"/>
                  <a:pt x="109435" y="5612"/>
                </a:cubicBezTo>
                <a:cubicBezTo>
                  <a:pt x="109410" y="5927"/>
                  <a:pt x="109395" y="5999"/>
                  <a:pt x="109334" y="6173"/>
                </a:cubicBezTo>
                <a:cubicBezTo>
                  <a:pt x="109278" y="6340"/>
                  <a:pt x="109241" y="6495"/>
                  <a:pt x="109078" y="6614"/>
                </a:cubicBezTo>
                <a:cubicBezTo>
                  <a:pt x="108955" y="6706"/>
                  <a:pt x="108645" y="6707"/>
                  <a:pt x="108489" y="6773"/>
                </a:cubicBezTo>
                <a:cubicBezTo>
                  <a:pt x="108249" y="6877"/>
                  <a:pt x="108062" y="7080"/>
                  <a:pt x="107971" y="7327"/>
                </a:cubicBezTo>
                <a:cubicBezTo>
                  <a:pt x="107947" y="7395"/>
                  <a:pt x="107874" y="8241"/>
                  <a:pt x="107916" y="8241"/>
                </a:cubicBezTo>
                <a:lnTo>
                  <a:pt x="107403" y="8241"/>
                </a:lnTo>
                <a:lnTo>
                  <a:pt x="107188" y="4415"/>
                </a:lnTo>
                <a:lnTo>
                  <a:pt x="107382" y="4437"/>
                </a:lnTo>
                <a:lnTo>
                  <a:pt x="107382" y="4200"/>
                </a:lnTo>
                <a:lnTo>
                  <a:pt x="107070" y="4200"/>
                </a:lnTo>
                <a:cubicBezTo>
                  <a:pt x="107127" y="4096"/>
                  <a:pt x="107162" y="4039"/>
                  <a:pt x="107162" y="3948"/>
                </a:cubicBezTo>
                <a:cubicBezTo>
                  <a:pt x="107162" y="3750"/>
                  <a:pt x="107001" y="3581"/>
                  <a:pt x="106803" y="3581"/>
                </a:cubicBezTo>
                <a:cubicBezTo>
                  <a:pt x="106604" y="3581"/>
                  <a:pt x="106443" y="3751"/>
                  <a:pt x="106443" y="3951"/>
                </a:cubicBezTo>
                <a:cubicBezTo>
                  <a:pt x="106443" y="4044"/>
                  <a:pt x="106479" y="4096"/>
                  <a:pt x="106536" y="4200"/>
                </a:cubicBezTo>
                <a:lnTo>
                  <a:pt x="106141" y="4200"/>
                </a:lnTo>
                <a:lnTo>
                  <a:pt x="106141" y="4408"/>
                </a:lnTo>
                <a:lnTo>
                  <a:pt x="106443" y="4408"/>
                </a:lnTo>
                <a:cubicBezTo>
                  <a:pt x="106443" y="4408"/>
                  <a:pt x="106420" y="7556"/>
                  <a:pt x="106420" y="8839"/>
                </a:cubicBezTo>
                <a:lnTo>
                  <a:pt x="104649" y="8177"/>
                </a:lnTo>
                <a:cubicBezTo>
                  <a:pt x="104649" y="8177"/>
                  <a:pt x="103897" y="8646"/>
                  <a:pt x="103408" y="8952"/>
                </a:cubicBezTo>
                <a:cubicBezTo>
                  <a:pt x="103365" y="8727"/>
                  <a:pt x="103304" y="8466"/>
                  <a:pt x="103230" y="8165"/>
                </a:cubicBezTo>
                <a:cubicBezTo>
                  <a:pt x="102935" y="7010"/>
                  <a:pt x="101655" y="6980"/>
                  <a:pt x="101522" y="6980"/>
                </a:cubicBezTo>
                <a:cubicBezTo>
                  <a:pt x="101514" y="6980"/>
                  <a:pt x="101511" y="6980"/>
                  <a:pt x="101511" y="6980"/>
                </a:cubicBezTo>
                <a:cubicBezTo>
                  <a:pt x="101511" y="6980"/>
                  <a:pt x="101321" y="5501"/>
                  <a:pt x="101201" y="5501"/>
                </a:cubicBezTo>
                <a:cubicBezTo>
                  <a:pt x="101082" y="5501"/>
                  <a:pt x="101065" y="7002"/>
                  <a:pt x="101065" y="7015"/>
                </a:cubicBezTo>
                <a:lnTo>
                  <a:pt x="101065" y="7015"/>
                </a:lnTo>
                <a:cubicBezTo>
                  <a:pt x="101065" y="7004"/>
                  <a:pt x="101054" y="6999"/>
                  <a:pt x="101035" y="6999"/>
                </a:cubicBezTo>
                <a:cubicBezTo>
                  <a:pt x="100874" y="6999"/>
                  <a:pt x="100110" y="7343"/>
                  <a:pt x="100046" y="7380"/>
                </a:cubicBezTo>
                <a:cubicBezTo>
                  <a:pt x="99713" y="7580"/>
                  <a:pt x="99591" y="7763"/>
                  <a:pt x="99388" y="8095"/>
                </a:cubicBezTo>
                <a:cubicBezTo>
                  <a:pt x="99116" y="8540"/>
                  <a:pt x="99411" y="9071"/>
                  <a:pt x="99182" y="9521"/>
                </a:cubicBezTo>
                <a:cubicBezTo>
                  <a:pt x="98961" y="9953"/>
                  <a:pt x="98452" y="10008"/>
                  <a:pt x="97997" y="10008"/>
                </a:cubicBezTo>
                <a:cubicBezTo>
                  <a:pt x="97843" y="10008"/>
                  <a:pt x="97695" y="10002"/>
                  <a:pt x="97567" y="10002"/>
                </a:cubicBezTo>
                <a:lnTo>
                  <a:pt x="89877" y="10002"/>
                </a:lnTo>
                <a:lnTo>
                  <a:pt x="89619" y="3207"/>
                </a:lnTo>
                <a:lnTo>
                  <a:pt x="87643" y="3133"/>
                </a:lnTo>
                <a:lnTo>
                  <a:pt x="87716" y="10002"/>
                </a:lnTo>
                <a:lnTo>
                  <a:pt x="84707" y="10002"/>
                </a:lnTo>
                <a:lnTo>
                  <a:pt x="84707" y="3578"/>
                </a:lnTo>
                <a:lnTo>
                  <a:pt x="84531" y="3578"/>
                </a:lnTo>
                <a:cubicBezTo>
                  <a:pt x="84514" y="3266"/>
                  <a:pt x="84458" y="2984"/>
                  <a:pt x="84310" y="2905"/>
                </a:cubicBezTo>
                <a:cubicBezTo>
                  <a:pt x="84310" y="2497"/>
                  <a:pt x="84303" y="2226"/>
                  <a:pt x="84164" y="1629"/>
                </a:cubicBezTo>
                <a:cubicBezTo>
                  <a:pt x="84059" y="2282"/>
                  <a:pt x="84121" y="2569"/>
                  <a:pt x="84064" y="2943"/>
                </a:cubicBezTo>
                <a:cubicBezTo>
                  <a:pt x="84036" y="2963"/>
                  <a:pt x="84005" y="2996"/>
                  <a:pt x="83975" y="3026"/>
                </a:cubicBezTo>
                <a:cubicBezTo>
                  <a:pt x="83886" y="3129"/>
                  <a:pt x="83875" y="3369"/>
                  <a:pt x="83869" y="3576"/>
                </a:cubicBezTo>
                <a:lnTo>
                  <a:pt x="83671" y="3576"/>
                </a:lnTo>
                <a:lnTo>
                  <a:pt x="83671" y="7577"/>
                </a:lnTo>
                <a:lnTo>
                  <a:pt x="83498" y="7629"/>
                </a:lnTo>
                <a:cubicBezTo>
                  <a:pt x="83343" y="6332"/>
                  <a:pt x="83174" y="6180"/>
                  <a:pt x="82919" y="6180"/>
                </a:cubicBezTo>
                <a:cubicBezTo>
                  <a:pt x="82876" y="6180"/>
                  <a:pt x="82829" y="6185"/>
                  <a:pt x="82780" y="6189"/>
                </a:cubicBezTo>
                <a:cubicBezTo>
                  <a:pt x="82444" y="6215"/>
                  <a:pt x="82417" y="7636"/>
                  <a:pt x="82417" y="7636"/>
                </a:cubicBezTo>
                <a:cubicBezTo>
                  <a:pt x="82212" y="5497"/>
                  <a:pt x="81176" y="5479"/>
                  <a:pt x="80558" y="5479"/>
                </a:cubicBezTo>
                <a:cubicBezTo>
                  <a:pt x="79796" y="5479"/>
                  <a:pt x="78761" y="5553"/>
                  <a:pt x="78458" y="6349"/>
                </a:cubicBezTo>
                <a:cubicBezTo>
                  <a:pt x="78227" y="6953"/>
                  <a:pt x="78259" y="7643"/>
                  <a:pt x="78203" y="8276"/>
                </a:cubicBezTo>
                <a:cubicBezTo>
                  <a:pt x="78151" y="8839"/>
                  <a:pt x="78116" y="9374"/>
                  <a:pt x="78092" y="9996"/>
                </a:cubicBezTo>
                <a:lnTo>
                  <a:pt x="77173" y="9996"/>
                </a:lnTo>
                <a:lnTo>
                  <a:pt x="75029" y="8481"/>
                </a:lnTo>
                <a:lnTo>
                  <a:pt x="75029" y="14150"/>
                </a:lnTo>
                <a:lnTo>
                  <a:pt x="74727" y="7629"/>
                </a:lnTo>
                <a:lnTo>
                  <a:pt x="74556" y="7577"/>
                </a:lnTo>
                <a:lnTo>
                  <a:pt x="74556" y="3578"/>
                </a:lnTo>
                <a:lnTo>
                  <a:pt x="74356" y="3578"/>
                </a:lnTo>
                <a:cubicBezTo>
                  <a:pt x="74353" y="3370"/>
                  <a:pt x="74339" y="3129"/>
                  <a:pt x="74251" y="3026"/>
                </a:cubicBezTo>
                <a:cubicBezTo>
                  <a:pt x="74220" y="2996"/>
                  <a:pt x="74190" y="2967"/>
                  <a:pt x="74162" y="2947"/>
                </a:cubicBezTo>
                <a:cubicBezTo>
                  <a:pt x="74106" y="2573"/>
                  <a:pt x="74166" y="2280"/>
                  <a:pt x="74061" y="1627"/>
                </a:cubicBezTo>
                <a:cubicBezTo>
                  <a:pt x="73923" y="2225"/>
                  <a:pt x="73916" y="2500"/>
                  <a:pt x="73916" y="2907"/>
                </a:cubicBezTo>
                <a:cubicBezTo>
                  <a:pt x="73769" y="2985"/>
                  <a:pt x="73712" y="3266"/>
                  <a:pt x="73694" y="3578"/>
                </a:cubicBezTo>
                <a:lnTo>
                  <a:pt x="73520" y="3578"/>
                </a:lnTo>
                <a:lnTo>
                  <a:pt x="73520" y="7279"/>
                </a:lnTo>
                <a:cubicBezTo>
                  <a:pt x="73078" y="6555"/>
                  <a:pt x="72418" y="6155"/>
                  <a:pt x="71564" y="6155"/>
                </a:cubicBezTo>
                <a:cubicBezTo>
                  <a:pt x="71419" y="6155"/>
                  <a:pt x="71268" y="6166"/>
                  <a:pt x="71112" y="6190"/>
                </a:cubicBezTo>
                <a:cubicBezTo>
                  <a:pt x="68734" y="6494"/>
                  <a:pt x="68794" y="8238"/>
                  <a:pt x="68783" y="9998"/>
                </a:cubicBezTo>
                <a:lnTo>
                  <a:pt x="68340" y="9998"/>
                </a:lnTo>
                <a:lnTo>
                  <a:pt x="68340" y="7875"/>
                </a:lnTo>
                <a:lnTo>
                  <a:pt x="68148" y="7849"/>
                </a:lnTo>
                <a:lnTo>
                  <a:pt x="68135" y="4179"/>
                </a:lnTo>
                <a:lnTo>
                  <a:pt x="68340" y="4162"/>
                </a:lnTo>
                <a:lnTo>
                  <a:pt x="68340" y="3993"/>
                </a:lnTo>
                <a:lnTo>
                  <a:pt x="68007" y="3993"/>
                </a:lnTo>
                <a:cubicBezTo>
                  <a:pt x="68065" y="3889"/>
                  <a:pt x="68100" y="3843"/>
                  <a:pt x="68100" y="3755"/>
                </a:cubicBezTo>
                <a:cubicBezTo>
                  <a:pt x="68100" y="3566"/>
                  <a:pt x="67938" y="3407"/>
                  <a:pt x="67740" y="3407"/>
                </a:cubicBezTo>
                <a:cubicBezTo>
                  <a:pt x="67542" y="3407"/>
                  <a:pt x="67380" y="3567"/>
                  <a:pt x="67380" y="3757"/>
                </a:cubicBezTo>
                <a:cubicBezTo>
                  <a:pt x="67380" y="3845"/>
                  <a:pt x="67417" y="3889"/>
                  <a:pt x="67473" y="3993"/>
                </a:cubicBezTo>
                <a:lnTo>
                  <a:pt x="67099" y="3993"/>
                </a:lnTo>
                <a:lnTo>
                  <a:pt x="67099" y="4200"/>
                </a:lnTo>
                <a:lnTo>
                  <a:pt x="67380" y="4200"/>
                </a:lnTo>
                <a:cubicBezTo>
                  <a:pt x="67380" y="4200"/>
                  <a:pt x="67356" y="7195"/>
                  <a:pt x="67356" y="8421"/>
                </a:cubicBezTo>
                <a:lnTo>
                  <a:pt x="65795" y="7432"/>
                </a:lnTo>
                <a:lnTo>
                  <a:pt x="64234" y="8513"/>
                </a:lnTo>
                <a:lnTo>
                  <a:pt x="64119" y="4195"/>
                </a:lnTo>
                <a:lnTo>
                  <a:pt x="63712" y="4198"/>
                </a:lnTo>
                <a:cubicBezTo>
                  <a:pt x="63695" y="4024"/>
                  <a:pt x="63620" y="3822"/>
                  <a:pt x="63530" y="3737"/>
                </a:cubicBezTo>
                <a:cubicBezTo>
                  <a:pt x="63453" y="3671"/>
                  <a:pt x="63312" y="3632"/>
                  <a:pt x="63175" y="3619"/>
                </a:cubicBezTo>
                <a:cubicBezTo>
                  <a:pt x="63161" y="3495"/>
                  <a:pt x="63149" y="3370"/>
                  <a:pt x="63133" y="3245"/>
                </a:cubicBezTo>
                <a:cubicBezTo>
                  <a:pt x="63109" y="3064"/>
                  <a:pt x="63062" y="2878"/>
                  <a:pt x="63023" y="2698"/>
                </a:cubicBezTo>
                <a:cubicBezTo>
                  <a:pt x="62992" y="2554"/>
                  <a:pt x="62976" y="2396"/>
                  <a:pt x="62933" y="2253"/>
                </a:cubicBezTo>
                <a:cubicBezTo>
                  <a:pt x="62913" y="2190"/>
                  <a:pt x="62894" y="2165"/>
                  <a:pt x="62876" y="2165"/>
                </a:cubicBezTo>
                <a:cubicBezTo>
                  <a:pt x="62811" y="2165"/>
                  <a:pt x="62762" y="2481"/>
                  <a:pt x="62757" y="2544"/>
                </a:cubicBezTo>
                <a:cubicBezTo>
                  <a:pt x="62742" y="2715"/>
                  <a:pt x="62742" y="2885"/>
                  <a:pt x="62742" y="3061"/>
                </a:cubicBezTo>
                <a:cubicBezTo>
                  <a:pt x="62742" y="3254"/>
                  <a:pt x="62721" y="3448"/>
                  <a:pt x="62714" y="3640"/>
                </a:cubicBezTo>
                <a:cubicBezTo>
                  <a:pt x="62594" y="3647"/>
                  <a:pt x="62476" y="3664"/>
                  <a:pt x="62364" y="3739"/>
                </a:cubicBezTo>
                <a:cubicBezTo>
                  <a:pt x="62203" y="3854"/>
                  <a:pt x="62151" y="4031"/>
                  <a:pt x="62140" y="4212"/>
                </a:cubicBezTo>
                <a:lnTo>
                  <a:pt x="61797" y="4214"/>
                </a:lnTo>
                <a:lnTo>
                  <a:pt x="61884" y="9042"/>
                </a:lnTo>
                <a:lnTo>
                  <a:pt x="61884" y="9042"/>
                </a:lnTo>
                <a:lnTo>
                  <a:pt x="61248" y="8906"/>
                </a:lnTo>
                <a:lnTo>
                  <a:pt x="61127" y="2614"/>
                </a:lnTo>
                <a:lnTo>
                  <a:pt x="61401" y="2579"/>
                </a:lnTo>
                <a:lnTo>
                  <a:pt x="61401" y="2232"/>
                </a:lnTo>
                <a:lnTo>
                  <a:pt x="61090" y="2232"/>
                </a:lnTo>
                <a:cubicBezTo>
                  <a:pt x="61113" y="2025"/>
                  <a:pt x="61069" y="1889"/>
                  <a:pt x="61058" y="1779"/>
                </a:cubicBezTo>
                <a:cubicBezTo>
                  <a:pt x="61016" y="1464"/>
                  <a:pt x="60959" y="1408"/>
                  <a:pt x="60726" y="1388"/>
                </a:cubicBezTo>
                <a:cubicBezTo>
                  <a:pt x="60707" y="910"/>
                  <a:pt x="60635" y="0"/>
                  <a:pt x="6050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38" name="Table 37">
            <a:extLst>
              <a:ext uri="{FF2B5EF4-FFF2-40B4-BE49-F238E27FC236}">
                <a16:creationId xmlns:a16="http://schemas.microsoft.com/office/drawing/2014/main" id="{59BF806D-A883-E51C-2758-6B45DE5A85D6}"/>
              </a:ext>
            </a:extLst>
          </p:cNvPr>
          <p:cNvGraphicFramePr>
            <a:graphicFrameLocks noGrp="1"/>
          </p:cNvGraphicFramePr>
          <p:nvPr>
            <p:extLst>
              <p:ext uri="{D42A27DB-BD31-4B8C-83A1-F6EECF244321}">
                <p14:modId xmlns:p14="http://schemas.microsoft.com/office/powerpoint/2010/main" val="1210846736"/>
              </p:ext>
            </p:extLst>
          </p:nvPr>
        </p:nvGraphicFramePr>
        <p:xfrm>
          <a:off x="812209" y="3232770"/>
          <a:ext cx="7833336" cy="370840"/>
        </p:xfrm>
        <a:graphic>
          <a:graphicData uri="http://schemas.openxmlformats.org/drawingml/2006/table">
            <a:tbl>
              <a:tblPr firstRow="1" bandRow="1">
                <a:tableStyleId>{CCA85549-C985-4066-839F-AF8710642582}</a:tableStyleId>
              </a:tblPr>
              <a:tblGrid>
                <a:gridCol w="652778">
                  <a:extLst>
                    <a:ext uri="{9D8B030D-6E8A-4147-A177-3AD203B41FA5}">
                      <a16:colId xmlns:a16="http://schemas.microsoft.com/office/drawing/2014/main" val="147349219"/>
                    </a:ext>
                  </a:extLst>
                </a:gridCol>
                <a:gridCol w="652778">
                  <a:extLst>
                    <a:ext uri="{9D8B030D-6E8A-4147-A177-3AD203B41FA5}">
                      <a16:colId xmlns:a16="http://schemas.microsoft.com/office/drawing/2014/main" val="2437610250"/>
                    </a:ext>
                  </a:extLst>
                </a:gridCol>
                <a:gridCol w="652778">
                  <a:extLst>
                    <a:ext uri="{9D8B030D-6E8A-4147-A177-3AD203B41FA5}">
                      <a16:colId xmlns:a16="http://schemas.microsoft.com/office/drawing/2014/main" val="795540462"/>
                    </a:ext>
                  </a:extLst>
                </a:gridCol>
                <a:gridCol w="652778">
                  <a:extLst>
                    <a:ext uri="{9D8B030D-6E8A-4147-A177-3AD203B41FA5}">
                      <a16:colId xmlns:a16="http://schemas.microsoft.com/office/drawing/2014/main" val="993161887"/>
                    </a:ext>
                  </a:extLst>
                </a:gridCol>
                <a:gridCol w="652778">
                  <a:extLst>
                    <a:ext uri="{9D8B030D-6E8A-4147-A177-3AD203B41FA5}">
                      <a16:colId xmlns:a16="http://schemas.microsoft.com/office/drawing/2014/main" val="2646950833"/>
                    </a:ext>
                  </a:extLst>
                </a:gridCol>
                <a:gridCol w="652778">
                  <a:extLst>
                    <a:ext uri="{9D8B030D-6E8A-4147-A177-3AD203B41FA5}">
                      <a16:colId xmlns:a16="http://schemas.microsoft.com/office/drawing/2014/main" val="447939555"/>
                    </a:ext>
                  </a:extLst>
                </a:gridCol>
                <a:gridCol w="652778">
                  <a:extLst>
                    <a:ext uri="{9D8B030D-6E8A-4147-A177-3AD203B41FA5}">
                      <a16:colId xmlns:a16="http://schemas.microsoft.com/office/drawing/2014/main" val="3573516336"/>
                    </a:ext>
                  </a:extLst>
                </a:gridCol>
                <a:gridCol w="652778">
                  <a:extLst>
                    <a:ext uri="{9D8B030D-6E8A-4147-A177-3AD203B41FA5}">
                      <a16:colId xmlns:a16="http://schemas.microsoft.com/office/drawing/2014/main" val="2011860688"/>
                    </a:ext>
                  </a:extLst>
                </a:gridCol>
                <a:gridCol w="652778">
                  <a:extLst>
                    <a:ext uri="{9D8B030D-6E8A-4147-A177-3AD203B41FA5}">
                      <a16:colId xmlns:a16="http://schemas.microsoft.com/office/drawing/2014/main" val="3541746933"/>
                    </a:ext>
                  </a:extLst>
                </a:gridCol>
                <a:gridCol w="652778">
                  <a:extLst>
                    <a:ext uri="{9D8B030D-6E8A-4147-A177-3AD203B41FA5}">
                      <a16:colId xmlns:a16="http://schemas.microsoft.com/office/drawing/2014/main" val="1076421674"/>
                    </a:ext>
                  </a:extLst>
                </a:gridCol>
                <a:gridCol w="652778">
                  <a:extLst>
                    <a:ext uri="{9D8B030D-6E8A-4147-A177-3AD203B41FA5}">
                      <a16:colId xmlns:a16="http://schemas.microsoft.com/office/drawing/2014/main" val="2096573738"/>
                    </a:ext>
                  </a:extLst>
                </a:gridCol>
                <a:gridCol w="652778">
                  <a:extLst>
                    <a:ext uri="{9D8B030D-6E8A-4147-A177-3AD203B41FA5}">
                      <a16:colId xmlns:a16="http://schemas.microsoft.com/office/drawing/2014/main" val="4282188805"/>
                    </a:ext>
                  </a:extLst>
                </a:gridCol>
              </a:tblGrid>
              <a:tr h="370840">
                <a:tc>
                  <a:txBody>
                    <a:bodyPr/>
                    <a:lstStyle/>
                    <a:p>
                      <a:pPr algn="ctr"/>
                      <a:r>
                        <a:rPr lang="ar-SA" dirty="0"/>
                        <a:t>بالصلاة</a:t>
                      </a:r>
                      <a:endParaRPr lang="en-US" dirty="0"/>
                    </a:p>
                  </a:txBody>
                  <a:tcPr/>
                </a:tc>
                <a:tc>
                  <a:txBody>
                    <a:bodyPr/>
                    <a:lstStyle/>
                    <a:p>
                      <a:pPr algn="ctr"/>
                      <a:r>
                        <a:rPr lang="ar-SA" dirty="0"/>
                        <a:t>للصلاة</a:t>
                      </a:r>
                      <a:endParaRPr lang="en-US" dirty="0"/>
                    </a:p>
                  </a:txBody>
                  <a:tcPr/>
                </a:tc>
                <a:tc>
                  <a:txBody>
                    <a:bodyPr/>
                    <a:lstStyle/>
                    <a:p>
                      <a:pPr algn="ctr"/>
                      <a:r>
                        <a:rPr lang="ar-SA" dirty="0"/>
                        <a:t>مصلى</a:t>
                      </a:r>
                      <a:endParaRPr lang="en-US" dirty="0"/>
                    </a:p>
                  </a:txBody>
                  <a:tcPr/>
                </a:tc>
                <a:tc>
                  <a:txBody>
                    <a:bodyPr/>
                    <a:lstStyle/>
                    <a:p>
                      <a:pPr algn="ctr"/>
                      <a:r>
                        <a:rPr lang="ar-SA" dirty="0"/>
                        <a:t>فصلى</a:t>
                      </a:r>
                      <a:endParaRPr lang="en-US" dirty="0"/>
                    </a:p>
                  </a:txBody>
                  <a:tcPr/>
                </a:tc>
                <a:tc>
                  <a:txBody>
                    <a:bodyPr/>
                    <a:lstStyle/>
                    <a:p>
                      <a:pPr algn="ctr"/>
                      <a:r>
                        <a:rPr lang="ar-SA" dirty="0"/>
                        <a:t>صلاتي</a:t>
                      </a:r>
                      <a:endParaRPr lang="en-US" dirty="0"/>
                    </a:p>
                  </a:txBody>
                  <a:tcPr/>
                </a:tc>
                <a:tc>
                  <a:txBody>
                    <a:bodyPr/>
                    <a:lstStyle/>
                    <a:p>
                      <a:pPr algn="ctr"/>
                      <a:r>
                        <a:rPr lang="ar-SA" dirty="0"/>
                        <a:t>أصلاتك</a:t>
                      </a:r>
                      <a:endParaRPr lang="en-US" dirty="0"/>
                    </a:p>
                  </a:txBody>
                  <a:tcPr/>
                </a:tc>
                <a:tc>
                  <a:txBody>
                    <a:bodyPr/>
                    <a:lstStyle/>
                    <a:p>
                      <a:pPr algn="ctr"/>
                      <a:r>
                        <a:rPr lang="ar-SA" dirty="0"/>
                        <a:t>فليصلوا</a:t>
                      </a:r>
                      <a:endParaRPr lang="en-US" dirty="0"/>
                    </a:p>
                  </a:txBody>
                  <a:tcPr/>
                </a:tc>
                <a:tc>
                  <a:txBody>
                    <a:bodyPr/>
                    <a:lstStyle/>
                    <a:p>
                      <a:pPr algn="ctr"/>
                      <a:r>
                        <a:rPr lang="ar-SA" dirty="0"/>
                        <a:t>صلوات</a:t>
                      </a:r>
                      <a:endParaRPr lang="en-US" dirty="0"/>
                    </a:p>
                  </a:txBody>
                  <a:tcPr/>
                </a:tc>
                <a:tc>
                  <a:txBody>
                    <a:bodyPr/>
                    <a:lstStyle/>
                    <a:p>
                      <a:pPr algn="ctr"/>
                      <a:r>
                        <a:rPr lang="ar-SA" dirty="0"/>
                        <a:t>للمصلين</a:t>
                      </a:r>
                      <a:endParaRPr lang="en-US" dirty="0"/>
                    </a:p>
                  </a:txBody>
                  <a:tcPr/>
                </a:tc>
                <a:tc>
                  <a:txBody>
                    <a:bodyPr/>
                    <a:lstStyle/>
                    <a:p>
                      <a:pPr algn="ctr"/>
                      <a:r>
                        <a:rPr lang="ar-SA" dirty="0"/>
                        <a:t>المصلين</a:t>
                      </a:r>
                      <a:endParaRPr lang="en-US" dirty="0"/>
                    </a:p>
                  </a:txBody>
                  <a:tcPr/>
                </a:tc>
                <a:tc>
                  <a:txBody>
                    <a:bodyPr/>
                    <a:lstStyle/>
                    <a:p>
                      <a:pPr algn="ctr"/>
                      <a:r>
                        <a:rPr lang="ar-SA" dirty="0"/>
                        <a:t>فصل</a:t>
                      </a:r>
                      <a:endParaRPr lang="en-US" dirty="0"/>
                    </a:p>
                  </a:txBody>
                  <a:tcPr/>
                </a:tc>
                <a:tc>
                  <a:txBody>
                    <a:bodyPr/>
                    <a:lstStyle/>
                    <a:p>
                      <a:pPr algn="ctr"/>
                      <a:r>
                        <a:rPr lang="ar-SA" dirty="0"/>
                        <a:t>وصل</a:t>
                      </a:r>
                      <a:endParaRPr lang="en-US" dirty="0"/>
                    </a:p>
                  </a:txBody>
                  <a:tcPr/>
                </a:tc>
                <a:extLst>
                  <a:ext uri="{0D108BD9-81ED-4DB2-BD59-A6C34878D82A}">
                    <a16:rowId xmlns:a16="http://schemas.microsoft.com/office/drawing/2014/main" val="892790094"/>
                  </a:ext>
                </a:extLst>
              </a:tr>
            </a:tbl>
          </a:graphicData>
        </a:graphic>
      </p:graphicFrame>
      <p:cxnSp>
        <p:nvCxnSpPr>
          <p:cNvPr id="40" name="Straight Arrow Connector 39">
            <a:extLst>
              <a:ext uri="{FF2B5EF4-FFF2-40B4-BE49-F238E27FC236}">
                <a16:creationId xmlns:a16="http://schemas.microsoft.com/office/drawing/2014/main" id="{6531C0C5-A295-F966-33D3-D7045EF7CD74}"/>
              </a:ext>
            </a:extLst>
          </p:cNvPr>
          <p:cNvCxnSpPr/>
          <p:nvPr/>
        </p:nvCxnSpPr>
        <p:spPr>
          <a:xfrm>
            <a:off x="8158480" y="2944598"/>
            <a:ext cx="172720" cy="2578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748B009C-C39E-53F1-9441-1E1B11BDFD0C}"/>
              </a:ext>
            </a:extLst>
          </p:cNvPr>
          <p:cNvCxnSpPr/>
          <p:nvPr/>
        </p:nvCxnSpPr>
        <p:spPr>
          <a:xfrm>
            <a:off x="7650480" y="2969327"/>
            <a:ext cx="0" cy="2331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964F0A8C-9247-C4F6-3634-E3769BE3348B}"/>
              </a:ext>
            </a:extLst>
          </p:cNvPr>
          <p:cNvCxnSpPr/>
          <p:nvPr/>
        </p:nvCxnSpPr>
        <p:spPr>
          <a:xfrm>
            <a:off x="6553200" y="2944598"/>
            <a:ext cx="264160" cy="2578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B1A59E85-F8AF-5DB8-3840-D981FC900D1F}"/>
              </a:ext>
            </a:extLst>
          </p:cNvPr>
          <p:cNvCxnSpPr/>
          <p:nvPr/>
        </p:nvCxnSpPr>
        <p:spPr>
          <a:xfrm>
            <a:off x="6278793" y="2940548"/>
            <a:ext cx="0" cy="2791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51760341-5088-47A4-15F3-054224AA40F2}"/>
              </a:ext>
            </a:extLst>
          </p:cNvPr>
          <p:cNvCxnSpPr/>
          <p:nvPr/>
        </p:nvCxnSpPr>
        <p:spPr>
          <a:xfrm>
            <a:off x="5482166" y="2940548"/>
            <a:ext cx="207434" cy="2619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370BDB16-8AC7-DFE6-E6E8-6534B3F53C0A}"/>
              </a:ext>
            </a:extLst>
          </p:cNvPr>
          <p:cNvCxnSpPr/>
          <p:nvPr/>
        </p:nvCxnSpPr>
        <p:spPr>
          <a:xfrm flipH="1">
            <a:off x="5069840" y="2951156"/>
            <a:ext cx="72219" cy="281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54040F99-6CAE-D76D-34FD-46A65BF212B3}"/>
              </a:ext>
            </a:extLst>
          </p:cNvPr>
          <p:cNvCxnSpPr/>
          <p:nvPr/>
        </p:nvCxnSpPr>
        <p:spPr>
          <a:xfrm>
            <a:off x="4141046" y="2913512"/>
            <a:ext cx="258061" cy="319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16CBA4DD-B88A-6810-4844-294A2C7F3A37}"/>
              </a:ext>
            </a:extLst>
          </p:cNvPr>
          <p:cNvCxnSpPr/>
          <p:nvPr/>
        </p:nvCxnSpPr>
        <p:spPr>
          <a:xfrm flipH="1">
            <a:off x="3756846" y="2940548"/>
            <a:ext cx="125996" cy="2791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E9A3EEF5-6DE3-B653-4DDB-DE14AF6F5CD0}"/>
              </a:ext>
            </a:extLst>
          </p:cNvPr>
          <p:cNvCxnSpPr/>
          <p:nvPr/>
        </p:nvCxnSpPr>
        <p:spPr>
          <a:xfrm>
            <a:off x="2696726" y="2893118"/>
            <a:ext cx="391914" cy="3299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DA8DD9D6-6DB6-BA97-1D63-6CFF3404D8F3}"/>
              </a:ext>
            </a:extLst>
          </p:cNvPr>
          <p:cNvCxnSpPr>
            <a:cxnSpLocks/>
          </p:cNvCxnSpPr>
          <p:nvPr/>
        </p:nvCxnSpPr>
        <p:spPr>
          <a:xfrm flipH="1">
            <a:off x="2311560" y="2923692"/>
            <a:ext cx="177640" cy="3090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61FEC4E1-B3CC-43A5-ECFF-06F2C2A522C5}"/>
              </a:ext>
            </a:extLst>
          </p:cNvPr>
          <p:cNvCxnSpPr/>
          <p:nvPr/>
        </p:nvCxnSpPr>
        <p:spPr>
          <a:xfrm>
            <a:off x="1696720" y="2951156"/>
            <a:ext cx="142240" cy="251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A17A68EE-1248-97AA-94ED-79356D66F92C}"/>
              </a:ext>
            </a:extLst>
          </p:cNvPr>
          <p:cNvCxnSpPr/>
          <p:nvPr/>
        </p:nvCxnSpPr>
        <p:spPr>
          <a:xfrm flipH="1">
            <a:off x="1152026" y="2940548"/>
            <a:ext cx="166905" cy="2602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C325922A-8D7B-4962-07AB-7A5AC37438DC}"/>
              </a:ext>
            </a:extLst>
          </p:cNvPr>
          <p:cNvSpPr txBox="1"/>
          <p:nvPr/>
        </p:nvSpPr>
        <p:spPr>
          <a:xfrm>
            <a:off x="-45996" y="0"/>
            <a:ext cx="2342308" cy="523220"/>
          </a:xfrm>
          <a:prstGeom prst="rect">
            <a:avLst/>
          </a:prstGeom>
          <a:noFill/>
        </p:spPr>
        <p:txBody>
          <a:bodyPr wrap="none" rtlCol="0">
            <a:spAutoFit/>
          </a:bodyPr>
          <a:lstStyle/>
          <a:p>
            <a:r>
              <a:rPr lang="en-US" sz="2800" dirty="0"/>
              <a:t>Key findings :</a:t>
            </a:r>
          </a:p>
        </p:txBody>
      </p:sp>
    </p:spTree>
    <p:extLst>
      <p:ext uri="{BB962C8B-B14F-4D97-AF65-F5344CB8AC3E}">
        <p14:creationId xmlns:p14="http://schemas.microsoft.com/office/powerpoint/2010/main" val="19040905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96"/>
        <p:cNvGrpSpPr/>
        <p:nvPr/>
      </p:nvGrpSpPr>
      <p:grpSpPr>
        <a:xfrm>
          <a:off x="0" y="0"/>
          <a:ext cx="0" cy="0"/>
          <a:chOff x="0" y="0"/>
          <a:chExt cx="0" cy="0"/>
        </a:xfrm>
      </p:grpSpPr>
      <p:sp>
        <p:nvSpPr>
          <p:cNvPr id="1698" name="Google Shape;1698;p64"/>
          <p:cNvSpPr txBox="1">
            <a:spLocks noGrp="1"/>
          </p:cNvSpPr>
          <p:nvPr>
            <p:ph type="title"/>
          </p:nvPr>
        </p:nvSpPr>
        <p:spPr>
          <a:xfrm>
            <a:off x="0" y="-13100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mj-lt"/>
              </a:rPr>
              <a:t>Results</a:t>
            </a:r>
            <a:r>
              <a:rPr lang="en-US" dirty="0"/>
              <a:t> : </a:t>
            </a:r>
            <a:endParaRPr dirty="0"/>
          </a:p>
        </p:txBody>
      </p:sp>
      <p:sp>
        <p:nvSpPr>
          <p:cNvPr id="1802" name="Google Shape;1802;p64"/>
          <p:cNvSpPr/>
          <p:nvPr/>
        </p:nvSpPr>
        <p:spPr>
          <a:xfrm>
            <a:off x="0" y="4762650"/>
            <a:ext cx="9144000" cy="399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5" name="Table 4">
            <a:extLst>
              <a:ext uri="{FF2B5EF4-FFF2-40B4-BE49-F238E27FC236}">
                <a16:creationId xmlns:a16="http://schemas.microsoft.com/office/drawing/2014/main" id="{C5BFC2A2-6B25-53CD-2F69-104588F37097}"/>
              </a:ext>
            </a:extLst>
          </p:cNvPr>
          <p:cNvGraphicFramePr>
            <a:graphicFrameLocks noGrp="1"/>
          </p:cNvGraphicFramePr>
          <p:nvPr>
            <p:extLst>
              <p:ext uri="{D42A27DB-BD31-4B8C-83A1-F6EECF244321}">
                <p14:modId xmlns:p14="http://schemas.microsoft.com/office/powerpoint/2010/main" val="2959851488"/>
              </p:ext>
            </p:extLst>
          </p:nvPr>
        </p:nvGraphicFramePr>
        <p:xfrm>
          <a:off x="1444579" y="863602"/>
          <a:ext cx="6254842" cy="3416296"/>
        </p:xfrm>
        <a:graphic>
          <a:graphicData uri="http://schemas.openxmlformats.org/drawingml/2006/table">
            <a:tbl>
              <a:tblPr>
                <a:tableStyleId>{CCA85549-C985-4066-839F-AF8710642582}</a:tableStyleId>
              </a:tblPr>
              <a:tblGrid>
                <a:gridCol w="1214126">
                  <a:extLst>
                    <a:ext uri="{9D8B030D-6E8A-4147-A177-3AD203B41FA5}">
                      <a16:colId xmlns:a16="http://schemas.microsoft.com/office/drawing/2014/main" val="2633898451"/>
                    </a:ext>
                  </a:extLst>
                </a:gridCol>
                <a:gridCol w="1214126">
                  <a:extLst>
                    <a:ext uri="{9D8B030D-6E8A-4147-A177-3AD203B41FA5}">
                      <a16:colId xmlns:a16="http://schemas.microsoft.com/office/drawing/2014/main" val="2820203837"/>
                    </a:ext>
                  </a:extLst>
                </a:gridCol>
                <a:gridCol w="1214126">
                  <a:extLst>
                    <a:ext uri="{9D8B030D-6E8A-4147-A177-3AD203B41FA5}">
                      <a16:colId xmlns:a16="http://schemas.microsoft.com/office/drawing/2014/main" val="983827018"/>
                    </a:ext>
                  </a:extLst>
                </a:gridCol>
                <a:gridCol w="1214126">
                  <a:extLst>
                    <a:ext uri="{9D8B030D-6E8A-4147-A177-3AD203B41FA5}">
                      <a16:colId xmlns:a16="http://schemas.microsoft.com/office/drawing/2014/main" val="589802767"/>
                    </a:ext>
                  </a:extLst>
                </a:gridCol>
                <a:gridCol w="1398338">
                  <a:extLst>
                    <a:ext uri="{9D8B030D-6E8A-4147-A177-3AD203B41FA5}">
                      <a16:colId xmlns:a16="http://schemas.microsoft.com/office/drawing/2014/main" val="1300901463"/>
                    </a:ext>
                  </a:extLst>
                </a:gridCol>
              </a:tblGrid>
              <a:tr h="427037">
                <a:tc>
                  <a:txBody>
                    <a:bodyPr/>
                    <a:lstStyle/>
                    <a:p>
                      <a:pPr algn="ctr" fontAlgn="ctr"/>
                      <a:r>
                        <a:rPr lang="en-US" sz="1500" u="none" strike="noStrike">
                          <a:effectLst/>
                          <a:highlight>
                            <a:srgbClr val="FFFFFF"/>
                          </a:highlight>
                        </a:rPr>
                        <a:t>The word :</a:t>
                      </a:r>
                      <a:endParaRPr lang="en-US" sz="1500" b="0" i="0" u="none" strike="noStrike">
                        <a:solidFill>
                          <a:srgbClr val="000000"/>
                        </a:solidFill>
                        <a:effectLst/>
                        <a:highlight>
                          <a:srgbClr val="FFFFFF"/>
                        </a:highlight>
                        <a:latin typeface="Calibri" panose="020F0502020204030204" pitchFamily="34" charset="0"/>
                      </a:endParaRPr>
                    </a:p>
                  </a:txBody>
                  <a:tcPr marL="5024" marR="5024" marT="5024" marB="0" anchor="ctr"/>
                </a:tc>
                <a:tc>
                  <a:txBody>
                    <a:bodyPr/>
                    <a:lstStyle/>
                    <a:p>
                      <a:pPr algn="ctr" fontAlgn="ctr"/>
                      <a:r>
                        <a:rPr lang="en-US" sz="1500" u="none" strike="noStrike" dirty="0" err="1">
                          <a:effectLst/>
                          <a:highlight>
                            <a:srgbClr val="FFFFFF"/>
                          </a:highlight>
                        </a:rPr>
                        <a:t>Frequancy</a:t>
                      </a:r>
                      <a:r>
                        <a:rPr lang="en-US" sz="1500" u="none" strike="noStrike" dirty="0">
                          <a:effectLst/>
                          <a:highlight>
                            <a:srgbClr val="FFFFFF"/>
                          </a:highlight>
                        </a:rPr>
                        <a:t> :</a:t>
                      </a:r>
                      <a:endParaRPr lang="en-US" sz="1500" b="0" i="0" u="none" strike="noStrike" dirty="0">
                        <a:solidFill>
                          <a:srgbClr val="000000"/>
                        </a:solidFill>
                        <a:effectLst/>
                        <a:highlight>
                          <a:srgbClr val="FFFFFF"/>
                        </a:highlight>
                        <a:latin typeface="Calibri" panose="020F0502020204030204" pitchFamily="34" charset="0"/>
                      </a:endParaRPr>
                    </a:p>
                  </a:txBody>
                  <a:tcPr marL="5024" marR="5024" marT="5024" marB="0" anchor="ctr"/>
                </a:tc>
                <a:tc>
                  <a:txBody>
                    <a:bodyPr/>
                    <a:lstStyle/>
                    <a:p>
                      <a:pPr algn="ctr" fontAlgn="ctr"/>
                      <a:r>
                        <a:rPr lang="en-US" sz="1600" dirty="0">
                          <a:solidFill>
                            <a:schemeClr val="tx1"/>
                          </a:solidFill>
                          <a:highlight>
                            <a:srgbClr val="FFFFFF"/>
                          </a:highlight>
                        </a:rPr>
                        <a:t>Madinah</a:t>
                      </a:r>
                      <a:endParaRPr lang="en-US" sz="1300" b="0" i="0" u="none" strike="noStrike" dirty="0">
                        <a:solidFill>
                          <a:srgbClr val="000000"/>
                        </a:solidFill>
                        <a:effectLst/>
                        <a:highlight>
                          <a:srgbClr val="FFFFFF"/>
                        </a:highlight>
                        <a:latin typeface="Calibri" panose="020F0502020204030204" pitchFamily="34" charset="0"/>
                      </a:endParaRPr>
                    </a:p>
                  </a:txBody>
                  <a:tcPr marL="5024" marR="5024" marT="5024" marB="0" anchor="ctr"/>
                </a:tc>
                <a:tc>
                  <a:txBody>
                    <a:bodyPr/>
                    <a:lstStyle/>
                    <a:p>
                      <a:pPr algn="ctr" fontAlgn="ctr"/>
                      <a:r>
                        <a:rPr lang="en-US" sz="1300" u="none" strike="noStrike" dirty="0">
                          <a:effectLst/>
                          <a:highlight>
                            <a:srgbClr val="FFFFFF"/>
                          </a:highlight>
                        </a:rPr>
                        <a:t>Makia</a:t>
                      </a:r>
                      <a:endParaRPr lang="en-US" sz="1300" b="0" i="0" u="none" strike="noStrike" dirty="0">
                        <a:solidFill>
                          <a:srgbClr val="000000"/>
                        </a:solidFill>
                        <a:effectLst/>
                        <a:highlight>
                          <a:srgbClr val="FFFFFF"/>
                        </a:highlight>
                        <a:latin typeface="Calibri" panose="020F0502020204030204" pitchFamily="34" charset="0"/>
                      </a:endParaRPr>
                    </a:p>
                  </a:txBody>
                  <a:tcPr marL="5024" marR="5024" marT="5024" marB="0" anchor="ctr"/>
                </a:tc>
                <a:tc>
                  <a:txBody>
                    <a:bodyPr/>
                    <a:lstStyle/>
                    <a:p>
                      <a:pPr algn="ctr" fontAlgn="ctr"/>
                      <a:r>
                        <a:rPr lang="en-US" sz="1300" u="none" strike="noStrike">
                          <a:effectLst/>
                          <a:highlight>
                            <a:srgbClr val="FFFFFF"/>
                          </a:highlight>
                        </a:rPr>
                        <a:t>Hadith</a:t>
                      </a:r>
                      <a:endParaRPr lang="en-US" sz="1300" b="0" i="0" u="none" strike="noStrike">
                        <a:solidFill>
                          <a:srgbClr val="000000"/>
                        </a:solidFill>
                        <a:effectLst/>
                        <a:highlight>
                          <a:srgbClr val="FFFFFF"/>
                        </a:highlight>
                        <a:latin typeface="Calibri" panose="020F0502020204030204" pitchFamily="34" charset="0"/>
                      </a:endParaRPr>
                    </a:p>
                  </a:txBody>
                  <a:tcPr marL="5024" marR="5024" marT="5024" marB="0" anchor="ctr"/>
                </a:tc>
                <a:extLst>
                  <a:ext uri="{0D108BD9-81ED-4DB2-BD59-A6C34878D82A}">
                    <a16:rowId xmlns:a16="http://schemas.microsoft.com/office/drawing/2014/main" val="2143669808"/>
                  </a:ext>
                </a:extLst>
              </a:tr>
              <a:tr h="427037">
                <a:tc>
                  <a:txBody>
                    <a:bodyPr/>
                    <a:lstStyle/>
                    <a:p>
                      <a:pPr algn="ctr" rtl="1" fontAlgn="ctr"/>
                      <a:r>
                        <a:rPr lang="ar-SA" sz="1500" u="none" strike="noStrike">
                          <a:effectLst/>
                          <a:highlight>
                            <a:srgbClr val="FFFFFF"/>
                          </a:highlight>
                        </a:rPr>
                        <a:t>*صلاة</a:t>
                      </a:r>
                      <a:endParaRPr lang="ar-SA" sz="1500" b="0" i="0" u="none" strike="noStrike">
                        <a:solidFill>
                          <a:srgbClr val="000000"/>
                        </a:solidFill>
                        <a:effectLst/>
                        <a:highlight>
                          <a:srgbClr val="FFFFFF"/>
                        </a:highlight>
                        <a:latin typeface="Calibri" panose="020F0502020204030204" pitchFamily="34" charset="0"/>
                      </a:endParaRPr>
                    </a:p>
                  </a:txBody>
                  <a:tcPr marL="5024" marR="5024" marT="5024" marB="0" anchor="ctr"/>
                </a:tc>
                <a:tc>
                  <a:txBody>
                    <a:bodyPr/>
                    <a:lstStyle/>
                    <a:p>
                      <a:pPr algn="ctr" fontAlgn="ctr"/>
                      <a:r>
                        <a:rPr lang="en-US" sz="1500" u="none" strike="noStrike">
                          <a:effectLst/>
                        </a:rPr>
                        <a:t>66</a:t>
                      </a:r>
                      <a:endParaRPr lang="en-US" sz="1500" b="0" i="0" u="none" strike="noStrike">
                        <a:solidFill>
                          <a:srgbClr val="000000"/>
                        </a:solidFill>
                        <a:effectLst/>
                        <a:latin typeface="Calibri" panose="020F0502020204030204" pitchFamily="34" charset="0"/>
                      </a:endParaRPr>
                    </a:p>
                  </a:txBody>
                  <a:tcPr marL="5024" marR="5024" marT="5024" marB="0" anchor="ctr"/>
                </a:tc>
                <a:tc>
                  <a:txBody>
                    <a:bodyPr/>
                    <a:lstStyle/>
                    <a:p>
                      <a:pPr algn="ctr" fontAlgn="ctr"/>
                      <a:r>
                        <a:rPr lang="en-US" sz="1500" u="none" strike="noStrike">
                          <a:effectLst/>
                        </a:rPr>
                        <a:t>43</a:t>
                      </a:r>
                      <a:endParaRPr lang="en-US" sz="1500" b="0" i="0" u="none" strike="noStrike">
                        <a:solidFill>
                          <a:srgbClr val="000000"/>
                        </a:solidFill>
                        <a:effectLst/>
                        <a:latin typeface="Calibri" panose="020F0502020204030204" pitchFamily="34" charset="0"/>
                      </a:endParaRPr>
                    </a:p>
                  </a:txBody>
                  <a:tcPr marL="5024" marR="5024" marT="5024" marB="0" anchor="ctr"/>
                </a:tc>
                <a:tc>
                  <a:txBody>
                    <a:bodyPr/>
                    <a:lstStyle/>
                    <a:p>
                      <a:pPr algn="ctr" fontAlgn="ctr"/>
                      <a:r>
                        <a:rPr lang="en-US" sz="1500" u="none" strike="noStrike" dirty="0">
                          <a:effectLst/>
                        </a:rPr>
                        <a:t>23</a:t>
                      </a:r>
                      <a:endParaRPr lang="en-US" sz="1500" b="0" i="0" u="none" strike="noStrike" dirty="0">
                        <a:solidFill>
                          <a:srgbClr val="000000"/>
                        </a:solidFill>
                        <a:effectLst/>
                        <a:latin typeface="Calibri" panose="020F0502020204030204" pitchFamily="34" charset="0"/>
                      </a:endParaRPr>
                    </a:p>
                  </a:txBody>
                  <a:tcPr marL="5024" marR="5024" marT="5024" marB="0" anchor="ctr"/>
                </a:tc>
                <a:tc>
                  <a:txBody>
                    <a:bodyPr/>
                    <a:lstStyle/>
                    <a:p>
                      <a:pPr algn="ctr" fontAlgn="ctr"/>
                      <a:r>
                        <a:rPr lang="en-US" sz="1300" u="none" strike="noStrike">
                          <a:effectLst/>
                        </a:rPr>
                        <a:t>225</a:t>
                      </a:r>
                      <a:endParaRPr lang="en-US" sz="1300" b="0" i="0" u="none" strike="noStrike">
                        <a:solidFill>
                          <a:srgbClr val="000000"/>
                        </a:solidFill>
                        <a:effectLst/>
                        <a:latin typeface="Calibri" panose="020F0502020204030204" pitchFamily="34" charset="0"/>
                      </a:endParaRPr>
                    </a:p>
                  </a:txBody>
                  <a:tcPr marL="5024" marR="5024" marT="5024" marB="0" anchor="ctr"/>
                </a:tc>
                <a:extLst>
                  <a:ext uri="{0D108BD9-81ED-4DB2-BD59-A6C34878D82A}">
                    <a16:rowId xmlns:a16="http://schemas.microsoft.com/office/drawing/2014/main" val="655821746"/>
                  </a:ext>
                </a:extLst>
              </a:tr>
              <a:tr h="427037">
                <a:tc>
                  <a:txBody>
                    <a:bodyPr/>
                    <a:lstStyle/>
                    <a:p>
                      <a:pPr algn="ctr" rtl="1" fontAlgn="ctr"/>
                      <a:r>
                        <a:rPr lang="ar-SA" sz="1500" u="none" strike="noStrike">
                          <a:effectLst/>
                          <a:highlight>
                            <a:srgbClr val="FFFFFF"/>
                          </a:highlight>
                        </a:rPr>
                        <a:t>*صلى</a:t>
                      </a:r>
                      <a:endParaRPr lang="ar-SA" sz="1500" b="0" i="0" u="none" strike="noStrike">
                        <a:solidFill>
                          <a:srgbClr val="000000"/>
                        </a:solidFill>
                        <a:effectLst/>
                        <a:highlight>
                          <a:srgbClr val="FFFFFF"/>
                        </a:highlight>
                        <a:latin typeface="Calibri" panose="020F0502020204030204" pitchFamily="34" charset="0"/>
                      </a:endParaRPr>
                    </a:p>
                  </a:txBody>
                  <a:tcPr marL="5024" marR="5024" marT="5024" marB="0" anchor="ctr"/>
                </a:tc>
                <a:tc>
                  <a:txBody>
                    <a:bodyPr/>
                    <a:lstStyle/>
                    <a:p>
                      <a:pPr algn="ctr" rtl="0" fontAlgn="ctr"/>
                      <a:r>
                        <a:rPr lang="en-US" sz="1500" u="none" strike="noStrike">
                          <a:effectLst/>
                        </a:rPr>
                        <a:t>4</a:t>
                      </a:r>
                      <a:endParaRPr lang="en-US" sz="1500" b="0" i="0" u="none" strike="noStrike">
                        <a:solidFill>
                          <a:srgbClr val="000000"/>
                        </a:solidFill>
                        <a:effectLst/>
                        <a:latin typeface="Calibri" panose="020F0502020204030204" pitchFamily="34" charset="0"/>
                      </a:endParaRPr>
                    </a:p>
                  </a:txBody>
                  <a:tcPr marL="5024" marR="5024" marT="5024" marB="0" anchor="ctr"/>
                </a:tc>
                <a:tc>
                  <a:txBody>
                    <a:bodyPr/>
                    <a:lstStyle/>
                    <a:p>
                      <a:pPr algn="ctr" fontAlgn="ctr"/>
                      <a:r>
                        <a:rPr lang="en-US" sz="1500" u="none" strike="noStrike">
                          <a:effectLst/>
                        </a:rPr>
                        <a:t>1</a:t>
                      </a:r>
                      <a:endParaRPr lang="en-US" sz="1500" b="0" i="0" u="none" strike="noStrike">
                        <a:solidFill>
                          <a:srgbClr val="000000"/>
                        </a:solidFill>
                        <a:effectLst/>
                        <a:latin typeface="Calibri" panose="020F0502020204030204" pitchFamily="34" charset="0"/>
                      </a:endParaRPr>
                    </a:p>
                  </a:txBody>
                  <a:tcPr marL="5024" marR="5024" marT="5024" marB="0" anchor="ctr"/>
                </a:tc>
                <a:tc>
                  <a:txBody>
                    <a:bodyPr/>
                    <a:lstStyle/>
                    <a:p>
                      <a:pPr algn="ctr" fontAlgn="ctr"/>
                      <a:r>
                        <a:rPr lang="en-US" sz="1500" u="none" strike="noStrike">
                          <a:effectLst/>
                        </a:rPr>
                        <a:t>3</a:t>
                      </a:r>
                      <a:endParaRPr lang="en-US" sz="1500" b="0" i="0" u="none" strike="noStrike">
                        <a:solidFill>
                          <a:srgbClr val="000000"/>
                        </a:solidFill>
                        <a:effectLst/>
                        <a:latin typeface="Calibri" panose="020F0502020204030204" pitchFamily="34" charset="0"/>
                      </a:endParaRPr>
                    </a:p>
                  </a:txBody>
                  <a:tcPr marL="5024" marR="5024" marT="5024" marB="0" anchor="ctr"/>
                </a:tc>
                <a:tc>
                  <a:txBody>
                    <a:bodyPr/>
                    <a:lstStyle/>
                    <a:p>
                      <a:pPr algn="ctr" fontAlgn="ctr"/>
                      <a:r>
                        <a:rPr lang="en-US" sz="1300" u="none" strike="noStrike">
                          <a:effectLst/>
                        </a:rPr>
                        <a:t>62</a:t>
                      </a:r>
                      <a:endParaRPr lang="en-US" sz="1300" b="0" i="0" u="none" strike="noStrike">
                        <a:solidFill>
                          <a:srgbClr val="000000"/>
                        </a:solidFill>
                        <a:effectLst/>
                        <a:latin typeface="Calibri" panose="020F0502020204030204" pitchFamily="34" charset="0"/>
                      </a:endParaRPr>
                    </a:p>
                  </a:txBody>
                  <a:tcPr marL="5024" marR="5024" marT="5024" marB="0" anchor="ctr"/>
                </a:tc>
                <a:extLst>
                  <a:ext uri="{0D108BD9-81ED-4DB2-BD59-A6C34878D82A}">
                    <a16:rowId xmlns:a16="http://schemas.microsoft.com/office/drawing/2014/main" val="775800460"/>
                  </a:ext>
                </a:extLst>
              </a:tr>
              <a:tr h="427037">
                <a:tc>
                  <a:txBody>
                    <a:bodyPr/>
                    <a:lstStyle/>
                    <a:p>
                      <a:pPr algn="ctr" fontAlgn="ctr"/>
                      <a:r>
                        <a:rPr lang="ar-SA" sz="1500" u="none" strike="noStrike">
                          <a:effectLst/>
                          <a:highlight>
                            <a:srgbClr val="FFFFFF"/>
                          </a:highlight>
                        </a:rPr>
                        <a:t>*صلات*</a:t>
                      </a:r>
                      <a:endParaRPr lang="ar-SA" sz="1500" b="0" i="0" u="none" strike="noStrike">
                        <a:solidFill>
                          <a:srgbClr val="000000"/>
                        </a:solidFill>
                        <a:effectLst/>
                        <a:highlight>
                          <a:srgbClr val="FFFFFF"/>
                        </a:highlight>
                        <a:latin typeface="Calibri" panose="020F0502020204030204" pitchFamily="34" charset="0"/>
                      </a:endParaRPr>
                    </a:p>
                  </a:txBody>
                  <a:tcPr marL="5024" marR="5024" marT="5024" marB="0" anchor="ctr"/>
                </a:tc>
                <a:tc>
                  <a:txBody>
                    <a:bodyPr/>
                    <a:lstStyle/>
                    <a:p>
                      <a:pPr algn="ctr" fontAlgn="ctr"/>
                      <a:r>
                        <a:rPr lang="en-US" sz="1500" u="none" strike="noStrike">
                          <a:effectLst/>
                        </a:rPr>
                        <a:t>11</a:t>
                      </a:r>
                      <a:endParaRPr lang="en-US" sz="1500" b="0" i="0" u="none" strike="noStrike">
                        <a:solidFill>
                          <a:srgbClr val="000000"/>
                        </a:solidFill>
                        <a:effectLst/>
                        <a:latin typeface="Calibri" panose="020F0502020204030204" pitchFamily="34" charset="0"/>
                      </a:endParaRPr>
                    </a:p>
                  </a:txBody>
                  <a:tcPr marL="5024" marR="5024" marT="5024" marB="0" anchor="ctr"/>
                </a:tc>
                <a:tc>
                  <a:txBody>
                    <a:bodyPr/>
                    <a:lstStyle/>
                    <a:p>
                      <a:pPr algn="ctr" fontAlgn="ctr"/>
                      <a:r>
                        <a:rPr lang="en-US" sz="1500" u="none" strike="noStrike">
                          <a:effectLst/>
                        </a:rPr>
                        <a:t>3</a:t>
                      </a:r>
                      <a:endParaRPr lang="en-US" sz="1500" b="0" i="0" u="none" strike="noStrike">
                        <a:solidFill>
                          <a:srgbClr val="000000"/>
                        </a:solidFill>
                        <a:effectLst/>
                        <a:latin typeface="Calibri" panose="020F0502020204030204" pitchFamily="34" charset="0"/>
                      </a:endParaRPr>
                    </a:p>
                  </a:txBody>
                  <a:tcPr marL="5024" marR="5024" marT="5024" marB="0" anchor="ctr"/>
                </a:tc>
                <a:tc>
                  <a:txBody>
                    <a:bodyPr/>
                    <a:lstStyle/>
                    <a:p>
                      <a:pPr algn="ctr" fontAlgn="ctr"/>
                      <a:r>
                        <a:rPr lang="en-US" sz="1500" u="none" strike="noStrike">
                          <a:effectLst/>
                        </a:rPr>
                        <a:t>8</a:t>
                      </a:r>
                      <a:endParaRPr lang="en-US" sz="1500" b="0" i="0" u="none" strike="noStrike">
                        <a:solidFill>
                          <a:srgbClr val="000000"/>
                        </a:solidFill>
                        <a:effectLst/>
                        <a:latin typeface="Calibri" panose="020F0502020204030204" pitchFamily="34" charset="0"/>
                      </a:endParaRPr>
                    </a:p>
                  </a:txBody>
                  <a:tcPr marL="5024" marR="5024" marT="5024" marB="0" anchor="ctr"/>
                </a:tc>
                <a:tc>
                  <a:txBody>
                    <a:bodyPr/>
                    <a:lstStyle/>
                    <a:p>
                      <a:pPr algn="ctr" fontAlgn="ctr"/>
                      <a:r>
                        <a:rPr lang="en-US" sz="1300" u="none" strike="noStrike">
                          <a:effectLst/>
                        </a:rPr>
                        <a:t>45</a:t>
                      </a:r>
                      <a:endParaRPr lang="en-US" sz="1300" b="0" i="0" u="none" strike="noStrike">
                        <a:solidFill>
                          <a:srgbClr val="000000"/>
                        </a:solidFill>
                        <a:effectLst/>
                        <a:latin typeface="Calibri" panose="020F0502020204030204" pitchFamily="34" charset="0"/>
                      </a:endParaRPr>
                    </a:p>
                  </a:txBody>
                  <a:tcPr marL="5024" marR="5024" marT="5024" marB="0" anchor="ctr"/>
                </a:tc>
                <a:extLst>
                  <a:ext uri="{0D108BD9-81ED-4DB2-BD59-A6C34878D82A}">
                    <a16:rowId xmlns:a16="http://schemas.microsoft.com/office/drawing/2014/main" val="1954706786"/>
                  </a:ext>
                </a:extLst>
              </a:tr>
              <a:tr h="427037">
                <a:tc>
                  <a:txBody>
                    <a:bodyPr/>
                    <a:lstStyle/>
                    <a:p>
                      <a:pPr algn="ctr" fontAlgn="ctr"/>
                      <a:r>
                        <a:rPr lang="ar-SA" sz="1500" u="none" strike="noStrike">
                          <a:effectLst/>
                          <a:highlight>
                            <a:srgbClr val="FFFFFF"/>
                          </a:highlight>
                        </a:rPr>
                        <a:t>*صلو*</a:t>
                      </a:r>
                      <a:endParaRPr lang="ar-SA" sz="1500" b="0" i="0" u="none" strike="noStrike">
                        <a:solidFill>
                          <a:srgbClr val="000000"/>
                        </a:solidFill>
                        <a:effectLst/>
                        <a:highlight>
                          <a:srgbClr val="FFFFFF"/>
                        </a:highlight>
                        <a:latin typeface="Calibri" panose="020F0502020204030204" pitchFamily="34" charset="0"/>
                      </a:endParaRPr>
                    </a:p>
                  </a:txBody>
                  <a:tcPr marL="5024" marR="5024" marT="5024" marB="0" anchor="ctr"/>
                </a:tc>
                <a:tc>
                  <a:txBody>
                    <a:bodyPr/>
                    <a:lstStyle/>
                    <a:p>
                      <a:pPr algn="ctr" fontAlgn="ctr"/>
                      <a:r>
                        <a:rPr lang="en-US" sz="1500" u="none" strike="noStrike">
                          <a:effectLst/>
                        </a:rPr>
                        <a:t>9</a:t>
                      </a:r>
                      <a:endParaRPr lang="en-US" sz="1500" b="0" i="0" u="none" strike="noStrike">
                        <a:solidFill>
                          <a:srgbClr val="000000"/>
                        </a:solidFill>
                        <a:effectLst/>
                        <a:latin typeface="Calibri" panose="020F0502020204030204" pitchFamily="34" charset="0"/>
                      </a:endParaRPr>
                    </a:p>
                  </a:txBody>
                  <a:tcPr marL="5024" marR="5024" marT="5024" marB="0" anchor="ctr"/>
                </a:tc>
                <a:tc>
                  <a:txBody>
                    <a:bodyPr/>
                    <a:lstStyle/>
                    <a:p>
                      <a:pPr algn="ctr" fontAlgn="ctr"/>
                      <a:r>
                        <a:rPr lang="en-US" sz="1500" u="none" strike="noStrike">
                          <a:effectLst/>
                        </a:rPr>
                        <a:t>7</a:t>
                      </a:r>
                      <a:endParaRPr lang="en-US" sz="1500" b="0" i="0" u="none" strike="noStrike">
                        <a:solidFill>
                          <a:srgbClr val="000000"/>
                        </a:solidFill>
                        <a:effectLst/>
                        <a:latin typeface="Calibri" panose="020F0502020204030204" pitchFamily="34" charset="0"/>
                      </a:endParaRPr>
                    </a:p>
                  </a:txBody>
                  <a:tcPr marL="5024" marR="5024" marT="5024" marB="0" anchor="ctr"/>
                </a:tc>
                <a:tc>
                  <a:txBody>
                    <a:bodyPr/>
                    <a:lstStyle/>
                    <a:p>
                      <a:pPr algn="ctr" fontAlgn="ctr"/>
                      <a:r>
                        <a:rPr lang="en-US" sz="1500" u="none" strike="noStrike">
                          <a:effectLst/>
                        </a:rPr>
                        <a:t>2</a:t>
                      </a:r>
                      <a:endParaRPr lang="en-US" sz="1500" b="0" i="0" u="none" strike="noStrike">
                        <a:solidFill>
                          <a:srgbClr val="000000"/>
                        </a:solidFill>
                        <a:effectLst/>
                        <a:latin typeface="Calibri" panose="020F0502020204030204" pitchFamily="34" charset="0"/>
                      </a:endParaRPr>
                    </a:p>
                  </a:txBody>
                  <a:tcPr marL="5024" marR="5024" marT="5024" marB="0" anchor="ctr"/>
                </a:tc>
                <a:tc>
                  <a:txBody>
                    <a:bodyPr/>
                    <a:lstStyle/>
                    <a:p>
                      <a:pPr algn="ctr" fontAlgn="ctr"/>
                      <a:r>
                        <a:rPr lang="en-US" sz="1300" u="none" strike="noStrike">
                          <a:effectLst/>
                        </a:rPr>
                        <a:t>64</a:t>
                      </a:r>
                      <a:endParaRPr lang="en-US" sz="1300" b="0" i="0" u="none" strike="noStrike">
                        <a:solidFill>
                          <a:srgbClr val="000000"/>
                        </a:solidFill>
                        <a:effectLst/>
                        <a:latin typeface="Calibri" panose="020F0502020204030204" pitchFamily="34" charset="0"/>
                      </a:endParaRPr>
                    </a:p>
                  </a:txBody>
                  <a:tcPr marL="5024" marR="5024" marT="5024" marB="0" anchor="ctr"/>
                </a:tc>
                <a:extLst>
                  <a:ext uri="{0D108BD9-81ED-4DB2-BD59-A6C34878D82A}">
                    <a16:rowId xmlns:a16="http://schemas.microsoft.com/office/drawing/2014/main" val="2679826470"/>
                  </a:ext>
                </a:extLst>
              </a:tr>
              <a:tr h="427037">
                <a:tc>
                  <a:txBody>
                    <a:bodyPr/>
                    <a:lstStyle/>
                    <a:p>
                      <a:pPr algn="ctr" rtl="1" fontAlgn="ctr"/>
                      <a:r>
                        <a:rPr lang="ar-SA" sz="1500" u="none" strike="noStrike">
                          <a:effectLst/>
                          <a:highlight>
                            <a:srgbClr val="FFFFFF"/>
                          </a:highlight>
                        </a:rPr>
                        <a:t>*مصلين</a:t>
                      </a:r>
                      <a:endParaRPr lang="ar-SA" sz="1500" b="0" i="0" u="none" strike="noStrike">
                        <a:solidFill>
                          <a:srgbClr val="000000"/>
                        </a:solidFill>
                        <a:effectLst/>
                        <a:highlight>
                          <a:srgbClr val="FFFFFF"/>
                        </a:highlight>
                        <a:latin typeface="Calibri" panose="020F0502020204030204" pitchFamily="34" charset="0"/>
                      </a:endParaRPr>
                    </a:p>
                  </a:txBody>
                  <a:tcPr marL="5024" marR="5024" marT="5024" marB="0" anchor="ctr"/>
                </a:tc>
                <a:tc>
                  <a:txBody>
                    <a:bodyPr/>
                    <a:lstStyle/>
                    <a:p>
                      <a:pPr algn="ctr" fontAlgn="ctr"/>
                      <a:r>
                        <a:rPr lang="en-US" sz="1500" u="none" strike="noStrike">
                          <a:effectLst/>
                        </a:rPr>
                        <a:t>3</a:t>
                      </a:r>
                      <a:endParaRPr lang="en-US" sz="1500" b="0" i="0" u="none" strike="noStrike">
                        <a:solidFill>
                          <a:srgbClr val="000000"/>
                        </a:solidFill>
                        <a:effectLst/>
                        <a:latin typeface="Calibri" panose="020F0502020204030204" pitchFamily="34" charset="0"/>
                      </a:endParaRPr>
                    </a:p>
                  </a:txBody>
                  <a:tcPr marL="5024" marR="5024" marT="5024" marB="0" anchor="ctr"/>
                </a:tc>
                <a:tc>
                  <a:txBody>
                    <a:bodyPr/>
                    <a:lstStyle/>
                    <a:p>
                      <a:pPr algn="ctr" fontAlgn="ctr"/>
                      <a:r>
                        <a:rPr lang="en-US" sz="1500" u="none" strike="noStrike">
                          <a:effectLst/>
                        </a:rPr>
                        <a:t>0</a:t>
                      </a:r>
                      <a:endParaRPr lang="en-US" sz="1500" b="0" i="0" u="none" strike="noStrike">
                        <a:solidFill>
                          <a:srgbClr val="000000"/>
                        </a:solidFill>
                        <a:effectLst/>
                        <a:latin typeface="Calibri" panose="020F0502020204030204" pitchFamily="34" charset="0"/>
                      </a:endParaRPr>
                    </a:p>
                  </a:txBody>
                  <a:tcPr marL="5024" marR="5024" marT="5024" marB="0" anchor="ctr"/>
                </a:tc>
                <a:tc>
                  <a:txBody>
                    <a:bodyPr/>
                    <a:lstStyle/>
                    <a:p>
                      <a:pPr algn="ctr" fontAlgn="ctr"/>
                      <a:r>
                        <a:rPr lang="en-US" sz="1500" u="none" strike="noStrike">
                          <a:effectLst/>
                        </a:rPr>
                        <a:t>3</a:t>
                      </a:r>
                      <a:endParaRPr lang="en-US" sz="1500" b="0" i="0" u="none" strike="noStrike">
                        <a:solidFill>
                          <a:srgbClr val="000000"/>
                        </a:solidFill>
                        <a:effectLst/>
                        <a:latin typeface="Calibri" panose="020F0502020204030204" pitchFamily="34" charset="0"/>
                      </a:endParaRPr>
                    </a:p>
                  </a:txBody>
                  <a:tcPr marL="5024" marR="5024" marT="5024" marB="0" anchor="ctr"/>
                </a:tc>
                <a:tc>
                  <a:txBody>
                    <a:bodyPr/>
                    <a:lstStyle/>
                    <a:p>
                      <a:pPr algn="ctr" fontAlgn="ctr"/>
                      <a:r>
                        <a:rPr lang="en-US" sz="1300" u="none" strike="noStrike">
                          <a:effectLst/>
                        </a:rPr>
                        <a:t>0</a:t>
                      </a:r>
                      <a:endParaRPr lang="en-US" sz="1300" b="0" i="0" u="none" strike="noStrike">
                        <a:solidFill>
                          <a:srgbClr val="000000"/>
                        </a:solidFill>
                        <a:effectLst/>
                        <a:latin typeface="Calibri" panose="020F0502020204030204" pitchFamily="34" charset="0"/>
                      </a:endParaRPr>
                    </a:p>
                  </a:txBody>
                  <a:tcPr marL="5024" marR="5024" marT="5024" marB="0" anchor="ctr"/>
                </a:tc>
                <a:extLst>
                  <a:ext uri="{0D108BD9-81ED-4DB2-BD59-A6C34878D82A}">
                    <a16:rowId xmlns:a16="http://schemas.microsoft.com/office/drawing/2014/main" val="4291913789"/>
                  </a:ext>
                </a:extLst>
              </a:tr>
              <a:tr h="427037">
                <a:tc>
                  <a:txBody>
                    <a:bodyPr/>
                    <a:lstStyle/>
                    <a:p>
                      <a:pPr algn="ctr" rtl="1" fontAlgn="ctr"/>
                      <a:r>
                        <a:rPr lang="ar-SA" sz="1500" u="none" strike="noStrike">
                          <a:effectLst/>
                          <a:highlight>
                            <a:srgbClr val="FFFFFF"/>
                          </a:highlight>
                        </a:rPr>
                        <a:t>*صل</a:t>
                      </a:r>
                      <a:endParaRPr lang="ar-SA" sz="1500" b="0" i="0" u="none" strike="noStrike">
                        <a:solidFill>
                          <a:srgbClr val="000000"/>
                        </a:solidFill>
                        <a:effectLst/>
                        <a:highlight>
                          <a:srgbClr val="FFFFFF"/>
                        </a:highlight>
                        <a:latin typeface="Calibri" panose="020F0502020204030204" pitchFamily="34" charset="0"/>
                      </a:endParaRPr>
                    </a:p>
                  </a:txBody>
                  <a:tcPr marL="5024" marR="5024" marT="5024" marB="0" anchor="ctr"/>
                </a:tc>
                <a:tc>
                  <a:txBody>
                    <a:bodyPr/>
                    <a:lstStyle/>
                    <a:p>
                      <a:pPr algn="ctr" fontAlgn="ctr"/>
                      <a:r>
                        <a:rPr lang="en-US" sz="1500" u="none" strike="noStrike">
                          <a:effectLst/>
                        </a:rPr>
                        <a:t>3</a:t>
                      </a:r>
                      <a:endParaRPr lang="en-US" sz="1500" b="0" i="0" u="none" strike="noStrike">
                        <a:solidFill>
                          <a:srgbClr val="000000"/>
                        </a:solidFill>
                        <a:effectLst/>
                        <a:latin typeface="Calibri" panose="020F0502020204030204" pitchFamily="34" charset="0"/>
                      </a:endParaRPr>
                    </a:p>
                  </a:txBody>
                  <a:tcPr marL="5024" marR="5024" marT="5024" marB="0" anchor="ctr"/>
                </a:tc>
                <a:tc>
                  <a:txBody>
                    <a:bodyPr/>
                    <a:lstStyle/>
                    <a:p>
                      <a:pPr algn="ctr" fontAlgn="ctr"/>
                      <a:r>
                        <a:rPr lang="en-US" sz="1500" u="none" strike="noStrike">
                          <a:effectLst/>
                        </a:rPr>
                        <a:t>2</a:t>
                      </a:r>
                      <a:endParaRPr lang="en-US" sz="1500" b="0" i="0" u="none" strike="noStrike">
                        <a:solidFill>
                          <a:srgbClr val="000000"/>
                        </a:solidFill>
                        <a:effectLst/>
                        <a:latin typeface="Calibri" panose="020F0502020204030204" pitchFamily="34" charset="0"/>
                      </a:endParaRPr>
                    </a:p>
                  </a:txBody>
                  <a:tcPr marL="5024" marR="5024" marT="5024" marB="0" anchor="ctr"/>
                </a:tc>
                <a:tc>
                  <a:txBody>
                    <a:bodyPr/>
                    <a:lstStyle/>
                    <a:p>
                      <a:pPr algn="ctr" fontAlgn="ctr"/>
                      <a:r>
                        <a:rPr lang="en-US" sz="1500" u="none" strike="noStrike">
                          <a:effectLst/>
                        </a:rPr>
                        <a:t>1</a:t>
                      </a:r>
                      <a:endParaRPr lang="en-US" sz="1500" b="0" i="0" u="none" strike="noStrike">
                        <a:solidFill>
                          <a:srgbClr val="000000"/>
                        </a:solidFill>
                        <a:effectLst/>
                        <a:latin typeface="Calibri" panose="020F0502020204030204" pitchFamily="34" charset="0"/>
                      </a:endParaRPr>
                    </a:p>
                  </a:txBody>
                  <a:tcPr marL="5024" marR="5024" marT="5024" marB="0" anchor="ctr"/>
                </a:tc>
                <a:tc>
                  <a:txBody>
                    <a:bodyPr/>
                    <a:lstStyle/>
                    <a:p>
                      <a:pPr algn="ctr" fontAlgn="ctr"/>
                      <a:r>
                        <a:rPr lang="en-US" sz="1300" u="none" strike="noStrike">
                          <a:effectLst/>
                        </a:rPr>
                        <a:t>20</a:t>
                      </a:r>
                      <a:endParaRPr lang="en-US" sz="1300" b="0" i="0" u="none" strike="noStrike">
                        <a:solidFill>
                          <a:srgbClr val="000000"/>
                        </a:solidFill>
                        <a:effectLst/>
                        <a:latin typeface="Calibri" panose="020F0502020204030204" pitchFamily="34" charset="0"/>
                      </a:endParaRPr>
                    </a:p>
                  </a:txBody>
                  <a:tcPr marL="5024" marR="5024" marT="5024" marB="0" anchor="ctr"/>
                </a:tc>
                <a:extLst>
                  <a:ext uri="{0D108BD9-81ED-4DB2-BD59-A6C34878D82A}">
                    <a16:rowId xmlns:a16="http://schemas.microsoft.com/office/drawing/2014/main" val="337610486"/>
                  </a:ext>
                </a:extLst>
              </a:tr>
              <a:tr h="427037">
                <a:tc>
                  <a:txBody>
                    <a:bodyPr/>
                    <a:lstStyle/>
                    <a:p>
                      <a:pPr algn="ctr" fontAlgn="ctr"/>
                      <a:r>
                        <a:rPr lang="en-US" sz="1500" u="none" strike="noStrike">
                          <a:effectLst/>
                          <a:highlight>
                            <a:srgbClr val="FFFFFF"/>
                          </a:highlight>
                        </a:rPr>
                        <a:t>Total Freq</a:t>
                      </a:r>
                      <a:endParaRPr lang="en-US" sz="1500" b="0" i="0" u="none" strike="noStrike">
                        <a:solidFill>
                          <a:srgbClr val="000000"/>
                        </a:solidFill>
                        <a:effectLst/>
                        <a:highlight>
                          <a:srgbClr val="FFFFFF"/>
                        </a:highlight>
                        <a:latin typeface="Calibri" panose="020F0502020204030204" pitchFamily="34" charset="0"/>
                      </a:endParaRPr>
                    </a:p>
                  </a:txBody>
                  <a:tcPr marL="5024" marR="5024" marT="5024" marB="0" anchor="ctr"/>
                </a:tc>
                <a:tc>
                  <a:txBody>
                    <a:bodyPr/>
                    <a:lstStyle/>
                    <a:p>
                      <a:pPr algn="ctr" fontAlgn="ctr"/>
                      <a:r>
                        <a:rPr lang="en-US" sz="1500" u="none" strike="noStrike">
                          <a:effectLst/>
                        </a:rPr>
                        <a:t>96</a:t>
                      </a:r>
                      <a:endParaRPr lang="en-US" sz="1500" b="0" i="0" u="none" strike="noStrike">
                        <a:solidFill>
                          <a:srgbClr val="000000"/>
                        </a:solidFill>
                        <a:effectLst/>
                        <a:latin typeface="Calibri" panose="020F0502020204030204" pitchFamily="34" charset="0"/>
                      </a:endParaRPr>
                    </a:p>
                  </a:txBody>
                  <a:tcPr marL="5024" marR="5024" marT="5024" marB="0" anchor="ctr"/>
                </a:tc>
                <a:tc>
                  <a:txBody>
                    <a:bodyPr/>
                    <a:lstStyle/>
                    <a:p>
                      <a:pPr algn="ctr" fontAlgn="ctr"/>
                      <a:r>
                        <a:rPr lang="en-US" sz="1500" u="none" strike="noStrike">
                          <a:effectLst/>
                        </a:rPr>
                        <a:t>56</a:t>
                      </a:r>
                      <a:endParaRPr lang="en-US" sz="1500" b="0" i="0" u="none" strike="noStrike">
                        <a:solidFill>
                          <a:srgbClr val="000000"/>
                        </a:solidFill>
                        <a:effectLst/>
                        <a:latin typeface="Calibri" panose="020F0502020204030204" pitchFamily="34" charset="0"/>
                      </a:endParaRPr>
                    </a:p>
                  </a:txBody>
                  <a:tcPr marL="5024" marR="5024" marT="5024" marB="0" anchor="ctr"/>
                </a:tc>
                <a:tc>
                  <a:txBody>
                    <a:bodyPr/>
                    <a:lstStyle/>
                    <a:p>
                      <a:pPr algn="ctr" fontAlgn="ctr"/>
                      <a:r>
                        <a:rPr lang="en-US" sz="1500" u="none" strike="noStrike">
                          <a:effectLst/>
                        </a:rPr>
                        <a:t>40</a:t>
                      </a:r>
                      <a:endParaRPr lang="en-US" sz="1500" b="0" i="0" u="none" strike="noStrike">
                        <a:solidFill>
                          <a:srgbClr val="000000"/>
                        </a:solidFill>
                        <a:effectLst/>
                        <a:latin typeface="Calibri" panose="020F0502020204030204" pitchFamily="34" charset="0"/>
                      </a:endParaRPr>
                    </a:p>
                  </a:txBody>
                  <a:tcPr marL="5024" marR="5024" marT="5024" marB="0" anchor="ctr"/>
                </a:tc>
                <a:tc>
                  <a:txBody>
                    <a:bodyPr/>
                    <a:lstStyle/>
                    <a:p>
                      <a:pPr algn="ctr" fontAlgn="ctr"/>
                      <a:r>
                        <a:rPr lang="en-US" sz="1300" u="none" strike="noStrike" dirty="0">
                          <a:effectLst/>
                        </a:rPr>
                        <a:t>416</a:t>
                      </a:r>
                      <a:endParaRPr lang="en-US" sz="1300" b="0" i="0" u="none" strike="noStrike" dirty="0">
                        <a:solidFill>
                          <a:srgbClr val="000000"/>
                        </a:solidFill>
                        <a:effectLst/>
                        <a:latin typeface="Calibri" panose="020F0502020204030204" pitchFamily="34" charset="0"/>
                      </a:endParaRPr>
                    </a:p>
                  </a:txBody>
                  <a:tcPr marL="5024" marR="5024" marT="5024" marB="0" anchor="ctr"/>
                </a:tc>
                <a:extLst>
                  <a:ext uri="{0D108BD9-81ED-4DB2-BD59-A6C34878D82A}">
                    <a16:rowId xmlns:a16="http://schemas.microsoft.com/office/drawing/2014/main" val="1870229109"/>
                  </a:ext>
                </a:extLst>
              </a:tr>
            </a:tbl>
          </a:graphicData>
        </a:graphic>
      </p:graphicFrame>
    </p:spTree>
    <p:extLst>
      <p:ext uri="{BB962C8B-B14F-4D97-AF65-F5344CB8AC3E}">
        <p14:creationId xmlns:p14="http://schemas.microsoft.com/office/powerpoint/2010/main" val="37713125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96"/>
        <p:cNvGrpSpPr/>
        <p:nvPr/>
      </p:nvGrpSpPr>
      <p:grpSpPr>
        <a:xfrm>
          <a:off x="0" y="0"/>
          <a:ext cx="0" cy="0"/>
          <a:chOff x="0" y="0"/>
          <a:chExt cx="0" cy="0"/>
        </a:xfrm>
      </p:grpSpPr>
      <p:sp>
        <p:nvSpPr>
          <p:cNvPr id="1698" name="Google Shape;1698;p64"/>
          <p:cNvSpPr txBox="1">
            <a:spLocks noGrp="1"/>
          </p:cNvSpPr>
          <p:nvPr>
            <p:ph type="title"/>
          </p:nvPr>
        </p:nvSpPr>
        <p:spPr>
          <a:xfrm>
            <a:off x="0" y="-13100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Results : </a:t>
            </a:r>
            <a:endParaRPr dirty="0"/>
          </a:p>
        </p:txBody>
      </p:sp>
      <p:sp>
        <p:nvSpPr>
          <p:cNvPr id="1802" name="Google Shape;1802;p64"/>
          <p:cNvSpPr/>
          <p:nvPr/>
        </p:nvSpPr>
        <p:spPr>
          <a:xfrm>
            <a:off x="0" y="4762650"/>
            <a:ext cx="9144000" cy="399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 name="Picture 7">
            <a:extLst>
              <a:ext uri="{FF2B5EF4-FFF2-40B4-BE49-F238E27FC236}">
                <a16:creationId xmlns:a16="http://schemas.microsoft.com/office/drawing/2014/main" id="{9A53B77D-D048-EE8B-6B30-116BF9F68160}"/>
              </a:ext>
            </a:extLst>
          </p:cNvPr>
          <p:cNvPicPr>
            <a:picLocks noChangeAspect="1"/>
          </p:cNvPicPr>
          <p:nvPr/>
        </p:nvPicPr>
        <p:blipFill>
          <a:blip r:embed="rId3"/>
          <a:stretch>
            <a:fillRect/>
          </a:stretch>
        </p:blipFill>
        <p:spPr>
          <a:xfrm>
            <a:off x="765415" y="537288"/>
            <a:ext cx="7613170" cy="4068923"/>
          </a:xfrm>
          <a:prstGeom prst="rect">
            <a:avLst/>
          </a:prstGeom>
        </p:spPr>
      </p:pic>
    </p:spTree>
    <p:extLst>
      <p:ext uri="{BB962C8B-B14F-4D97-AF65-F5344CB8AC3E}">
        <p14:creationId xmlns:p14="http://schemas.microsoft.com/office/powerpoint/2010/main" val="6129135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96"/>
        <p:cNvGrpSpPr/>
        <p:nvPr/>
      </p:nvGrpSpPr>
      <p:grpSpPr>
        <a:xfrm>
          <a:off x="0" y="0"/>
          <a:ext cx="0" cy="0"/>
          <a:chOff x="0" y="0"/>
          <a:chExt cx="0" cy="0"/>
        </a:xfrm>
      </p:grpSpPr>
      <p:sp>
        <p:nvSpPr>
          <p:cNvPr id="1802" name="Google Shape;1802;p64"/>
          <p:cNvSpPr/>
          <p:nvPr/>
        </p:nvSpPr>
        <p:spPr>
          <a:xfrm>
            <a:off x="0" y="4762650"/>
            <a:ext cx="9144000" cy="399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2" name="Chart 1">
            <a:extLst>
              <a:ext uri="{FF2B5EF4-FFF2-40B4-BE49-F238E27FC236}">
                <a16:creationId xmlns:a16="http://schemas.microsoft.com/office/drawing/2014/main" id="{615C9F9C-0D04-22D8-9940-6544FAFAA8A7}"/>
              </a:ext>
            </a:extLst>
          </p:cNvPr>
          <p:cNvGraphicFramePr>
            <a:graphicFrameLocks/>
          </p:cNvGraphicFramePr>
          <p:nvPr>
            <p:extLst>
              <p:ext uri="{D42A27DB-BD31-4B8C-83A1-F6EECF244321}">
                <p14:modId xmlns:p14="http://schemas.microsoft.com/office/powerpoint/2010/main" val="3300257433"/>
              </p:ext>
            </p:extLst>
          </p:nvPr>
        </p:nvGraphicFramePr>
        <p:xfrm>
          <a:off x="0" y="0"/>
          <a:ext cx="9144000" cy="47626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5878668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96"/>
        <p:cNvGrpSpPr/>
        <p:nvPr/>
      </p:nvGrpSpPr>
      <p:grpSpPr>
        <a:xfrm>
          <a:off x="0" y="0"/>
          <a:ext cx="0" cy="0"/>
          <a:chOff x="0" y="0"/>
          <a:chExt cx="0" cy="0"/>
        </a:xfrm>
      </p:grpSpPr>
      <p:sp>
        <p:nvSpPr>
          <p:cNvPr id="1802" name="Google Shape;1802;p64"/>
          <p:cNvSpPr/>
          <p:nvPr/>
        </p:nvSpPr>
        <p:spPr>
          <a:xfrm>
            <a:off x="0" y="4762650"/>
            <a:ext cx="9144000" cy="399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3" name="Chart 2">
            <a:extLst>
              <a:ext uri="{FF2B5EF4-FFF2-40B4-BE49-F238E27FC236}">
                <a16:creationId xmlns:a16="http://schemas.microsoft.com/office/drawing/2014/main" id="{119CD90B-58B9-590A-9193-F446130A8903}"/>
              </a:ext>
            </a:extLst>
          </p:cNvPr>
          <p:cNvGraphicFramePr>
            <a:graphicFrameLocks/>
          </p:cNvGraphicFramePr>
          <p:nvPr>
            <p:extLst>
              <p:ext uri="{D42A27DB-BD31-4B8C-83A1-F6EECF244321}">
                <p14:modId xmlns:p14="http://schemas.microsoft.com/office/powerpoint/2010/main" val="212191859"/>
              </p:ext>
            </p:extLst>
          </p:nvPr>
        </p:nvGraphicFramePr>
        <p:xfrm>
          <a:off x="254000" y="304800"/>
          <a:ext cx="8463280" cy="415544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4376766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96"/>
        <p:cNvGrpSpPr/>
        <p:nvPr/>
      </p:nvGrpSpPr>
      <p:grpSpPr>
        <a:xfrm>
          <a:off x="0" y="0"/>
          <a:ext cx="0" cy="0"/>
          <a:chOff x="0" y="0"/>
          <a:chExt cx="0" cy="0"/>
        </a:xfrm>
      </p:grpSpPr>
      <p:sp>
        <p:nvSpPr>
          <p:cNvPr id="1802" name="Google Shape;1802;p64"/>
          <p:cNvSpPr/>
          <p:nvPr/>
        </p:nvSpPr>
        <p:spPr>
          <a:xfrm>
            <a:off x="0" y="4762650"/>
            <a:ext cx="9144000" cy="399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2" name="Chart 1">
            <a:extLst>
              <a:ext uri="{FF2B5EF4-FFF2-40B4-BE49-F238E27FC236}">
                <a16:creationId xmlns:a16="http://schemas.microsoft.com/office/drawing/2014/main" id="{09255821-0925-DC22-F95E-466834C7120D}"/>
              </a:ext>
            </a:extLst>
          </p:cNvPr>
          <p:cNvGraphicFramePr>
            <a:graphicFrameLocks/>
          </p:cNvGraphicFramePr>
          <p:nvPr>
            <p:extLst>
              <p:ext uri="{D42A27DB-BD31-4B8C-83A1-F6EECF244321}">
                <p14:modId xmlns:p14="http://schemas.microsoft.com/office/powerpoint/2010/main" val="1110971201"/>
              </p:ext>
            </p:extLst>
          </p:nvPr>
        </p:nvGraphicFramePr>
        <p:xfrm>
          <a:off x="0" y="0"/>
          <a:ext cx="9144000" cy="47626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99573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96"/>
        <p:cNvGrpSpPr/>
        <p:nvPr/>
      </p:nvGrpSpPr>
      <p:grpSpPr>
        <a:xfrm>
          <a:off x="0" y="0"/>
          <a:ext cx="0" cy="0"/>
          <a:chOff x="0" y="0"/>
          <a:chExt cx="0" cy="0"/>
        </a:xfrm>
      </p:grpSpPr>
      <p:sp>
        <p:nvSpPr>
          <p:cNvPr id="1802" name="Google Shape;1802;p64"/>
          <p:cNvSpPr/>
          <p:nvPr/>
        </p:nvSpPr>
        <p:spPr>
          <a:xfrm>
            <a:off x="0" y="4762650"/>
            <a:ext cx="9144000" cy="399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a:extLst>
              <a:ext uri="{FF2B5EF4-FFF2-40B4-BE49-F238E27FC236}">
                <a16:creationId xmlns:a16="http://schemas.microsoft.com/office/drawing/2014/main" id="{FF8A3560-046A-E8A7-D6F9-4885F406E4B9}"/>
              </a:ext>
            </a:extLst>
          </p:cNvPr>
          <p:cNvSpPr txBox="1"/>
          <p:nvPr/>
        </p:nvSpPr>
        <p:spPr>
          <a:xfrm>
            <a:off x="0" y="101600"/>
            <a:ext cx="8798560" cy="630942"/>
          </a:xfrm>
          <a:prstGeom prst="rect">
            <a:avLst/>
          </a:prstGeom>
          <a:noFill/>
        </p:spPr>
        <p:txBody>
          <a:bodyPr wrap="square" rtlCol="0">
            <a:spAutoFit/>
          </a:bodyPr>
          <a:lstStyle/>
          <a:p>
            <a:r>
              <a:rPr lang="en-US" sz="3500" dirty="0">
                <a:solidFill>
                  <a:schemeClr val="tx1"/>
                </a:solidFill>
                <a:cs typeface="+mj-cs"/>
              </a:rPr>
              <a:t>The meanings of  </a:t>
            </a:r>
            <a:r>
              <a:rPr lang="ar-SA" sz="3500" dirty="0">
                <a:solidFill>
                  <a:schemeClr val="tx1"/>
                </a:solidFill>
                <a:cs typeface="+mj-cs"/>
              </a:rPr>
              <a:t>الصلاة</a:t>
            </a:r>
            <a:r>
              <a:rPr lang="en-US" sz="3500" dirty="0">
                <a:solidFill>
                  <a:schemeClr val="tx1"/>
                </a:solidFill>
                <a:cs typeface="+mj-cs"/>
              </a:rPr>
              <a:t> in Quran : </a:t>
            </a:r>
            <a:endParaRPr lang="en-US" sz="3500" dirty="0">
              <a:cs typeface="+mj-cs"/>
            </a:endParaRPr>
          </a:p>
        </p:txBody>
      </p:sp>
      <p:sp>
        <p:nvSpPr>
          <p:cNvPr id="4" name="TextBox 3">
            <a:extLst>
              <a:ext uri="{FF2B5EF4-FFF2-40B4-BE49-F238E27FC236}">
                <a16:creationId xmlns:a16="http://schemas.microsoft.com/office/drawing/2014/main" id="{B8827054-74A2-9564-F64D-7A115702FAB4}"/>
              </a:ext>
            </a:extLst>
          </p:cNvPr>
          <p:cNvSpPr txBox="1"/>
          <p:nvPr/>
        </p:nvSpPr>
        <p:spPr>
          <a:xfrm>
            <a:off x="172720" y="894080"/>
            <a:ext cx="8798560" cy="369332"/>
          </a:xfrm>
          <a:prstGeom prst="rect">
            <a:avLst/>
          </a:prstGeom>
          <a:noFill/>
        </p:spPr>
        <p:txBody>
          <a:bodyPr wrap="square" rtlCol="0">
            <a:spAutoFit/>
          </a:bodyPr>
          <a:lstStyle/>
          <a:p>
            <a:pPr marL="457200" indent="-457200">
              <a:buFont typeface="+mj-lt"/>
              <a:buAutoNum type="arabicPeriod"/>
            </a:pPr>
            <a:endParaRPr lang="en-US" sz="1800" dirty="0">
              <a:cs typeface="+mj-cs"/>
            </a:endParaRPr>
          </a:p>
        </p:txBody>
      </p:sp>
      <p:graphicFrame>
        <p:nvGraphicFramePr>
          <p:cNvPr id="6" name="Table 5">
            <a:extLst>
              <a:ext uri="{FF2B5EF4-FFF2-40B4-BE49-F238E27FC236}">
                <a16:creationId xmlns:a16="http://schemas.microsoft.com/office/drawing/2014/main" id="{5B6CF108-9815-8DFE-0AE2-2C3351449DBE}"/>
              </a:ext>
            </a:extLst>
          </p:cNvPr>
          <p:cNvGraphicFramePr>
            <a:graphicFrameLocks noGrp="1"/>
          </p:cNvGraphicFramePr>
          <p:nvPr>
            <p:extLst>
              <p:ext uri="{D42A27DB-BD31-4B8C-83A1-F6EECF244321}">
                <p14:modId xmlns:p14="http://schemas.microsoft.com/office/powerpoint/2010/main" val="2921269382"/>
              </p:ext>
            </p:extLst>
          </p:nvPr>
        </p:nvGraphicFramePr>
        <p:xfrm>
          <a:off x="573563" y="895182"/>
          <a:ext cx="6838633" cy="3484880"/>
        </p:xfrm>
        <a:graphic>
          <a:graphicData uri="http://schemas.openxmlformats.org/drawingml/2006/table">
            <a:tbl>
              <a:tblPr firstRow="1" bandRow="1">
                <a:tableStyleId>{CCA85549-C985-4066-839F-AF8710642582}</a:tableStyleId>
              </a:tblPr>
              <a:tblGrid>
                <a:gridCol w="3790633">
                  <a:extLst>
                    <a:ext uri="{9D8B030D-6E8A-4147-A177-3AD203B41FA5}">
                      <a16:colId xmlns:a16="http://schemas.microsoft.com/office/drawing/2014/main" val="524942361"/>
                    </a:ext>
                  </a:extLst>
                </a:gridCol>
                <a:gridCol w="3048000">
                  <a:extLst>
                    <a:ext uri="{9D8B030D-6E8A-4147-A177-3AD203B41FA5}">
                      <a16:colId xmlns:a16="http://schemas.microsoft.com/office/drawing/2014/main" val="4246848288"/>
                    </a:ext>
                  </a:extLst>
                </a:gridCol>
              </a:tblGrid>
              <a:tr h="370840">
                <a:tc>
                  <a:txBody>
                    <a:bodyPr/>
                    <a:lstStyle/>
                    <a:p>
                      <a:pPr algn="l" rtl="0" fontAlgn="ctr">
                        <a:buClr>
                          <a:srgbClr val="000000"/>
                        </a:buClr>
                        <a:buSzPts val="1800"/>
                        <a:buFont typeface="+mj-lt"/>
                        <a:buAutoNum type="arabicPeriod"/>
                      </a:pPr>
                      <a:r>
                        <a:rPr lang="en-US" sz="1800" b="0" i="0" u="none" strike="noStrike" dirty="0">
                          <a:solidFill>
                            <a:srgbClr val="000000"/>
                          </a:solidFill>
                          <a:effectLst/>
                          <a:latin typeface="Arial" panose="020B0604020202020204" pitchFamily="34" charset="0"/>
                        </a:rPr>
                        <a:t>The 5 daily prayers </a:t>
                      </a:r>
                      <a:endParaRPr lang="ar-SA" sz="1800" b="0" i="0" u="none" strike="noStrike" dirty="0">
                        <a:solidFill>
                          <a:srgbClr val="000000"/>
                        </a:solidFill>
                        <a:effectLst/>
                        <a:latin typeface="+mj-lt"/>
                      </a:endParaRPr>
                    </a:p>
                  </a:txBody>
                  <a:tcPr marL="457200" marR="7620" marT="7620" marB="0" anchor="ctr"/>
                </a:tc>
                <a:tc>
                  <a:txBody>
                    <a:bodyPr/>
                    <a:lstStyle/>
                    <a:p>
                      <a:r>
                        <a:rPr lang="ar-SA" sz="1400" b="0" i="0" u="none" strike="noStrike" cap="none" dirty="0">
                          <a:solidFill>
                            <a:srgbClr val="000000"/>
                          </a:solidFill>
                          <a:effectLst/>
                          <a:latin typeface="Arial"/>
                          <a:ea typeface="Arial"/>
                          <a:cs typeface="Arial"/>
                          <a:sym typeface="Arial"/>
                        </a:rPr>
                        <a:t>(وَيُقِيمُونَ الصَّلَاةَ)</a:t>
                      </a:r>
                      <a:endParaRPr lang="en-US" dirty="0"/>
                    </a:p>
                  </a:txBody>
                  <a:tcPr/>
                </a:tc>
                <a:extLst>
                  <a:ext uri="{0D108BD9-81ED-4DB2-BD59-A6C34878D82A}">
                    <a16:rowId xmlns:a16="http://schemas.microsoft.com/office/drawing/2014/main" val="2417483007"/>
                  </a:ext>
                </a:extLst>
              </a:tr>
              <a:tr h="370840">
                <a:tc>
                  <a:txBody>
                    <a:bodyPr/>
                    <a:lstStyle/>
                    <a:p>
                      <a:pPr marL="0" marR="0" lvl="0" indent="0" algn="l" defTabSz="914400" rtl="0" eaLnBrk="1" fontAlgn="ctr" latinLnBrk="0" hangingPunct="1">
                        <a:lnSpc>
                          <a:spcPct val="100000"/>
                        </a:lnSpc>
                        <a:spcBef>
                          <a:spcPts val="0"/>
                        </a:spcBef>
                        <a:spcAft>
                          <a:spcPts val="0"/>
                        </a:spcAft>
                        <a:buClr>
                          <a:srgbClr val="000000"/>
                        </a:buClr>
                        <a:buSzPts val="1800"/>
                        <a:buFont typeface="+mj-lt"/>
                        <a:buNone/>
                        <a:tabLst/>
                        <a:defRPr/>
                      </a:pPr>
                      <a:r>
                        <a:rPr lang="ar-SA" sz="1800" b="0" i="0" u="none" strike="noStrike" dirty="0">
                          <a:solidFill>
                            <a:srgbClr val="000000"/>
                          </a:solidFill>
                          <a:effectLst/>
                          <a:latin typeface="+mj-lt"/>
                        </a:rPr>
                        <a:t>2</a:t>
                      </a:r>
                      <a:r>
                        <a:rPr lang="en-US" sz="1800" b="0" i="0" u="none" strike="noStrike" dirty="0">
                          <a:solidFill>
                            <a:srgbClr val="000000"/>
                          </a:solidFill>
                          <a:effectLst/>
                          <a:latin typeface="+mj-lt"/>
                        </a:rPr>
                        <a:t>. </a:t>
                      </a:r>
                      <a:r>
                        <a:rPr lang="en-US" sz="1800" b="0" i="0" u="none" strike="noStrike" dirty="0">
                          <a:solidFill>
                            <a:srgbClr val="000000"/>
                          </a:solidFill>
                          <a:effectLst/>
                          <a:latin typeface="Arial" panose="020B0604020202020204" pitchFamily="34" charset="0"/>
                        </a:rPr>
                        <a:t>Prayer for </a:t>
                      </a:r>
                      <a:endParaRPr lang="ar-SA" sz="1800" b="0" i="0" u="none" strike="noStrike" dirty="0">
                        <a:solidFill>
                          <a:srgbClr val="000000"/>
                        </a:solidFill>
                        <a:effectLst/>
                        <a:latin typeface="Arial" panose="020B0604020202020204" pitchFamily="34" charset="0"/>
                      </a:endParaRPr>
                    </a:p>
                  </a:txBody>
                  <a:tcPr marL="457200" marR="7620" marT="7620" marB="0" anchor="ctr"/>
                </a:tc>
                <a:tc>
                  <a:txBody>
                    <a:bodyPr/>
                    <a:lstStyle/>
                    <a:p>
                      <a:r>
                        <a:rPr lang="ar-SA" sz="1400" b="0" i="0" u="none" strike="noStrike" cap="none" dirty="0">
                          <a:solidFill>
                            <a:srgbClr val="000000"/>
                          </a:solidFill>
                          <a:effectLst/>
                          <a:latin typeface="Arial"/>
                          <a:ea typeface="Arial"/>
                          <a:cs typeface="Arial"/>
                          <a:sym typeface="Arial"/>
                        </a:rPr>
                        <a:t>(وَصَلِّ عَلَيهِم إِنَّ صَلاتَكَ سَكَنٌ لَهُم)</a:t>
                      </a:r>
                      <a:endParaRPr lang="en-US" dirty="0"/>
                    </a:p>
                  </a:txBody>
                  <a:tcPr/>
                </a:tc>
                <a:extLst>
                  <a:ext uri="{0D108BD9-81ED-4DB2-BD59-A6C34878D82A}">
                    <a16:rowId xmlns:a16="http://schemas.microsoft.com/office/drawing/2014/main" val="3196318015"/>
                  </a:ext>
                </a:extLst>
              </a:tr>
              <a:tr h="370840">
                <a:tc>
                  <a:txBody>
                    <a:bodyPr/>
                    <a:lstStyle/>
                    <a:p>
                      <a:pPr algn="l" rtl="0" fontAlgn="ctr"/>
                      <a:r>
                        <a:rPr lang="en-US" sz="1800" b="0" i="0" u="none" strike="noStrike" dirty="0">
                          <a:solidFill>
                            <a:srgbClr val="000000"/>
                          </a:solidFill>
                          <a:effectLst/>
                          <a:latin typeface="Arial" panose="020B0604020202020204" pitchFamily="34" charset="0"/>
                        </a:rPr>
                        <a:t>3. Asking for forgiveness </a:t>
                      </a:r>
                      <a:endParaRPr lang="ar-SA" sz="1800" b="0" i="0" u="none" strike="noStrike" dirty="0">
                        <a:solidFill>
                          <a:srgbClr val="000000"/>
                        </a:solidFill>
                        <a:effectLst/>
                        <a:latin typeface="Arial" panose="020B0604020202020204" pitchFamily="34" charset="0"/>
                      </a:endParaRPr>
                    </a:p>
                  </a:txBody>
                  <a:tcPr marL="457200" marR="7620" marT="7620" marB="0" anchor="ctr"/>
                </a:tc>
                <a:tc>
                  <a:txBody>
                    <a:bodyPr/>
                    <a:lstStyle/>
                    <a:p>
                      <a:r>
                        <a:rPr lang="ar-SA" sz="1400" b="0" i="0" u="none" strike="noStrike" cap="none" dirty="0">
                          <a:solidFill>
                            <a:srgbClr val="000000"/>
                          </a:solidFill>
                          <a:effectLst/>
                          <a:latin typeface="Arial"/>
                          <a:ea typeface="Arial"/>
                          <a:cs typeface="Arial"/>
                          <a:sym typeface="Arial"/>
                        </a:rPr>
                        <a:t>(وَصَلَواتِ الرَّسولِ)</a:t>
                      </a:r>
                      <a:endParaRPr lang="en-US" dirty="0"/>
                    </a:p>
                  </a:txBody>
                  <a:tcPr/>
                </a:tc>
                <a:extLst>
                  <a:ext uri="{0D108BD9-81ED-4DB2-BD59-A6C34878D82A}">
                    <a16:rowId xmlns:a16="http://schemas.microsoft.com/office/drawing/2014/main" val="3012210922"/>
                  </a:ext>
                </a:extLst>
              </a:tr>
              <a:tr h="370840">
                <a:tc>
                  <a:txBody>
                    <a:bodyPr/>
                    <a:lstStyle/>
                    <a:p>
                      <a:pPr algn="l" rtl="0" fontAlgn="ctr">
                        <a:buClr>
                          <a:srgbClr val="000000"/>
                        </a:buClr>
                        <a:buSzPts val="1800"/>
                        <a:buFont typeface="+mj-lt"/>
                        <a:buNone/>
                      </a:pPr>
                      <a:r>
                        <a:rPr lang="en-US" sz="1800" b="0" i="0" u="none" strike="noStrike" dirty="0">
                          <a:solidFill>
                            <a:srgbClr val="000000"/>
                          </a:solidFill>
                          <a:effectLst/>
                          <a:latin typeface="+mj-lt"/>
                        </a:rPr>
                        <a:t>4. Forgiveness</a:t>
                      </a:r>
                    </a:p>
                  </a:txBody>
                  <a:tcPr marL="457200" marR="7620" marT="7620" marB="0" anchor="ctr"/>
                </a:tc>
                <a:tc>
                  <a:txBody>
                    <a:bodyPr/>
                    <a:lstStyle/>
                    <a:p>
                      <a:r>
                        <a:rPr lang="ar-SA" sz="1400" b="0" i="0" u="none" strike="noStrike" cap="none" dirty="0">
                          <a:solidFill>
                            <a:srgbClr val="000000"/>
                          </a:solidFill>
                          <a:effectLst/>
                          <a:latin typeface="Arial"/>
                          <a:ea typeface="Arial"/>
                          <a:cs typeface="Arial"/>
                          <a:sym typeface="Arial"/>
                        </a:rPr>
                        <a:t>(إِنَّ اللَّـهَ وَمَلَائِكَتَهُ يُصَلُّونَ عَلَى النَّبِيِّ)</a:t>
                      </a:r>
                      <a:endParaRPr lang="en-US" dirty="0"/>
                    </a:p>
                  </a:txBody>
                  <a:tcPr/>
                </a:tc>
                <a:extLst>
                  <a:ext uri="{0D108BD9-81ED-4DB2-BD59-A6C34878D82A}">
                    <a16:rowId xmlns:a16="http://schemas.microsoft.com/office/drawing/2014/main" val="4123515341"/>
                  </a:ext>
                </a:extLst>
              </a:tr>
              <a:tr h="370840">
                <a:tc>
                  <a:txBody>
                    <a:bodyPr/>
                    <a:lstStyle/>
                    <a:p>
                      <a:pPr algn="l" rtl="0" fontAlgn="ctr">
                        <a:buClr>
                          <a:srgbClr val="000000"/>
                        </a:buClr>
                        <a:buSzPts val="1800"/>
                        <a:buFont typeface="+mj-lt"/>
                        <a:buNone/>
                      </a:pPr>
                      <a:r>
                        <a:rPr lang="en-US" sz="1800" b="0" i="0" u="none" strike="noStrike" dirty="0">
                          <a:solidFill>
                            <a:srgbClr val="000000"/>
                          </a:solidFill>
                          <a:effectLst/>
                          <a:latin typeface="+mj-lt"/>
                        </a:rPr>
                        <a:t>5. Mercy</a:t>
                      </a:r>
                    </a:p>
                  </a:txBody>
                  <a:tcPr marL="457200" marR="7620" marT="7620" marB="0" anchor="ctr"/>
                </a:tc>
                <a:tc>
                  <a:txBody>
                    <a:bodyPr/>
                    <a:lstStyle/>
                    <a:p>
                      <a:r>
                        <a:rPr lang="ar-SA" sz="1400" b="0" i="0" u="none" strike="noStrike" cap="none" dirty="0">
                          <a:solidFill>
                            <a:srgbClr val="000000"/>
                          </a:solidFill>
                          <a:effectLst/>
                          <a:latin typeface="Arial"/>
                          <a:ea typeface="Arial"/>
                          <a:cs typeface="Arial"/>
                          <a:sym typeface="Arial"/>
                        </a:rPr>
                        <a:t>(أُولَـٰئِكَ عَلَيْهِمْ صَلَوَاتٌ مِّن رَّبِّهِمْ وَرَحْمَةٌ)</a:t>
                      </a:r>
                      <a:endParaRPr lang="en-US" dirty="0"/>
                    </a:p>
                  </a:txBody>
                  <a:tcPr/>
                </a:tc>
                <a:extLst>
                  <a:ext uri="{0D108BD9-81ED-4DB2-BD59-A6C34878D82A}">
                    <a16:rowId xmlns:a16="http://schemas.microsoft.com/office/drawing/2014/main" val="276150462"/>
                  </a:ext>
                </a:extLst>
              </a:tr>
              <a:tr h="370840">
                <a:tc>
                  <a:txBody>
                    <a:bodyPr/>
                    <a:lstStyle/>
                    <a:p>
                      <a:pPr algn="l" rtl="0" fontAlgn="ctr">
                        <a:buClr>
                          <a:srgbClr val="000000"/>
                        </a:buClr>
                        <a:buSzPts val="1800"/>
                        <a:buFont typeface="+mj-lt"/>
                        <a:buNone/>
                      </a:pPr>
                      <a:r>
                        <a:rPr lang="en-US" sz="1800" b="0" i="0" u="none" strike="noStrike" dirty="0">
                          <a:solidFill>
                            <a:srgbClr val="000000"/>
                          </a:solidFill>
                          <a:effectLst/>
                          <a:latin typeface="+mj-lt"/>
                        </a:rPr>
                        <a:t>6. The houses of worship </a:t>
                      </a:r>
                      <a:endParaRPr lang="ar-SA" sz="1800" b="0" i="0" u="none" strike="noStrike" dirty="0">
                        <a:solidFill>
                          <a:srgbClr val="000000"/>
                        </a:solidFill>
                        <a:effectLst/>
                        <a:latin typeface="+mj-lt"/>
                      </a:endParaRPr>
                    </a:p>
                  </a:txBody>
                  <a:tcPr marL="457200" marR="7620" marT="7620" marB="0" anchor="ctr"/>
                </a:tc>
                <a:tc>
                  <a:txBody>
                    <a:bodyPr/>
                    <a:lstStyle/>
                    <a:p>
                      <a:r>
                        <a:rPr lang="ar-SA" sz="1400" b="0" i="0" u="none" strike="noStrike" cap="none" dirty="0">
                          <a:solidFill>
                            <a:srgbClr val="000000"/>
                          </a:solidFill>
                          <a:effectLst/>
                          <a:latin typeface="Arial"/>
                          <a:ea typeface="Arial"/>
                          <a:cs typeface="Arial"/>
                          <a:sym typeface="Arial"/>
                        </a:rPr>
                        <a:t>(وَلَوْلَا دَفْعُ اللَّـهِ النَّاسَ بَعْضَهُم بِبَعْضٍ لَّهُدِّمَتْ صَوَامِعُ وَبِيَعٌ وَصَلَوَاتٌ وَمَسَاجِدُ يُذْكَرُ فِيهَا اسْمُ اللَّـهِ)</a:t>
                      </a:r>
                      <a:endParaRPr lang="en-US" dirty="0"/>
                    </a:p>
                  </a:txBody>
                  <a:tcPr/>
                </a:tc>
                <a:extLst>
                  <a:ext uri="{0D108BD9-81ED-4DB2-BD59-A6C34878D82A}">
                    <a16:rowId xmlns:a16="http://schemas.microsoft.com/office/drawing/2014/main" val="2085944487"/>
                  </a:ext>
                </a:extLst>
              </a:tr>
              <a:tr h="370840">
                <a:tc>
                  <a:txBody>
                    <a:bodyPr/>
                    <a:lstStyle/>
                    <a:p>
                      <a:pPr algn="l" rtl="0" fontAlgn="ctr">
                        <a:buClr>
                          <a:srgbClr val="000000"/>
                        </a:buClr>
                        <a:buSzPts val="1800"/>
                        <a:buFont typeface="+mj-lt"/>
                        <a:buNone/>
                      </a:pPr>
                      <a:r>
                        <a:rPr lang="en-US" sz="1800" b="0" i="0" u="none" strike="noStrike" dirty="0">
                          <a:solidFill>
                            <a:srgbClr val="000000"/>
                          </a:solidFill>
                          <a:effectLst/>
                          <a:latin typeface="+mj-lt"/>
                        </a:rPr>
                        <a:t>7. Islam</a:t>
                      </a:r>
                      <a:endParaRPr lang="ar-SA" sz="1800" b="0" i="0" u="none" strike="noStrike" dirty="0">
                        <a:solidFill>
                          <a:srgbClr val="000000"/>
                        </a:solidFill>
                        <a:effectLst/>
                        <a:latin typeface="+mj-lt"/>
                      </a:endParaRPr>
                    </a:p>
                  </a:txBody>
                  <a:tcPr marL="457200" marR="7620" marT="7620" marB="0" anchor="ctr"/>
                </a:tc>
                <a:tc>
                  <a:txBody>
                    <a:bodyPr/>
                    <a:lstStyle/>
                    <a:p>
                      <a:r>
                        <a:rPr lang="ar-SA" sz="1400" b="0" i="0" u="none" strike="noStrike" cap="none" dirty="0">
                          <a:solidFill>
                            <a:srgbClr val="000000"/>
                          </a:solidFill>
                          <a:effectLst/>
                          <a:latin typeface="Arial"/>
                          <a:ea typeface="Arial"/>
                          <a:cs typeface="Arial"/>
                          <a:sym typeface="Arial"/>
                        </a:rPr>
                        <a:t>(فَلَا صَدَّقَ وَلَا صَلَّى)</a:t>
                      </a:r>
                      <a:endParaRPr lang="en-US" dirty="0"/>
                    </a:p>
                  </a:txBody>
                  <a:tcPr/>
                </a:tc>
                <a:extLst>
                  <a:ext uri="{0D108BD9-81ED-4DB2-BD59-A6C34878D82A}">
                    <a16:rowId xmlns:a16="http://schemas.microsoft.com/office/drawing/2014/main" val="3185352433"/>
                  </a:ext>
                </a:extLst>
              </a:tr>
              <a:tr h="370840">
                <a:tc>
                  <a:txBody>
                    <a:bodyPr/>
                    <a:lstStyle/>
                    <a:p>
                      <a:pPr algn="l" rtl="0" fontAlgn="ctr">
                        <a:buClr>
                          <a:srgbClr val="000000"/>
                        </a:buClr>
                        <a:buSzPts val="1800"/>
                        <a:buFont typeface="+mj-lt"/>
                        <a:buNone/>
                      </a:pPr>
                      <a:r>
                        <a:rPr lang="en-US" sz="1800" b="0" i="0" u="none" strike="noStrike" dirty="0">
                          <a:solidFill>
                            <a:srgbClr val="000000"/>
                          </a:solidFill>
                          <a:effectLst/>
                          <a:latin typeface="+mj-lt"/>
                        </a:rPr>
                        <a:t>8. Religion </a:t>
                      </a:r>
                    </a:p>
                  </a:txBody>
                  <a:tcPr marL="457200" marR="7620" marT="7620" marB="0" anchor="ctr"/>
                </a:tc>
                <a:tc>
                  <a:txBody>
                    <a:bodyPr/>
                    <a:lstStyle/>
                    <a:p>
                      <a:r>
                        <a:rPr lang="ar-SA" sz="1400" b="0" i="0" u="none" strike="noStrike" cap="none" dirty="0">
                          <a:solidFill>
                            <a:srgbClr val="000000"/>
                          </a:solidFill>
                          <a:effectLst/>
                          <a:latin typeface="Arial"/>
                          <a:ea typeface="Arial"/>
                          <a:cs typeface="Arial"/>
                          <a:sym typeface="Arial"/>
                        </a:rPr>
                        <a:t>(أَصَلاتُكَ تَأمُرُكَ)</a:t>
                      </a:r>
                      <a:endParaRPr lang="en-US" dirty="0"/>
                    </a:p>
                  </a:txBody>
                  <a:tcPr/>
                </a:tc>
                <a:extLst>
                  <a:ext uri="{0D108BD9-81ED-4DB2-BD59-A6C34878D82A}">
                    <a16:rowId xmlns:a16="http://schemas.microsoft.com/office/drawing/2014/main" val="1287235096"/>
                  </a:ext>
                </a:extLst>
              </a:tr>
              <a:tr h="370840">
                <a:tc>
                  <a:txBody>
                    <a:bodyPr/>
                    <a:lstStyle/>
                    <a:p>
                      <a:pPr algn="l" rtl="0" fontAlgn="ctr">
                        <a:buClr>
                          <a:srgbClr val="000000"/>
                        </a:buClr>
                        <a:buSzPts val="1800"/>
                        <a:buFont typeface="+mj-lt"/>
                        <a:buNone/>
                      </a:pPr>
                      <a:r>
                        <a:rPr lang="en-US" sz="1800" b="0" i="0" u="none" strike="noStrike" dirty="0">
                          <a:solidFill>
                            <a:srgbClr val="000000"/>
                          </a:solidFill>
                          <a:effectLst/>
                          <a:latin typeface="+mj-lt"/>
                        </a:rPr>
                        <a:t>9. Reading </a:t>
                      </a:r>
                    </a:p>
                  </a:txBody>
                  <a:tcPr marL="457200" marR="7620" marT="7620" marB="0" anchor="ctr"/>
                </a:tc>
                <a:tc>
                  <a:txBody>
                    <a:bodyPr/>
                    <a:lstStyle/>
                    <a:p>
                      <a:r>
                        <a:rPr lang="ar-SA" sz="1400" b="0" i="0" u="none" strike="noStrike" cap="none" dirty="0">
                          <a:solidFill>
                            <a:srgbClr val="000000"/>
                          </a:solidFill>
                          <a:effectLst/>
                          <a:latin typeface="Arial"/>
                          <a:ea typeface="Arial"/>
                          <a:cs typeface="Arial"/>
                          <a:sym typeface="Arial"/>
                        </a:rPr>
                        <a:t>(وَلا تَجهَر بِصَلاتِكَ)</a:t>
                      </a:r>
                      <a:endParaRPr lang="en-US" dirty="0"/>
                    </a:p>
                  </a:txBody>
                  <a:tcPr/>
                </a:tc>
                <a:extLst>
                  <a:ext uri="{0D108BD9-81ED-4DB2-BD59-A6C34878D82A}">
                    <a16:rowId xmlns:a16="http://schemas.microsoft.com/office/drawing/2014/main" val="2672774005"/>
                  </a:ext>
                </a:extLst>
              </a:tr>
            </a:tbl>
          </a:graphicData>
        </a:graphic>
      </p:graphicFrame>
    </p:spTree>
    <p:extLst>
      <p:ext uri="{BB962C8B-B14F-4D97-AF65-F5344CB8AC3E}">
        <p14:creationId xmlns:p14="http://schemas.microsoft.com/office/powerpoint/2010/main" val="5088702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96"/>
        <p:cNvGrpSpPr/>
        <p:nvPr/>
      </p:nvGrpSpPr>
      <p:grpSpPr>
        <a:xfrm>
          <a:off x="0" y="0"/>
          <a:ext cx="0" cy="0"/>
          <a:chOff x="0" y="0"/>
          <a:chExt cx="0" cy="0"/>
        </a:xfrm>
      </p:grpSpPr>
      <p:sp>
        <p:nvSpPr>
          <p:cNvPr id="1802" name="Google Shape;1802;p64"/>
          <p:cNvSpPr/>
          <p:nvPr/>
        </p:nvSpPr>
        <p:spPr>
          <a:xfrm>
            <a:off x="0" y="4762650"/>
            <a:ext cx="9144000" cy="399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Box 3">
            <a:extLst>
              <a:ext uri="{FF2B5EF4-FFF2-40B4-BE49-F238E27FC236}">
                <a16:creationId xmlns:a16="http://schemas.microsoft.com/office/drawing/2014/main" id="{B8827054-74A2-9564-F64D-7A115702FAB4}"/>
              </a:ext>
            </a:extLst>
          </p:cNvPr>
          <p:cNvSpPr txBox="1"/>
          <p:nvPr/>
        </p:nvSpPr>
        <p:spPr>
          <a:xfrm>
            <a:off x="172720" y="894080"/>
            <a:ext cx="8798560" cy="369332"/>
          </a:xfrm>
          <a:prstGeom prst="rect">
            <a:avLst/>
          </a:prstGeom>
          <a:noFill/>
        </p:spPr>
        <p:txBody>
          <a:bodyPr wrap="square" rtlCol="0">
            <a:spAutoFit/>
          </a:bodyPr>
          <a:lstStyle/>
          <a:p>
            <a:pPr marL="457200" indent="-457200">
              <a:buFont typeface="+mj-lt"/>
              <a:buAutoNum type="arabicPeriod"/>
            </a:pPr>
            <a:endParaRPr lang="en-US" sz="1800" dirty="0">
              <a:cs typeface="+mj-cs"/>
            </a:endParaRPr>
          </a:p>
        </p:txBody>
      </p:sp>
      <p:graphicFrame>
        <p:nvGraphicFramePr>
          <p:cNvPr id="2" name="Table 1">
            <a:extLst>
              <a:ext uri="{FF2B5EF4-FFF2-40B4-BE49-F238E27FC236}">
                <a16:creationId xmlns:a16="http://schemas.microsoft.com/office/drawing/2014/main" id="{03B31286-33DB-27E6-6DA3-3C6C0731E199}"/>
              </a:ext>
            </a:extLst>
          </p:cNvPr>
          <p:cNvGraphicFramePr>
            <a:graphicFrameLocks noGrp="1"/>
          </p:cNvGraphicFramePr>
          <p:nvPr>
            <p:extLst>
              <p:ext uri="{D42A27DB-BD31-4B8C-83A1-F6EECF244321}">
                <p14:modId xmlns:p14="http://schemas.microsoft.com/office/powerpoint/2010/main" val="2140885102"/>
              </p:ext>
            </p:extLst>
          </p:nvPr>
        </p:nvGraphicFramePr>
        <p:xfrm>
          <a:off x="99394" y="1160339"/>
          <a:ext cx="4472606" cy="2966720"/>
        </p:xfrm>
        <a:graphic>
          <a:graphicData uri="http://schemas.openxmlformats.org/drawingml/2006/table">
            <a:tbl>
              <a:tblPr firstRow="1" bandRow="1">
                <a:tableStyleId>{CCA85549-C985-4066-839F-AF8710642582}</a:tableStyleId>
              </a:tblPr>
              <a:tblGrid>
                <a:gridCol w="1055205">
                  <a:extLst>
                    <a:ext uri="{9D8B030D-6E8A-4147-A177-3AD203B41FA5}">
                      <a16:colId xmlns:a16="http://schemas.microsoft.com/office/drawing/2014/main" val="2281386240"/>
                    </a:ext>
                  </a:extLst>
                </a:gridCol>
                <a:gridCol w="733838">
                  <a:extLst>
                    <a:ext uri="{9D8B030D-6E8A-4147-A177-3AD203B41FA5}">
                      <a16:colId xmlns:a16="http://schemas.microsoft.com/office/drawing/2014/main" val="4146158861"/>
                    </a:ext>
                  </a:extLst>
                </a:gridCol>
                <a:gridCol w="894521">
                  <a:extLst>
                    <a:ext uri="{9D8B030D-6E8A-4147-A177-3AD203B41FA5}">
                      <a16:colId xmlns:a16="http://schemas.microsoft.com/office/drawing/2014/main" val="1455243391"/>
                    </a:ext>
                  </a:extLst>
                </a:gridCol>
                <a:gridCol w="894521">
                  <a:extLst>
                    <a:ext uri="{9D8B030D-6E8A-4147-A177-3AD203B41FA5}">
                      <a16:colId xmlns:a16="http://schemas.microsoft.com/office/drawing/2014/main" val="2324212041"/>
                    </a:ext>
                  </a:extLst>
                </a:gridCol>
                <a:gridCol w="894521">
                  <a:extLst>
                    <a:ext uri="{9D8B030D-6E8A-4147-A177-3AD203B41FA5}">
                      <a16:colId xmlns:a16="http://schemas.microsoft.com/office/drawing/2014/main" val="2080908966"/>
                    </a:ext>
                  </a:extLst>
                </a:gridCol>
              </a:tblGrid>
              <a:tr h="370840">
                <a:tc>
                  <a:txBody>
                    <a:bodyPr/>
                    <a:lstStyle/>
                    <a:p>
                      <a:pPr algn="ctr" fontAlgn="ctr"/>
                      <a:r>
                        <a:rPr lang="en-US" sz="1800" b="0" i="0" u="none" strike="noStrike">
                          <a:solidFill>
                            <a:srgbClr val="000000"/>
                          </a:solidFill>
                          <a:effectLst/>
                          <a:latin typeface="Calibri" panose="020F0502020204030204" pitchFamily="34" charset="0"/>
                        </a:rPr>
                        <a:t>Collocate</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Rank</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FreqLR</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FreqR</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FreqL</a:t>
                      </a:r>
                    </a:p>
                  </a:txBody>
                  <a:tcPr marL="7620" marR="7620" marT="7620" marB="0" anchor="ctr"/>
                </a:tc>
                <a:extLst>
                  <a:ext uri="{0D108BD9-81ED-4DB2-BD59-A6C34878D82A}">
                    <a16:rowId xmlns:a16="http://schemas.microsoft.com/office/drawing/2014/main" val="3459216273"/>
                  </a:ext>
                </a:extLst>
              </a:tr>
              <a:tr h="370840">
                <a:tc>
                  <a:txBody>
                    <a:bodyPr/>
                    <a:lstStyle/>
                    <a:p>
                      <a:pPr algn="ctr" rtl="1" fontAlgn="ctr"/>
                      <a:r>
                        <a:rPr lang="ar-SA" sz="1800" b="0" i="0" u="none" strike="noStrike">
                          <a:solidFill>
                            <a:srgbClr val="000000"/>
                          </a:solidFill>
                          <a:effectLst/>
                          <a:latin typeface="Calibri" panose="020F0502020204030204" pitchFamily="34" charset="0"/>
                        </a:rPr>
                        <a:t>وآتوا</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1</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12</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0</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12</a:t>
                      </a:r>
                    </a:p>
                  </a:txBody>
                  <a:tcPr marL="7620" marR="7620" marT="7620" marB="0" anchor="ctr"/>
                </a:tc>
                <a:extLst>
                  <a:ext uri="{0D108BD9-81ED-4DB2-BD59-A6C34878D82A}">
                    <a16:rowId xmlns:a16="http://schemas.microsoft.com/office/drawing/2014/main" val="2125930865"/>
                  </a:ext>
                </a:extLst>
              </a:tr>
              <a:tr h="370840">
                <a:tc>
                  <a:txBody>
                    <a:bodyPr/>
                    <a:lstStyle/>
                    <a:p>
                      <a:pPr algn="ctr" rtl="1" fontAlgn="ctr"/>
                      <a:r>
                        <a:rPr lang="ar-SA" sz="1800" b="0" i="0" u="none" strike="noStrike">
                          <a:solidFill>
                            <a:srgbClr val="000000"/>
                          </a:solidFill>
                          <a:effectLst/>
                          <a:latin typeface="Calibri" panose="020F0502020204030204" pitchFamily="34" charset="0"/>
                        </a:rPr>
                        <a:t>وأقيموا</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2</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8</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8</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0</a:t>
                      </a:r>
                    </a:p>
                  </a:txBody>
                  <a:tcPr marL="7620" marR="7620" marT="7620" marB="0" anchor="ctr"/>
                </a:tc>
                <a:extLst>
                  <a:ext uri="{0D108BD9-81ED-4DB2-BD59-A6C34878D82A}">
                    <a16:rowId xmlns:a16="http://schemas.microsoft.com/office/drawing/2014/main" val="3814491804"/>
                  </a:ext>
                </a:extLst>
              </a:tr>
              <a:tr h="370840">
                <a:tc>
                  <a:txBody>
                    <a:bodyPr/>
                    <a:lstStyle/>
                    <a:p>
                      <a:pPr algn="ctr" rtl="1" fontAlgn="ctr"/>
                      <a:r>
                        <a:rPr lang="ar-SA" sz="1800" b="0" i="0" u="none" strike="noStrike">
                          <a:solidFill>
                            <a:srgbClr val="000000"/>
                          </a:solidFill>
                          <a:effectLst/>
                          <a:latin typeface="Calibri" panose="020F0502020204030204" pitchFamily="34" charset="0"/>
                        </a:rPr>
                        <a:t>وأقاموا</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2</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8</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8</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0</a:t>
                      </a:r>
                    </a:p>
                  </a:txBody>
                  <a:tcPr marL="7620" marR="7620" marT="7620" marB="0" anchor="ctr"/>
                </a:tc>
                <a:extLst>
                  <a:ext uri="{0D108BD9-81ED-4DB2-BD59-A6C34878D82A}">
                    <a16:rowId xmlns:a16="http://schemas.microsoft.com/office/drawing/2014/main" val="2431660431"/>
                  </a:ext>
                </a:extLst>
              </a:tr>
              <a:tr h="370840">
                <a:tc>
                  <a:txBody>
                    <a:bodyPr/>
                    <a:lstStyle/>
                    <a:p>
                      <a:pPr algn="ctr" rtl="1" fontAlgn="ctr"/>
                      <a:r>
                        <a:rPr lang="ar-SA" sz="1800" b="0" i="0" u="none" strike="noStrike">
                          <a:solidFill>
                            <a:srgbClr val="000000"/>
                          </a:solidFill>
                          <a:effectLst/>
                          <a:latin typeface="Calibri" panose="020F0502020204030204" pitchFamily="34" charset="0"/>
                        </a:rPr>
                        <a:t>يقيمون</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4</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4</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4</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0</a:t>
                      </a:r>
                    </a:p>
                  </a:txBody>
                  <a:tcPr marL="7620" marR="7620" marT="7620" marB="0" anchor="ctr"/>
                </a:tc>
                <a:extLst>
                  <a:ext uri="{0D108BD9-81ED-4DB2-BD59-A6C34878D82A}">
                    <a16:rowId xmlns:a16="http://schemas.microsoft.com/office/drawing/2014/main" val="2215707263"/>
                  </a:ext>
                </a:extLst>
              </a:tr>
              <a:tr h="370840">
                <a:tc>
                  <a:txBody>
                    <a:bodyPr/>
                    <a:lstStyle/>
                    <a:p>
                      <a:pPr algn="ctr" rtl="1" fontAlgn="ctr"/>
                      <a:r>
                        <a:rPr lang="ar-SA" sz="1800" b="0" i="0" u="none" strike="noStrike">
                          <a:solidFill>
                            <a:srgbClr val="000000"/>
                          </a:solidFill>
                          <a:effectLst/>
                          <a:latin typeface="Calibri" panose="020F0502020204030204" pitchFamily="34" charset="0"/>
                        </a:rPr>
                        <a:t>ويؤتون</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4</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4</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0</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4</a:t>
                      </a:r>
                    </a:p>
                  </a:txBody>
                  <a:tcPr marL="7620" marR="7620" marT="7620" marB="0" anchor="ctr"/>
                </a:tc>
                <a:extLst>
                  <a:ext uri="{0D108BD9-81ED-4DB2-BD59-A6C34878D82A}">
                    <a16:rowId xmlns:a16="http://schemas.microsoft.com/office/drawing/2014/main" val="3216677879"/>
                  </a:ext>
                </a:extLst>
              </a:tr>
              <a:tr h="370840">
                <a:tc>
                  <a:txBody>
                    <a:bodyPr/>
                    <a:lstStyle/>
                    <a:p>
                      <a:pPr algn="ctr" rtl="1" fontAlgn="ctr"/>
                      <a:r>
                        <a:rPr lang="ar-SA" sz="1800" b="0" i="0" u="none" strike="noStrike">
                          <a:solidFill>
                            <a:srgbClr val="000000"/>
                          </a:solidFill>
                          <a:effectLst/>
                          <a:latin typeface="Calibri" panose="020F0502020204030204" pitchFamily="34" charset="0"/>
                        </a:rPr>
                        <a:t>فأقيموا</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6</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3</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3</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0</a:t>
                      </a:r>
                    </a:p>
                  </a:txBody>
                  <a:tcPr marL="7620" marR="7620" marT="7620" marB="0" anchor="ctr"/>
                </a:tc>
                <a:extLst>
                  <a:ext uri="{0D108BD9-81ED-4DB2-BD59-A6C34878D82A}">
                    <a16:rowId xmlns:a16="http://schemas.microsoft.com/office/drawing/2014/main" val="3146972461"/>
                  </a:ext>
                </a:extLst>
              </a:tr>
              <a:tr h="370840">
                <a:tc>
                  <a:txBody>
                    <a:bodyPr/>
                    <a:lstStyle/>
                    <a:p>
                      <a:pPr algn="ctr" rtl="1" fontAlgn="ctr"/>
                      <a:r>
                        <a:rPr lang="ar-SA" sz="1800" b="0" i="0" u="none" strike="noStrike">
                          <a:solidFill>
                            <a:srgbClr val="000000"/>
                          </a:solidFill>
                          <a:effectLst/>
                          <a:latin typeface="Calibri" panose="020F0502020204030204" pitchFamily="34" charset="0"/>
                        </a:rPr>
                        <a:t>وأقم</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6</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3</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3</a:t>
                      </a:r>
                    </a:p>
                  </a:txBody>
                  <a:tcPr marL="7620" marR="7620" marT="7620" marB="0" anchor="ctr"/>
                </a:tc>
                <a:tc>
                  <a:txBody>
                    <a:bodyPr/>
                    <a:lstStyle/>
                    <a:p>
                      <a:pPr algn="ctr" fontAlgn="ctr"/>
                      <a:r>
                        <a:rPr lang="en-US" sz="1800" b="0" i="0" u="none" strike="noStrike" dirty="0">
                          <a:solidFill>
                            <a:srgbClr val="000000"/>
                          </a:solidFill>
                          <a:effectLst/>
                          <a:latin typeface="Calibri" panose="020F0502020204030204" pitchFamily="34" charset="0"/>
                        </a:rPr>
                        <a:t>0</a:t>
                      </a:r>
                    </a:p>
                  </a:txBody>
                  <a:tcPr marL="7620" marR="7620" marT="7620" marB="0" anchor="ctr"/>
                </a:tc>
                <a:extLst>
                  <a:ext uri="{0D108BD9-81ED-4DB2-BD59-A6C34878D82A}">
                    <a16:rowId xmlns:a16="http://schemas.microsoft.com/office/drawing/2014/main" val="1191079436"/>
                  </a:ext>
                </a:extLst>
              </a:tr>
            </a:tbl>
          </a:graphicData>
        </a:graphic>
      </p:graphicFrame>
      <p:sp>
        <p:nvSpPr>
          <p:cNvPr id="5" name="TextBox 4">
            <a:extLst>
              <a:ext uri="{FF2B5EF4-FFF2-40B4-BE49-F238E27FC236}">
                <a16:creationId xmlns:a16="http://schemas.microsoft.com/office/drawing/2014/main" id="{664DA561-54FE-B022-E520-3C50BDC46F61}"/>
              </a:ext>
            </a:extLst>
          </p:cNvPr>
          <p:cNvSpPr txBox="1"/>
          <p:nvPr/>
        </p:nvSpPr>
        <p:spPr>
          <a:xfrm>
            <a:off x="497840" y="263138"/>
            <a:ext cx="8798560" cy="630942"/>
          </a:xfrm>
          <a:prstGeom prst="rect">
            <a:avLst/>
          </a:prstGeom>
          <a:noFill/>
        </p:spPr>
        <p:txBody>
          <a:bodyPr wrap="square" rtlCol="0">
            <a:spAutoFit/>
          </a:bodyPr>
          <a:lstStyle/>
          <a:p>
            <a:r>
              <a:rPr lang="en-US" sz="3500" dirty="0">
                <a:solidFill>
                  <a:schemeClr val="tx1"/>
                </a:solidFill>
                <a:cs typeface="+mj-cs"/>
              </a:rPr>
              <a:t>The Collocations of “</a:t>
            </a:r>
            <a:r>
              <a:rPr lang="ar-SA" sz="3500" dirty="0">
                <a:solidFill>
                  <a:schemeClr val="tx1"/>
                </a:solidFill>
                <a:cs typeface="+mj-cs"/>
              </a:rPr>
              <a:t>الصلاة</a:t>
            </a:r>
            <a:r>
              <a:rPr lang="en-US" sz="3500" dirty="0">
                <a:solidFill>
                  <a:schemeClr val="tx1"/>
                </a:solidFill>
                <a:cs typeface="+mj-cs"/>
              </a:rPr>
              <a:t>” in the Quran</a:t>
            </a:r>
            <a:r>
              <a:rPr lang="ar-SA" sz="3500" dirty="0">
                <a:solidFill>
                  <a:schemeClr val="tx1"/>
                </a:solidFill>
                <a:cs typeface="+mj-cs"/>
              </a:rPr>
              <a:t>  </a:t>
            </a:r>
            <a:endParaRPr lang="en-US" sz="3500" dirty="0">
              <a:cs typeface="+mj-cs"/>
            </a:endParaRPr>
          </a:p>
        </p:txBody>
      </p:sp>
      <p:graphicFrame>
        <p:nvGraphicFramePr>
          <p:cNvPr id="8" name="Chart 7">
            <a:extLst>
              <a:ext uri="{FF2B5EF4-FFF2-40B4-BE49-F238E27FC236}">
                <a16:creationId xmlns:a16="http://schemas.microsoft.com/office/drawing/2014/main" id="{66077EFD-239E-820F-8F5B-B4DE9D85E2CF}"/>
              </a:ext>
            </a:extLst>
          </p:cNvPr>
          <p:cNvGraphicFramePr>
            <a:graphicFrameLocks/>
          </p:cNvGraphicFramePr>
          <p:nvPr>
            <p:extLst>
              <p:ext uri="{D42A27DB-BD31-4B8C-83A1-F6EECF244321}">
                <p14:modId xmlns:p14="http://schemas.microsoft.com/office/powerpoint/2010/main" val="685110898"/>
              </p:ext>
            </p:extLst>
          </p:nvPr>
        </p:nvGraphicFramePr>
        <p:xfrm>
          <a:off x="4434968" y="1057081"/>
          <a:ext cx="4609638" cy="3141595"/>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9234D292-FCC6-4D90-E0FD-F9C4AB6ADEAE}"/>
              </a:ext>
            </a:extLst>
          </p:cNvPr>
          <p:cNvSpPr txBox="1"/>
          <p:nvPr/>
        </p:nvSpPr>
        <p:spPr>
          <a:xfrm>
            <a:off x="99394" y="4393318"/>
            <a:ext cx="4124960" cy="307777"/>
          </a:xfrm>
          <a:prstGeom prst="rect">
            <a:avLst/>
          </a:prstGeom>
          <a:noFill/>
        </p:spPr>
        <p:txBody>
          <a:bodyPr wrap="square" rtlCol="0">
            <a:spAutoFit/>
          </a:bodyPr>
          <a:lstStyle/>
          <a:p>
            <a:r>
              <a:rPr lang="en-US" dirty="0"/>
              <a:t>* Only using the word “</a:t>
            </a:r>
            <a:r>
              <a:rPr lang="ar-SA" dirty="0"/>
              <a:t>الصلاة</a:t>
            </a:r>
            <a:r>
              <a:rPr lang="en-US" dirty="0"/>
              <a:t>”</a:t>
            </a:r>
          </a:p>
        </p:txBody>
      </p:sp>
    </p:spTree>
    <p:extLst>
      <p:ext uri="{BB962C8B-B14F-4D97-AF65-F5344CB8AC3E}">
        <p14:creationId xmlns:p14="http://schemas.microsoft.com/office/powerpoint/2010/main" val="4624739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96"/>
        <p:cNvGrpSpPr/>
        <p:nvPr/>
      </p:nvGrpSpPr>
      <p:grpSpPr>
        <a:xfrm>
          <a:off x="0" y="0"/>
          <a:ext cx="0" cy="0"/>
          <a:chOff x="0" y="0"/>
          <a:chExt cx="0" cy="0"/>
        </a:xfrm>
      </p:grpSpPr>
      <p:sp>
        <p:nvSpPr>
          <p:cNvPr id="1802" name="Google Shape;1802;p64"/>
          <p:cNvSpPr/>
          <p:nvPr/>
        </p:nvSpPr>
        <p:spPr>
          <a:xfrm>
            <a:off x="0" y="4762650"/>
            <a:ext cx="9144000" cy="399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Box 3">
            <a:extLst>
              <a:ext uri="{FF2B5EF4-FFF2-40B4-BE49-F238E27FC236}">
                <a16:creationId xmlns:a16="http://schemas.microsoft.com/office/drawing/2014/main" id="{B8827054-74A2-9564-F64D-7A115702FAB4}"/>
              </a:ext>
            </a:extLst>
          </p:cNvPr>
          <p:cNvSpPr txBox="1"/>
          <p:nvPr/>
        </p:nvSpPr>
        <p:spPr>
          <a:xfrm>
            <a:off x="172720" y="894080"/>
            <a:ext cx="8798560" cy="369332"/>
          </a:xfrm>
          <a:prstGeom prst="rect">
            <a:avLst/>
          </a:prstGeom>
          <a:noFill/>
        </p:spPr>
        <p:txBody>
          <a:bodyPr wrap="square" rtlCol="0">
            <a:spAutoFit/>
          </a:bodyPr>
          <a:lstStyle/>
          <a:p>
            <a:pPr marL="457200" indent="-457200">
              <a:buFont typeface="+mj-lt"/>
              <a:buAutoNum type="arabicPeriod"/>
            </a:pPr>
            <a:endParaRPr lang="en-US" sz="1800" dirty="0">
              <a:cs typeface="+mj-cs"/>
            </a:endParaRPr>
          </a:p>
        </p:txBody>
      </p:sp>
      <p:graphicFrame>
        <p:nvGraphicFramePr>
          <p:cNvPr id="2" name="Table 1">
            <a:extLst>
              <a:ext uri="{FF2B5EF4-FFF2-40B4-BE49-F238E27FC236}">
                <a16:creationId xmlns:a16="http://schemas.microsoft.com/office/drawing/2014/main" id="{03B31286-33DB-27E6-6DA3-3C6C0731E199}"/>
              </a:ext>
            </a:extLst>
          </p:cNvPr>
          <p:cNvGraphicFramePr>
            <a:graphicFrameLocks noGrp="1"/>
          </p:cNvGraphicFramePr>
          <p:nvPr>
            <p:extLst>
              <p:ext uri="{D42A27DB-BD31-4B8C-83A1-F6EECF244321}">
                <p14:modId xmlns:p14="http://schemas.microsoft.com/office/powerpoint/2010/main" val="506081358"/>
              </p:ext>
            </p:extLst>
          </p:nvPr>
        </p:nvGraphicFramePr>
        <p:xfrm>
          <a:off x="0" y="1160339"/>
          <a:ext cx="4472606" cy="2966720"/>
        </p:xfrm>
        <a:graphic>
          <a:graphicData uri="http://schemas.openxmlformats.org/drawingml/2006/table">
            <a:tbl>
              <a:tblPr firstRow="1" bandRow="1">
                <a:tableStyleId>{CCA85549-C985-4066-839F-AF8710642582}</a:tableStyleId>
              </a:tblPr>
              <a:tblGrid>
                <a:gridCol w="1055205">
                  <a:extLst>
                    <a:ext uri="{9D8B030D-6E8A-4147-A177-3AD203B41FA5}">
                      <a16:colId xmlns:a16="http://schemas.microsoft.com/office/drawing/2014/main" val="2281386240"/>
                    </a:ext>
                  </a:extLst>
                </a:gridCol>
                <a:gridCol w="733838">
                  <a:extLst>
                    <a:ext uri="{9D8B030D-6E8A-4147-A177-3AD203B41FA5}">
                      <a16:colId xmlns:a16="http://schemas.microsoft.com/office/drawing/2014/main" val="4146158861"/>
                    </a:ext>
                  </a:extLst>
                </a:gridCol>
                <a:gridCol w="894521">
                  <a:extLst>
                    <a:ext uri="{9D8B030D-6E8A-4147-A177-3AD203B41FA5}">
                      <a16:colId xmlns:a16="http://schemas.microsoft.com/office/drawing/2014/main" val="2324212041"/>
                    </a:ext>
                  </a:extLst>
                </a:gridCol>
                <a:gridCol w="894521">
                  <a:extLst>
                    <a:ext uri="{9D8B030D-6E8A-4147-A177-3AD203B41FA5}">
                      <a16:colId xmlns:a16="http://schemas.microsoft.com/office/drawing/2014/main" val="2080908966"/>
                    </a:ext>
                  </a:extLst>
                </a:gridCol>
                <a:gridCol w="894521">
                  <a:extLst>
                    <a:ext uri="{9D8B030D-6E8A-4147-A177-3AD203B41FA5}">
                      <a16:colId xmlns:a16="http://schemas.microsoft.com/office/drawing/2014/main" val="1219207481"/>
                    </a:ext>
                  </a:extLst>
                </a:gridCol>
              </a:tblGrid>
              <a:tr h="370840">
                <a:tc>
                  <a:txBody>
                    <a:bodyPr/>
                    <a:lstStyle/>
                    <a:p>
                      <a:pPr algn="ctr" fontAlgn="ctr"/>
                      <a:r>
                        <a:rPr lang="en-US" sz="1800" b="0" i="0" u="none" strike="noStrike">
                          <a:solidFill>
                            <a:srgbClr val="000000"/>
                          </a:solidFill>
                          <a:effectLst/>
                          <a:latin typeface="Calibri" panose="020F0502020204030204" pitchFamily="34" charset="0"/>
                        </a:rPr>
                        <a:t>Collocate</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Rank</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FreqLR</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FreqR</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FreqL</a:t>
                      </a:r>
                    </a:p>
                  </a:txBody>
                  <a:tcPr marL="7620" marR="7620" marT="7620" marB="0" anchor="ctr"/>
                </a:tc>
                <a:extLst>
                  <a:ext uri="{0D108BD9-81ED-4DB2-BD59-A6C34878D82A}">
                    <a16:rowId xmlns:a16="http://schemas.microsoft.com/office/drawing/2014/main" val="3459216273"/>
                  </a:ext>
                </a:extLst>
              </a:tr>
              <a:tr h="370840">
                <a:tc>
                  <a:txBody>
                    <a:bodyPr/>
                    <a:lstStyle/>
                    <a:p>
                      <a:pPr algn="ctr" rtl="1" fontAlgn="ctr"/>
                      <a:r>
                        <a:rPr lang="ar-SA" sz="1800" b="0" i="0" u="none" strike="noStrike" dirty="0">
                          <a:solidFill>
                            <a:srgbClr val="000000"/>
                          </a:solidFill>
                          <a:effectLst/>
                          <a:latin typeface="Calibri" panose="020F0502020204030204" pitchFamily="34" charset="0"/>
                        </a:rPr>
                        <a:t>في</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1</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24</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22</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2</a:t>
                      </a:r>
                    </a:p>
                  </a:txBody>
                  <a:tcPr marL="7620" marR="7620" marT="7620" marB="0" anchor="ctr"/>
                </a:tc>
                <a:extLst>
                  <a:ext uri="{0D108BD9-81ED-4DB2-BD59-A6C34878D82A}">
                    <a16:rowId xmlns:a16="http://schemas.microsoft.com/office/drawing/2014/main" val="2125930865"/>
                  </a:ext>
                </a:extLst>
              </a:tr>
              <a:tr h="370840">
                <a:tc>
                  <a:txBody>
                    <a:bodyPr/>
                    <a:lstStyle/>
                    <a:p>
                      <a:pPr algn="ctr" rtl="1" fontAlgn="ctr"/>
                      <a:r>
                        <a:rPr lang="ar-SA" sz="1800" b="0" i="0" u="none" strike="noStrike" dirty="0">
                          <a:solidFill>
                            <a:srgbClr val="000000"/>
                          </a:solidFill>
                          <a:effectLst/>
                          <a:latin typeface="Calibri" panose="020F0502020204030204" pitchFamily="34" charset="0"/>
                        </a:rPr>
                        <a:t>إلى</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2</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9</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9</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0</a:t>
                      </a:r>
                    </a:p>
                  </a:txBody>
                  <a:tcPr marL="7620" marR="7620" marT="7620" marB="0" anchor="ctr"/>
                </a:tc>
                <a:extLst>
                  <a:ext uri="{0D108BD9-81ED-4DB2-BD59-A6C34878D82A}">
                    <a16:rowId xmlns:a16="http://schemas.microsoft.com/office/drawing/2014/main" val="3814491804"/>
                  </a:ext>
                </a:extLst>
              </a:tr>
              <a:tr h="370840">
                <a:tc>
                  <a:txBody>
                    <a:bodyPr/>
                    <a:lstStyle/>
                    <a:p>
                      <a:pPr algn="ctr" rtl="1" fontAlgn="ctr"/>
                      <a:r>
                        <a:rPr lang="ar-SA" sz="1800" b="0" i="0" u="none" strike="noStrike" dirty="0">
                          <a:solidFill>
                            <a:srgbClr val="000000"/>
                          </a:solidFill>
                          <a:effectLst/>
                          <a:latin typeface="Calibri" panose="020F0502020204030204" pitchFamily="34" charset="0"/>
                        </a:rPr>
                        <a:t>وإيتاء</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3</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3</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0</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3</a:t>
                      </a:r>
                    </a:p>
                  </a:txBody>
                  <a:tcPr marL="7620" marR="7620" marT="7620" marB="0" anchor="ctr"/>
                </a:tc>
                <a:extLst>
                  <a:ext uri="{0D108BD9-81ED-4DB2-BD59-A6C34878D82A}">
                    <a16:rowId xmlns:a16="http://schemas.microsoft.com/office/drawing/2014/main" val="2431660431"/>
                  </a:ext>
                </a:extLst>
              </a:tr>
              <a:tr h="370840">
                <a:tc>
                  <a:txBody>
                    <a:bodyPr/>
                    <a:lstStyle/>
                    <a:p>
                      <a:pPr algn="ctr" rtl="1" fontAlgn="ctr"/>
                      <a:r>
                        <a:rPr lang="ar-SA" sz="1800" b="0" i="0" u="none" strike="noStrike" dirty="0">
                          <a:solidFill>
                            <a:srgbClr val="000000"/>
                          </a:solidFill>
                          <a:effectLst/>
                          <a:latin typeface="Calibri" panose="020F0502020204030204" pitchFamily="34" charset="0"/>
                        </a:rPr>
                        <a:t>وإقام</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4</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2</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2</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0</a:t>
                      </a:r>
                    </a:p>
                  </a:txBody>
                  <a:tcPr marL="7620" marR="7620" marT="7620" marB="0" anchor="ctr"/>
                </a:tc>
                <a:extLst>
                  <a:ext uri="{0D108BD9-81ED-4DB2-BD59-A6C34878D82A}">
                    <a16:rowId xmlns:a16="http://schemas.microsoft.com/office/drawing/2014/main" val="2215707263"/>
                  </a:ext>
                </a:extLst>
              </a:tr>
              <a:tr h="370840">
                <a:tc>
                  <a:txBody>
                    <a:bodyPr/>
                    <a:lstStyle/>
                    <a:p>
                      <a:pPr algn="ctr" rtl="1" fontAlgn="ctr"/>
                      <a:r>
                        <a:rPr lang="ar-SA" sz="1800" b="0" i="0" u="none" strike="noStrike" dirty="0">
                          <a:solidFill>
                            <a:srgbClr val="000000"/>
                          </a:solidFill>
                          <a:effectLst/>
                          <a:latin typeface="Calibri" panose="020F0502020204030204" pitchFamily="34" charset="0"/>
                        </a:rPr>
                        <a:t>ويؤخرون</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4</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2</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2</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0</a:t>
                      </a:r>
                    </a:p>
                  </a:txBody>
                  <a:tcPr marL="7620" marR="7620" marT="7620" marB="0" anchor="ctr"/>
                </a:tc>
                <a:extLst>
                  <a:ext uri="{0D108BD9-81ED-4DB2-BD59-A6C34878D82A}">
                    <a16:rowId xmlns:a16="http://schemas.microsoft.com/office/drawing/2014/main" val="3216677879"/>
                  </a:ext>
                </a:extLst>
              </a:tr>
              <a:tr h="370840">
                <a:tc>
                  <a:txBody>
                    <a:bodyPr/>
                    <a:lstStyle/>
                    <a:p>
                      <a:pPr algn="ctr" rtl="1" fontAlgn="ctr"/>
                      <a:r>
                        <a:rPr lang="ar-SA" sz="1800" b="0" i="0" u="none" strike="noStrike" dirty="0">
                          <a:solidFill>
                            <a:srgbClr val="000000"/>
                          </a:solidFill>
                          <a:effectLst/>
                          <a:latin typeface="Calibri" panose="020F0502020204030204" pitchFamily="34" charset="0"/>
                        </a:rPr>
                        <a:t>وأقام</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4</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2</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2</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0</a:t>
                      </a:r>
                    </a:p>
                  </a:txBody>
                  <a:tcPr marL="7620" marR="7620" marT="7620" marB="0" anchor="ctr"/>
                </a:tc>
                <a:extLst>
                  <a:ext uri="{0D108BD9-81ED-4DB2-BD59-A6C34878D82A}">
                    <a16:rowId xmlns:a16="http://schemas.microsoft.com/office/drawing/2014/main" val="3146972461"/>
                  </a:ext>
                </a:extLst>
              </a:tr>
              <a:tr h="370840">
                <a:tc>
                  <a:txBody>
                    <a:bodyPr/>
                    <a:lstStyle/>
                    <a:p>
                      <a:pPr algn="ctr" rtl="1" fontAlgn="ctr"/>
                      <a:r>
                        <a:rPr lang="ar-SA" sz="1800" b="0" i="0" u="none" strike="noStrike" dirty="0">
                          <a:solidFill>
                            <a:srgbClr val="000000"/>
                          </a:solidFill>
                          <a:effectLst/>
                          <a:latin typeface="Calibri" panose="020F0502020204030204" pitchFamily="34" charset="0"/>
                        </a:rPr>
                        <a:t>أقيمت</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4</a:t>
                      </a:r>
                    </a:p>
                  </a:txBody>
                  <a:tcPr marL="7620" marR="7620" marT="7620" marB="0" anchor="ctr"/>
                </a:tc>
                <a:tc>
                  <a:txBody>
                    <a:bodyPr/>
                    <a:lstStyle/>
                    <a:p>
                      <a:pPr algn="ctr" fontAlgn="ctr"/>
                      <a:r>
                        <a:rPr lang="en-US" sz="1800" b="0" i="0" u="none" strike="noStrike" dirty="0">
                          <a:solidFill>
                            <a:srgbClr val="000000"/>
                          </a:solidFill>
                          <a:effectLst/>
                          <a:latin typeface="Calibri" panose="020F0502020204030204" pitchFamily="34" charset="0"/>
                        </a:rPr>
                        <a:t>2</a:t>
                      </a:r>
                    </a:p>
                  </a:txBody>
                  <a:tcPr marL="7620" marR="7620" marT="7620" marB="0" anchor="ctr"/>
                </a:tc>
                <a:tc>
                  <a:txBody>
                    <a:bodyPr/>
                    <a:lstStyle/>
                    <a:p>
                      <a:pPr algn="ctr" fontAlgn="ctr"/>
                      <a:r>
                        <a:rPr lang="en-US" sz="1800" b="0" i="0" u="none" strike="noStrike">
                          <a:solidFill>
                            <a:srgbClr val="000000"/>
                          </a:solidFill>
                          <a:effectLst/>
                          <a:latin typeface="Calibri" panose="020F0502020204030204" pitchFamily="34" charset="0"/>
                        </a:rPr>
                        <a:t>2</a:t>
                      </a:r>
                    </a:p>
                  </a:txBody>
                  <a:tcPr marL="7620" marR="7620" marT="7620" marB="0" anchor="ctr"/>
                </a:tc>
                <a:tc>
                  <a:txBody>
                    <a:bodyPr/>
                    <a:lstStyle/>
                    <a:p>
                      <a:pPr algn="ctr" fontAlgn="ctr"/>
                      <a:r>
                        <a:rPr lang="en-US" sz="1800" b="0" i="0" u="none" strike="noStrike" dirty="0">
                          <a:solidFill>
                            <a:srgbClr val="000000"/>
                          </a:solidFill>
                          <a:effectLst/>
                          <a:latin typeface="Calibri" panose="020F0502020204030204" pitchFamily="34" charset="0"/>
                        </a:rPr>
                        <a:t>0</a:t>
                      </a:r>
                    </a:p>
                  </a:txBody>
                  <a:tcPr marL="7620" marR="7620" marT="7620" marB="0" anchor="ctr"/>
                </a:tc>
                <a:extLst>
                  <a:ext uri="{0D108BD9-81ED-4DB2-BD59-A6C34878D82A}">
                    <a16:rowId xmlns:a16="http://schemas.microsoft.com/office/drawing/2014/main" val="1191079436"/>
                  </a:ext>
                </a:extLst>
              </a:tr>
            </a:tbl>
          </a:graphicData>
        </a:graphic>
      </p:graphicFrame>
      <p:sp>
        <p:nvSpPr>
          <p:cNvPr id="5" name="TextBox 4">
            <a:extLst>
              <a:ext uri="{FF2B5EF4-FFF2-40B4-BE49-F238E27FC236}">
                <a16:creationId xmlns:a16="http://schemas.microsoft.com/office/drawing/2014/main" id="{664DA561-54FE-B022-E520-3C50BDC46F61}"/>
              </a:ext>
            </a:extLst>
          </p:cNvPr>
          <p:cNvSpPr txBox="1"/>
          <p:nvPr/>
        </p:nvSpPr>
        <p:spPr>
          <a:xfrm>
            <a:off x="497840" y="263138"/>
            <a:ext cx="8798560" cy="630942"/>
          </a:xfrm>
          <a:prstGeom prst="rect">
            <a:avLst/>
          </a:prstGeom>
          <a:noFill/>
        </p:spPr>
        <p:txBody>
          <a:bodyPr wrap="square" rtlCol="0">
            <a:spAutoFit/>
          </a:bodyPr>
          <a:lstStyle/>
          <a:p>
            <a:r>
              <a:rPr lang="en-US" sz="3500" dirty="0">
                <a:solidFill>
                  <a:schemeClr val="tx1"/>
                </a:solidFill>
                <a:cs typeface="+mj-cs"/>
              </a:rPr>
              <a:t>The Collocations of “</a:t>
            </a:r>
            <a:r>
              <a:rPr lang="ar-SA" sz="3500" dirty="0">
                <a:solidFill>
                  <a:schemeClr val="tx1"/>
                </a:solidFill>
                <a:cs typeface="+mj-cs"/>
              </a:rPr>
              <a:t>الصلاة</a:t>
            </a:r>
            <a:r>
              <a:rPr lang="en-US" sz="3500" dirty="0">
                <a:solidFill>
                  <a:schemeClr val="tx1"/>
                </a:solidFill>
                <a:cs typeface="+mj-cs"/>
              </a:rPr>
              <a:t>” in the Hadith</a:t>
            </a:r>
            <a:endParaRPr lang="en-US" sz="3500" dirty="0">
              <a:cs typeface="+mj-cs"/>
            </a:endParaRPr>
          </a:p>
        </p:txBody>
      </p:sp>
      <p:graphicFrame>
        <p:nvGraphicFramePr>
          <p:cNvPr id="6" name="Chart 5">
            <a:extLst>
              <a:ext uri="{FF2B5EF4-FFF2-40B4-BE49-F238E27FC236}">
                <a16:creationId xmlns:a16="http://schemas.microsoft.com/office/drawing/2014/main" id="{B65CD6B5-4153-3FA8-B480-0B5F9F0598C8}"/>
              </a:ext>
            </a:extLst>
          </p:cNvPr>
          <p:cNvGraphicFramePr>
            <a:graphicFrameLocks/>
          </p:cNvGraphicFramePr>
          <p:nvPr>
            <p:extLst>
              <p:ext uri="{D42A27DB-BD31-4B8C-83A1-F6EECF244321}">
                <p14:modId xmlns:p14="http://schemas.microsoft.com/office/powerpoint/2010/main" val="848147616"/>
              </p:ext>
            </p:extLst>
          </p:nvPr>
        </p:nvGraphicFramePr>
        <p:xfrm>
          <a:off x="4399280" y="1160339"/>
          <a:ext cx="4744720" cy="296672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3CD4C91F-6047-0067-64C6-BE2BEB295227}"/>
              </a:ext>
            </a:extLst>
          </p:cNvPr>
          <p:cNvSpPr txBox="1"/>
          <p:nvPr/>
        </p:nvSpPr>
        <p:spPr>
          <a:xfrm>
            <a:off x="99394" y="4393318"/>
            <a:ext cx="4124960" cy="307777"/>
          </a:xfrm>
          <a:prstGeom prst="rect">
            <a:avLst/>
          </a:prstGeom>
          <a:noFill/>
        </p:spPr>
        <p:txBody>
          <a:bodyPr wrap="square" rtlCol="0">
            <a:spAutoFit/>
          </a:bodyPr>
          <a:lstStyle/>
          <a:p>
            <a:r>
              <a:rPr lang="en-US" dirty="0"/>
              <a:t>* Only using the word “</a:t>
            </a:r>
            <a:r>
              <a:rPr lang="ar-SA" dirty="0"/>
              <a:t>الصلاة</a:t>
            </a:r>
            <a:r>
              <a:rPr lang="en-US" dirty="0"/>
              <a:t>”</a:t>
            </a:r>
          </a:p>
        </p:txBody>
      </p:sp>
    </p:spTree>
    <p:extLst>
      <p:ext uri="{BB962C8B-B14F-4D97-AF65-F5344CB8AC3E}">
        <p14:creationId xmlns:p14="http://schemas.microsoft.com/office/powerpoint/2010/main" val="25958594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38"/>
          <p:cNvSpPr/>
          <p:nvPr/>
        </p:nvSpPr>
        <p:spPr>
          <a:xfrm>
            <a:off x="1022201" y="1612977"/>
            <a:ext cx="1514478" cy="2805657"/>
          </a:xfrm>
          <a:custGeom>
            <a:avLst/>
            <a:gdLst/>
            <a:ahLst/>
            <a:cxnLst/>
            <a:rect l="l" t="t" r="r" b="b"/>
            <a:pathLst>
              <a:path w="15918" h="29489" extrusionOk="0">
                <a:moveTo>
                  <a:pt x="7788" y="1"/>
                </a:moveTo>
                <a:lnTo>
                  <a:pt x="7675" y="2402"/>
                </a:lnTo>
                <a:cubicBezTo>
                  <a:pt x="7514" y="2499"/>
                  <a:pt x="7397" y="2766"/>
                  <a:pt x="7397" y="3083"/>
                </a:cubicBezTo>
                <a:cubicBezTo>
                  <a:pt x="7397" y="3211"/>
                  <a:pt x="7418" y="3329"/>
                  <a:pt x="7449" y="3433"/>
                </a:cubicBezTo>
                <a:lnTo>
                  <a:pt x="7076" y="3433"/>
                </a:lnTo>
                <a:lnTo>
                  <a:pt x="7076" y="4132"/>
                </a:lnTo>
                <a:lnTo>
                  <a:pt x="6565" y="4132"/>
                </a:lnTo>
                <a:lnTo>
                  <a:pt x="6565" y="4631"/>
                </a:lnTo>
                <a:lnTo>
                  <a:pt x="7186" y="4631"/>
                </a:lnTo>
                <a:cubicBezTo>
                  <a:pt x="7186" y="4631"/>
                  <a:pt x="5616" y="5130"/>
                  <a:pt x="5398" y="6429"/>
                </a:cubicBezTo>
                <a:cubicBezTo>
                  <a:pt x="5179" y="7727"/>
                  <a:pt x="5398" y="8226"/>
                  <a:pt x="5398" y="8226"/>
                </a:cubicBezTo>
                <a:cubicBezTo>
                  <a:pt x="5398" y="8226"/>
                  <a:pt x="1533" y="9524"/>
                  <a:pt x="1" y="13516"/>
                </a:cubicBezTo>
                <a:lnTo>
                  <a:pt x="1" y="29489"/>
                </a:lnTo>
                <a:lnTo>
                  <a:pt x="7806" y="29314"/>
                </a:lnTo>
                <a:lnTo>
                  <a:pt x="7806" y="29489"/>
                </a:lnTo>
                <a:lnTo>
                  <a:pt x="15918" y="29489"/>
                </a:lnTo>
                <a:lnTo>
                  <a:pt x="15918" y="13635"/>
                </a:lnTo>
                <a:cubicBezTo>
                  <a:pt x="14317" y="9593"/>
                  <a:pt x="10271" y="8280"/>
                  <a:pt x="10271" y="8280"/>
                </a:cubicBezTo>
                <a:cubicBezTo>
                  <a:pt x="10271" y="8280"/>
                  <a:pt x="10499" y="7777"/>
                  <a:pt x="10271" y="6462"/>
                </a:cubicBezTo>
                <a:cubicBezTo>
                  <a:pt x="10042" y="5150"/>
                  <a:pt x="8399" y="4644"/>
                  <a:pt x="8399" y="4644"/>
                </a:cubicBezTo>
                <a:lnTo>
                  <a:pt x="9048" y="4644"/>
                </a:lnTo>
                <a:lnTo>
                  <a:pt x="9048" y="4139"/>
                </a:lnTo>
                <a:lnTo>
                  <a:pt x="8514" y="4139"/>
                </a:lnTo>
                <a:lnTo>
                  <a:pt x="8514" y="3433"/>
                </a:lnTo>
                <a:lnTo>
                  <a:pt x="8166" y="3433"/>
                </a:lnTo>
                <a:cubicBezTo>
                  <a:pt x="8199" y="3329"/>
                  <a:pt x="8219" y="3211"/>
                  <a:pt x="8219" y="3083"/>
                </a:cubicBezTo>
                <a:cubicBezTo>
                  <a:pt x="8219" y="2740"/>
                  <a:pt x="8083" y="2456"/>
                  <a:pt x="7903" y="2381"/>
                </a:cubicBezTo>
                <a:lnTo>
                  <a:pt x="778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2" name="Google Shape;632;p38"/>
          <p:cNvGrpSpPr/>
          <p:nvPr/>
        </p:nvGrpSpPr>
        <p:grpSpPr>
          <a:xfrm>
            <a:off x="-1066800" y="1054955"/>
            <a:ext cx="4744050" cy="3507145"/>
            <a:chOff x="0" y="1054955"/>
            <a:chExt cx="4744050" cy="3507145"/>
          </a:xfrm>
        </p:grpSpPr>
        <p:sp>
          <p:nvSpPr>
            <p:cNvPr id="633" name="Google Shape;633;p38"/>
            <p:cNvSpPr/>
            <p:nvPr/>
          </p:nvSpPr>
          <p:spPr>
            <a:xfrm flipH="1">
              <a:off x="0" y="1054955"/>
              <a:ext cx="4060624" cy="3409260"/>
            </a:xfrm>
            <a:custGeom>
              <a:avLst/>
              <a:gdLst/>
              <a:ahLst/>
              <a:cxnLst/>
              <a:rect l="l" t="t" r="r" b="b"/>
              <a:pathLst>
                <a:path w="78262" h="65708" extrusionOk="0">
                  <a:moveTo>
                    <a:pt x="58138" y="9062"/>
                  </a:moveTo>
                  <a:cubicBezTo>
                    <a:pt x="58575" y="9062"/>
                    <a:pt x="58575" y="9689"/>
                    <a:pt x="58575" y="9689"/>
                  </a:cubicBezTo>
                  <a:lnTo>
                    <a:pt x="58575" y="11484"/>
                  </a:lnTo>
                  <a:lnTo>
                    <a:pt x="57701" y="11484"/>
                  </a:lnTo>
                  <a:lnTo>
                    <a:pt x="57701" y="9779"/>
                  </a:lnTo>
                  <a:cubicBezTo>
                    <a:pt x="57701" y="9779"/>
                    <a:pt x="57701" y="9062"/>
                    <a:pt x="58138" y="9062"/>
                  </a:cubicBezTo>
                  <a:close/>
                  <a:moveTo>
                    <a:pt x="56880" y="9089"/>
                  </a:moveTo>
                  <a:cubicBezTo>
                    <a:pt x="57317" y="9089"/>
                    <a:pt x="57317" y="9716"/>
                    <a:pt x="57317" y="9716"/>
                  </a:cubicBezTo>
                  <a:lnTo>
                    <a:pt x="57317" y="11510"/>
                  </a:lnTo>
                  <a:lnTo>
                    <a:pt x="56443" y="11510"/>
                  </a:lnTo>
                  <a:lnTo>
                    <a:pt x="56443" y="9806"/>
                  </a:lnTo>
                  <a:cubicBezTo>
                    <a:pt x="56443" y="9806"/>
                    <a:pt x="56443" y="9089"/>
                    <a:pt x="56880" y="9089"/>
                  </a:cubicBezTo>
                  <a:close/>
                  <a:moveTo>
                    <a:pt x="59233" y="9091"/>
                  </a:moveTo>
                  <a:cubicBezTo>
                    <a:pt x="59507" y="9091"/>
                    <a:pt x="59507" y="9717"/>
                    <a:pt x="59507" y="9717"/>
                  </a:cubicBezTo>
                  <a:lnTo>
                    <a:pt x="59507" y="11512"/>
                  </a:lnTo>
                  <a:lnTo>
                    <a:pt x="58960" y="11512"/>
                  </a:lnTo>
                  <a:lnTo>
                    <a:pt x="58960" y="9807"/>
                  </a:lnTo>
                  <a:lnTo>
                    <a:pt x="58959" y="9807"/>
                  </a:lnTo>
                  <a:cubicBezTo>
                    <a:pt x="58959" y="9807"/>
                    <a:pt x="58959" y="9091"/>
                    <a:pt x="59233" y="9091"/>
                  </a:cubicBezTo>
                  <a:close/>
                  <a:moveTo>
                    <a:pt x="55705" y="9117"/>
                  </a:moveTo>
                  <a:cubicBezTo>
                    <a:pt x="55979" y="9117"/>
                    <a:pt x="55979" y="9744"/>
                    <a:pt x="55979" y="9744"/>
                  </a:cubicBezTo>
                  <a:lnTo>
                    <a:pt x="55979" y="11538"/>
                  </a:lnTo>
                  <a:lnTo>
                    <a:pt x="55431" y="11538"/>
                  </a:lnTo>
                  <a:lnTo>
                    <a:pt x="55431" y="9834"/>
                  </a:lnTo>
                  <a:cubicBezTo>
                    <a:pt x="55431" y="9834"/>
                    <a:pt x="55431" y="9117"/>
                    <a:pt x="55705" y="9117"/>
                  </a:cubicBezTo>
                  <a:close/>
                  <a:moveTo>
                    <a:pt x="15537" y="25977"/>
                  </a:moveTo>
                  <a:cubicBezTo>
                    <a:pt x="15838" y="25977"/>
                    <a:pt x="15838" y="26802"/>
                    <a:pt x="15838" y="26802"/>
                  </a:cubicBezTo>
                  <a:lnTo>
                    <a:pt x="15838" y="29162"/>
                  </a:lnTo>
                  <a:lnTo>
                    <a:pt x="15238" y="29162"/>
                  </a:lnTo>
                  <a:lnTo>
                    <a:pt x="15238" y="26920"/>
                  </a:lnTo>
                  <a:cubicBezTo>
                    <a:pt x="15238" y="26920"/>
                    <a:pt x="15238" y="25977"/>
                    <a:pt x="15537" y="25977"/>
                  </a:cubicBezTo>
                  <a:close/>
                  <a:moveTo>
                    <a:pt x="17847" y="25800"/>
                  </a:moveTo>
                  <a:cubicBezTo>
                    <a:pt x="18940" y="25800"/>
                    <a:pt x="18940" y="26672"/>
                    <a:pt x="18940" y="26672"/>
                  </a:cubicBezTo>
                  <a:lnTo>
                    <a:pt x="18940" y="29162"/>
                  </a:lnTo>
                  <a:lnTo>
                    <a:pt x="16752" y="29162"/>
                  </a:lnTo>
                  <a:lnTo>
                    <a:pt x="16752" y="26795"/>
                  </a:lnTo>
                  <a:cubicBezTo>
                    <a:pt x="16752" y="26795"/>
                    <a:pt x="16752" y="25800"/>
                    <a:pt x="17847" y="25800"/>
                  </a:cubicBezTo>
                  <a:close/>
                  <a:moveTo>
                    <a:pt x="20097" y="26018"/>
                  </a:moveTo>
                  <a:cubicBezTo>
                    <a:pt x="20398" y="26018"/>
                    <a:pt x="20398" y="26843"/>
                    <a:pt x="20398" y="26843"/>
                  </a:cubicBezTo>
                  <a:lnTo>
                    <a:pt x="20398" y="29203"/>
                  </a:lnTo>
                  <a:lnTo>
                    <a:pt x="19796" y="29203"/>
                  </a:lnTo>
                  <a:lnTo>
                    <a:pt x="19796" y="26961"/>
                  </a:lnTo>
                  <a:cubicBezTo>
                    <a:pt x="19796" y="26961"/>
                    <a:pt x="19796" y="26018"/>
                    <a:pt x="20097" y="26018"/>
                  </a:cubicBezTo>
                  <a:close/>
                  <a:moveTo>
                    <a:pt x="43351" y="28212"/>
                  </a:moveTo>
                  <a:cubicBezTo>
                    <a:pt x="43625" y="28212"/>
                    <a:pt x="43625" y="28489"/>
                    <a:pt x="43625" y="28489"/>
                  </a:cubicBezTo>
                  <a:lnTo>
                    <a:pt x="43625" y="29286"/>
                  </a:lnTo>
                  <a:lnTo>
                    <a:pt x="43077" y="29286"/>
                  </a:lnTo>
                  <a:lnTo>
                    <a:pt x="43077" y="28530"/>
                  </a:lnTo>
                  <a:cubicBezTo>
                    <a:pt x="43077" y="28530"/>
                    <a:pt x="43077" y="28212"/>
                    <a:pt x="43351" y="28212"/>
                  </a:cubicBezTo>
                  <a:close/>
                  <a:moveTo>
                    <a:pt x="45235" y="28221"/>
                  </a:moveTo>
                  <a:cubicBezTo>
                    <a:pt x="45509" y="28221"/>
                    <a:pt x="45509" y="28499"/>
                    <a:pt x="45509" y="28499"/>
                  </a:cubicBezTo>
                  <a:lnTo>
                    <a:pt x="45509" y="29294"/>
                  </a:lnTo>
                  <a:lnTo>
                    <a:pt x="44961" y="29294"/>
                  </a:lnTo>
                  <a:lnTo>
                    <a:pt x="44961" y="28538"/>
                  </a:lnTo>
                  <a:cubicBezTo>
                    <a:pt x="44961" y="28538"/>
                    <a:pt x="44961" y="28221"/>
                    <a:pt x="45235" y="28221"/>
                  </a:cubicBezTo>
                  <a:close/>
                  <a:moveTo>
                    <a:pt x="44306" y="28232"/>
                  </a:moveTo>
                  <a:cubicBezTo>
                    <a:pt x="44580" y="28232"/>
                    <a:pt x="44580" y="28509"/>
                    <a:pt x="44580" y="28509"/>
                  </a:cubicBezTo>
                  <a:lnTo>
                    <a:pt x="44580" y="29304"/>
                  </a:lnTo>
                  <a:lnTo>
                    <a:pt x="44032" y="29304"/>
                  </a:lnTo>
                  <a:lnTo>
                    <a:pt x="44032" y="28549"/>
                  </a:lnTo>
                  <a:cubicBezTo>
                    <a:pt x="44032" y="28549"/>
                    <a:pt x="44032" y="28232"/>
                    <a:pt x="44306" y="28232"/>
                  </a:cubicBezTo>
                  <a:close/>
                  <a:moveTo>
                    <a:pt x="40564" y="28250"/>
                  </a:moveTo>
                  <a:cubicBezTo>
                    <a:pt x="40838" y="28250"/>
                    <a:pt x="40838" y="28528"/>
                    <a:pt x="40838" y="28528"/>
                  </a:cubicBezTo>
                  <a:lnTo>
                    <a:pt x="40838" y="29324"/>
                  </a:lnTo>
                  <a:lnTo>
                    <a:pt x="40290" y="29324"/>
                  </a:lnTo>
                  <a:lnTo>
                    <a:pt x="40290" y="28569"/>
                  </a:lnTo>
                  <a:cubicBezTo>
                    <a:pt x="40290" y="28569"/>
                    <a:pt x="40290" y="28250"/>
                    <a:pt x="40564" y="28250"/>
                  </a:cubicBezTo>
                  <a:close/>
                  <a:moveTo>
                    <a:pt x="41492" y="28250"/>
                  </a:moveTo>
                  <a:cubicBezTo>
                    <a:pt x="41766" y="28250"/>
                    <a:pt x="41766" y="28528"/>
                    <a:pt x="41766" y="28528"/>
                  </a:cubicBezTo>
                  <a:lnTo>
                    <a:pt x="41766" y="29324"/>
                  </a:lnTo>
                  <a:lnTo>
                    <a:pt x="41218" y="29324"/>
                  </a:lnTo>
                  <a:lnTo>
                    <a:pt x="41218" y="28569"/>
                  </a:lnTo>
                  <a:cubicBezTo>
                    <a:pt x="41218" y="28569"/>
                    <a:pt x="41218" y="28250"/>
                    <a:pt x="41492" y="28250"/>
                  </a:cubicBezTo>
                  <a:close/>
                  <a:moveTo>
                    <a:pt x="42440" y="28250"/>
                  </a:moveTo>
                  <a:cubicBezTo>
                    <a:pt x="42714" y="28250"/>
                    <a:pt x="42714" y="28528"/>
                    <a:pt x="42714" y="28528"/>
                  </a:cubicBezTo>
                  <a:lnTo>
                    <a:pt x="42714" y="29324"/>
                  </a:lnTo>
                  <a:lnTo>
                    <a:pt x="42166" y="29324"/>
                  </a:lnTo>
                  <a:lnTo>
                    <a:pt x="42166" y="28569"/>
                  </a:lnTo>
                  <a:cubicBezTo>
                    <a:pt x="42166" y="28569"/>
                    <a:pt x="42166" y="28250"/>
                    <a:pt x="42440" y="28250"/>
                  </a:cubicBezTo>
                  <a:close/>
                  <a:moveTo>
                    <a:pt x="38603" y="28284"/>
                  </a:moveTo>
                  <a:cubicBezTo>
                    <a:pt x="38877" y="28284"/>
                    <a:pt x="38877" y="28562"/>
                    <a:pt x="38877" y="28562"/>
                  </a:cubicBezTo>
                  <a:lnTo>
                    <a:pt x="38877" y="29358"/>
                  </a:lnTo>
                  <a:lnTo>
                    <a:pt x="38329" y="29358"/>
                  </a:lnTo>
                  <a:lnTo>
                    <a:pt x="38329" y="28601"/>
                  </a:lnTo>
                  <a:cubicBezTo>
                    <a:pt x="38329" y="28601"/>
                    <a:pt x="38329" y="28284"/>
                    <a:pt x="38603" y="28284"/>
                  </a:cubicBezTo>
                  <a:close/>
                  <a:moveTo>
                    <a:pt x="39583" y="28291"/>
                  </a:moveTo>
                  <a:cubicBezTo>
                    <a:pt x="39857" y="28291"/>
                    <a:pt x="39857" y="28569"/>
                    <a:pt x="39857" y="28569"/>
                  </a:cubicBezTo>
                  <a:lnTo>
                    <a:pt x="39857" y="29365"/>
                  </a:lnTo>
                  <a:lnTo>
                    <a:pt x="39309" y="29365"/>
                  </a:lnTo>
                  <a:lnTo>
                    <a:pt x="39309" y="28608"/>
                  </a:lnTo>
                  <a:cubicBezTo>
                    <a:pt x="39309" y="28608"/>
                    <a:pt x="39309" y="28291"/>
                    <a:pt x="39583" y="28291"/>
                  </a:cubicBezTo>
                  <a:close/>
                  <a:moveTo>
                    <a:pt x="30102" y="28319"/>
                  </a:moveTo>
                  <a:cubicBezTo>
                    <a:pt x="30376" y="28319"/>
                    <a:pt x="30376" y="28597"/>
                    <a:pt x="30376" y="28597"/>
                  </a:cubicBezTo>
                  <a:lnTo>
                    <a:pt x="30376" y="29393"/>
                  </a:lnTo>
                  <a:lnTo>
                    <a:pt x="29828" y="29393"/>
                  </a:lnTo>
                  <a:lnTo>
                    <a:pt x="29828" y="28637"/>
                  </a:lnTo>
                  <a:cubicBezTo>
                    <a:pt x="29828" y="28637"/>
                    <a:pt x="29828" y="28319"/>
                    <a:pt x="30102" y="28319"/>
                  </a:cubicBezTo>
                  <a:close/>
                  <a:moveTo>
                    <a:pt x="31031" y="28319"/>
                  </a:moveTo>
                  <a:cubicBezTo>
                    <a:pt x="31305" y="28319"/>
                    <a:pt x="31305" y="28597"/>
                    <a:pt x="31305" y="28597"/>
                  </a:cubicBezTo>
                  <a:lnTo>
                    <a:pt x="31305" y="29393"/>
                  </a:lnTo>
                  <a:lnTo>
                    <a:pt x="30757" y="29393"/>
                  </a:lnTo>
                  <a:lnTo>
                    <a:pt x="30757" y="28637"/>
                  </a:lnTo>
                  <a:cubicBezTo>
                    <a:pt x="30757" y="28637"/>
                    <a:pt x="30757" y="28319"/>
                    <a:pt x="31031" y="28319"/>
                  </a:cubicBezTo>
                  <a:close/>
                  <a:moveTo>
                    <a:pt x="31960" y="28319"/>
                  </a:moveTo>
                  <a:cubicBezTo>
                    <a:pt x="32234" y="28319"/>
                    <a:pt x="32234" y="28597"/>
                    <a:pt x="32234" y="28597"/>
                  </a:cubicBezTo>
                  <a:lnTo>
                    <a:pt x="32234" y="29393"/>
                  </a:lnTo>
                  <a:lnTo>
                    <a:pt x="31686" y="29393"/>
                  </a:lnTo>
                  <a:lnTo>
                    <a:pt x="31686" y="28637"/>
                  </a:lnTo>
                  <a:cubicBezTo>
                    <a:pt x="31686" y="28637"/>
                    <a:pt x="31686" y="28319"/>
                    <a:pt x="31960" y="28319"/>
                  </a:cubicBezTo>
                  <a:close/>
                  <a:moveTo>
                    <a:pt x="37615" y="28325"/>
                  </a:moveTo>
                  <a:cubicBezTo>
                    <a:pt x="37889" y="28325"/>
                    <a:pt x="37889" y="28601"/>
                    <a:pt x="37889" y="28601"/>
                  </a:cubicBezTo>
                  <a:lnTo>
                    <a:pt x="37889" y="29398"/>
                  </a:lnTo>
                  <a:lnTo>
                    <a:pt x="37341" y="29398"/>
                  </a:lnTo>
                  <a:lnTo>
                    <a:pt x="37341" y="28642"/>
                  </a:lnTo>
                  <a:cubicBezTo>
                    <a:pt x="37341" y="28642"/>
                    <a:pt x="37341" y="28325"/>
                    <a:pt x="37615" y="28325"/>
                  </a:cubicBezTo>
                  <a:close/>
                  <a:moveTo>
                    <a:pt x="32850" y="28332"/>
                  </a:moveTo>
                  <a:cubicBezTo>
                    <a:pt x="33124" y="28332"/>
                    <a:pt x="33124" y="28608"/>
                    <a:pt x="33124" y="28608"/>
                  </a:cubicBezTo>
                  <a:lnTo>
                    <a:pt x="33124" y="29405"/>
                  </a:lnTo>
                  <a:lnTo>
                    <a:pt x="32576" y="29405"/>
                  </a:lnTo>
                  <a:lnTo>
                    <a:pt x="32576" y="28649"/>
                  </a:lnTo>
                  <a:cubicBezTo>
                    <a:pt x="32576" y="28649"/>
                    <a:pt x="32576" y="28332"/>
                    <a:pt x="32850" y="28332"/>
                  </a:cubicBezTo>
                  <a:close/>
                  <a:moveTo>
                    <a:pt x="36578" y="28334"/>
                  </a:moveTo>
                  <a:cubicBezTo>
                    <a:pt x="36852" y="28334"/>
                    <a:pt x="36852" y="28613"/>
                    <a:pt x="36852" y="28613"/>
                  </a:cubicBezTo>
                  <a:lnTo>
                    <a:pt x="36852" y="29408"/>
                  </a:lnTo>
                  <a:lnTo>
                    <a:pt x="36304" y="29408"/>
                  </a:lnTo>
                  <a:lnTo>
                    <a:pt x="36304" y="28653"/>
                  </a:lnTo>
                  <a:cubicBezTo>
                    <a:pt x="36304" y="28653"/>
                    <a:pt x="36304" y="28334"/>
                    <a:pt x="36578" y="28334"/>
                  </a:cubicBezTo>
                  <a:close/>
                  <a:moveTo>
                    <a:pt x="33767" y="28346"/>
                  </a:moveTo>
                  <a:cubicBezTo>
                    <a:pt x="34041" y="28346"/>
                    <a:pt x="34041" y="28623"/>
                    <a:pt x="34041" y="28623"/>
                  </a:cubicBezTo>
                  <a:lnTo>
                    <a:pt x="34041" y="29419"/>
                  </a:lnTo>
                  <a:lnTo>
                    <a:pt x="33492" y="29419"/>
                  </a:lnTo>
                  <a:lnTo>
                    <a:pt x="33492" y="28663"/>
                  </a:lnTo>
                  <a:cubicBezTo>
                    <a:pt x="33492" y="28663"/>
                    <a:pt x="33492" y="28346"/>
                    <a:pt x="33767" y="28346"/>
                  </a:cubicBezTo>
                  <a:close/>
                  <a:moveTo>
                    <a:pt x="35635" y="28346"/>
                  </a:moveTo>
                  <a:cubicBezTo>
                    <a:pt x="35909" y="28346"/>
                    <a:pt x="35909" y="28623"/>
                    <a:pt x="35909" y="28623"/>
                  </a:cubicBezTo>
                  <a:lnTo>
                    <a:pt x="35909" y="29419"/>
                  </a:lnTo>
                  <a:lnTo>
                    <a:pt x="35360" y="29419"/>
                  </a:lnTo>
                  <a:lnTo>
                    <a:pt x="35360" y="28663"/>
                  </a:lnTo>
                  <a:cubicBezTo>
                    <a:pt x="35360" y="28663"/>
                    <a:pt x="35360" y="28346"/>
                    <a:pt x="35635" y="28346"/>
                  </a:cubicBezTo>
                  <a:close/>
                  <a:moveTo>
                    <a:pt x="34684" y="28360"/>
                  </a:moveTo>
                  <a:cubicBezTo>
                    <a:pt x="34958" y="28360"/>
                    <a:pt x="34958" y="28637"/>
                    <a:pt x="34958" y="28637"/>
                  </a:cubicBezTo>
                  <a:lnTo>
                    <a:pt x="34958" y="29434"/>
                  </a:lnTo>
                  <a:lnTo>
                    <a:pt x="34410" y="29434"/>
                  </a:lnTo>
                  <a:lnTo>
                    <a:pt x="34410" y="28677"/>
                  </a:lnTo>
                  <a:cubicBezTo>
                    <a:pt x="34410" y="28677"/>
                    <a:pt x="34410" y="28360"/>
                    <a:pt x="34684" y="28360"/>
                  </a:cubicBezTo>
                  <a:close/>
                  <a:moveTo>
                    <a:pt x="3590" y="42479"/>
                  </a:moveTo>
                  <a:cubicBezTo>
                    <a:pt x="3742" y="42479"/>
                    <a:pt x="3742" y="42861"/>
                    <a:pt x="3742" y="42861"/>
                  </a:cubicBezTo>
                  <a:lnTo>
                    <a:pt x="3742" y="43956"/>
                  </a:lnTo>
                  <a:lnTo>
                    <a:pt x="3440" y="43956"/>
                  </a:lnTo>
                  <a:lnTo>
                    <a:pt x="3440" y="42916"/>
                  </a:lnTo>
                  <a:cubicBezTo>
                    <a:pt x="3440" y="42916"/>
                    <a:pt x="3440" y="42479"/>
                    <a:pt x="3590" y="42479"/>
                  </a:cubicBezTo>
                  <a:close/>
                  <a:moveTo>
                    <a:pt x="4743" y="42397"/>
                  </a:moveTo>
                  <a:cubicBezTo>
                    <a:pt x="5289" y="42397"/>
                    <a:pt x="5289" y="42802"/>
                    <a:pt x="5289" y="42802"/>
                  </a:cubicBezTo>
                  <a:lnTo>
                    <a:pt x="5289" y="43956"/>
                  </a:lnTo>
                  <a:lnTo>
                    <a:pt x="4197" y="43956"/>
                  </a:lnTo>
                  <a:lnTo>
                    <a:pt x="4197" y="42860"/>
                  </a:lnTo>
                  <a:cubicBezTo>
                    <a:pt x="4197" y="42860"/>
                    <a:pt x="4197" y="42397"/>
                    <a:pt x="4743" y="42397"/>
                  </a:cubicBezTo>
                  <a:close/>
                  <a:moveTo>
                    <a:pt x="5871" y="42498"/>
                  </a:moveTo>
                  <a:cubicBezTo>
                    <a:pt x="6022" y="42498"/>
                    <a:pt x="6022" y="42881"/>
                    <a:pt x="6022" y="42881"/>
                  </a:cubicBezTo>
                  <a:lnTo>
                    <a:pt x="6022" y="43976"/>
                  </a:lnTo>
                  <a:lnTo>
                    <a:pt x="5719" y="43976"/>
                  </a:lnTo>
                  <a:lnTo>
                    <a:pt x="5719" y="42936"/>
                  </a:lnTo>
                  <a:cubicBezTo>
                    <a:pt x="5719" y="42936"/>
                    <a:pt x="5719" y="42498"/>
                    <a:pt x="5871" y="42498"/>
                  </a:cubicBezTo>
                  <a:close/>
                  <a:moveTo>
                    <a:pt x="57522" y="1"/>
                  </a:moveTo>
                  <a:lnTo>
                    <a:pt x="57480" y="959"/>
                  </a:lnTo>
                  <a:cubicBezTo>
                    <a:pt x="57335" y="968"/>
                    <a:pt x="57220" y="1024"/>
                    <a:pt x="57220" y="1094"/>
                  </a:cubicBezTo>
                  <a:cubicBezTo>
                    <a:pt x="57220" y="1162"/>
                    <a:pt x="57328" y="1218"/>
                    <a:pt x="57469" y="1228"/>
                  </a:cubicBezTo>
                  <a:lnTo>
                    <a:pt x="57446" y="1718"/>
                  </a:lnTo>
                  <a:lnTo>
                    <a:pt x="57451" y="1718"/>
                  </a:lnTo>
                  <a:cubicBezTo>
                    <a:pt x="57170" y="1741"/>
                    <a:pt x="56954" y="1852"/>
                    <a:pt x="56954" y="1987"/>
                  </a:cubicBezTo>
                  <a:cubicBezTo>
                    <a:pt x="56954" y="2123"/>
                    <a:pt x="57170" y="2233"/>
                    <a:pt x="57451" y="2257"/>
                  </a:cubicBezTo>
                  <a:cubicBezTo>
                    <a:pt x="57085" y="2919"/>
                    <a:pt x="55801" y="5124"/>
                    <a:pt x="54191" y="6438"/>
                  </a:cubicBezTo>
                  <a:cubicBezTo>
                    <a:pt x="52852" y="7532"/>
                    <a:pt x="55313" y="9064"/>
                    <a:pt x="55313" y="9064"/>
                  </a:cubicBezTo>
                  <a:lnTo>
                    <a:pt x="55341" y="11580"/>
                  </a:lnTo>
                  <a:lnTo>
                    <a:pt x="54520" y="11580"/>
                  </a:lnTo>
                  <a:lnTo>
                    <a:pt x="54520" y="12238"/>
                  </a:lnTo>
                  <a:lnTo>
                    <a:pt x="55313" y="12620"/>
                  </a:lnTo>
                  <a:lnTo>
                    <a:pt x="54547" y="12620"/>
                  </a:lnTo>
                  <a:lnTo>
                    <a:pt x="54519" y="13032"/>
                  </a:lnTo>
                  <a:lnTo>
                    <a:pt x="53286" y="13032"/>
                  </a:lnTo>
                  <a:lnTo>
                    <a:pt x="53286" y="14173"/>
                  </a:lnTo>
                  <a:lnTo>
                    <a:pt x="54790" y="15521"/>
                  </a:lnTo>
                  <a:lnTo>
                    <a:pt x="54832" y="36876"/>
                  </a:lnTo>
                  <a:lnTo>
                    <a:pt x="53670" y="36876"/>
                  </a:lnTo>
                  <a:lnTo>
                    <a:pt x="53670" y="37897"/>
                  </a:lnTo>
                  <a:lnTo>
                    <a:pt x="54835" y="37897"/>
                  </a:lnTo>
                  <a:lnTo>
                    <a:pt x="54836" y="38937"/>
                  </a:lnTo>
                  <a:lnTo>
                    <a:pt x="48475" y="38937"/>
                  </a:lnTo>
                  <a:lnTo>
                    <a:pt x="48475" y="37568"/>
                  </a:lnTo>
                  <a:cubicBezTo>
                    <a:pt x="48475" y="36300"/>
                    <a:pt x="47446" y="35271"/>
                    <a:pt x="46178" y="35271"/>
                  </a:cubicBezTo>
                  <a:lnTo>
                    <a:pt x="46117" y="34397"/>
                  </a:lnTo>
                  <a:lnTo>
                    <a:pt x="46760" y="34397"/>
                  </a:lnTo>
                  <a:lnTo>
                    <a:pt x="46760" y="29259"/>
                  </a:lnTo>
                  <a:lnTo>
                    <a:pt x="45933" y="29287"/>
                  </a:lnTo>
                  <a:lnTo>
                    <a:pt x="45900" y="27959"/>
                  </a:lnTo>
                  <a:cubicBezTo>
                    <a:pt x="49828" y="22324"/>
                    <a:pt x="39348" y="18256"/>
                    <a:pt x="39348" y="18256"/>
                  </a:cubicBezTo>
                  <a:lnTo>
                    <a:pt x="39348" y="17764"/>
                  </a:lnTo>
                  <a:lnTo>
                    <a:pt x="38865" y="17764"/>
                  </a:lnTo>
                  <a:lnTo>
                    <a:pt x="38865" y="16342"/>
                  </a:lnTo>
                  <a:lnTo>
                    <a:pt x="39348" y="16342"/>
                  </a:lnTo>
                  <a:lnTo>
                    <a:pt x="39348" y="15576"/>
                  </a:lnTo>
                  <a:lnTo>
                    <a:pt x="38804" y="15576"/>
                  </a:lnTo>
                  <a:lnTo>
                    <a:pt x="38804" y="15084"/>
                  </a:lnTo>
                  <a:lnTo>
                    <a:pt x="37401" y="15084"/>
                  </a:lnTo>
                  <a:lnTo>
                    <a:pt x="37380" y="14692"/>
                  </a:lnTo>
                  <a:cubicBezTo>
                    <a:pt x="37591" y="14613"/>
                    <a:pt x="37743" y="14412"/>
                    <a:pt x="37743" y="14173"/>
                  </a:cubicBezTo>
                  <a:cubicBezTo>
                    <a:pt x="37743" y="13913"/>
                    <a:pt x="37563" y="13698"/>
                    <a:pt x="37323" y="13638"/>
                  </a:cubicBezTo>
                  <a:lnTo>
                    <a:pt x="37300" y="13234"/>
                  </a:lnTo>
                  <a:cubicBezTo>
                    <a:pt x="37479" y="13185"/>
                    <a:pt x="37612" y="13021"/>
                    <a:pt x="37612" y="12827"/>
                  </a:cubicBezTo>
                  <a:cubicBezTo>
                    <a:pt x="37612" y="12613"/>
                    <a:pt x="37456" y="12440"/>
                    <a:pt x="37254" y="12408"/>
                  </a:cubicBezTo>
                  <a:lnTo>
                    <a:pt x="37189" y="11234"/>
                  </a:lnTo>
                  <a:lnTo>
                    <a:pt x="37120" y="12408"/>
                  </a:lnTo>
                  <a:cubicBezTo>
                    <a:pt x="36918" y="12441"/>
                    <a:pt x="36763" y="12613"/>
                    <a:pt x="36763" y="12824"/>
                  </a:cubicBezTo>
                  <a:cubicBezTo>
                    <a:pt x="36763" y="13018"/>
                    <a:pt x="36894" y="13179"/>
                    <a:pt x="37071" y="13230"/>
                  </a:cubicBezTo>
                  <a:lnTo>
                    <a:pt x="37049" y="13638"/>
                  </a:lnTo>
                  <a:cubicBezTo>
                    <a:pt x="36811" y="13699"/>
                    <a:pt x="36634" y="13913"/>
                    <a:pt x="36634" y="14172"/>
                  </a:cubicBezTo>
                  <a:cubicBezTo>
                    <a:pt x="36634" y="14408"/>
                    <a:pt x="36782" y="14606"/>
                    <a:pt x="36987" y="14686"/>
                  </a:cubicBezTo>
                  <a:lnTo>
                    <a:pt x="36964" y="15080"/>
                  </a:lnTo>
                  <a:lnTo>
                    <a:pt x="35725" y="15080"/>
                  </a:lnTo>
                  <a:lnTo>
                    <a:pt x="35725" y="15572"/>
                  </a:lnTo>
                  <a:lnTo>
                    <a:pt x="35233" y="15572"/>
                  </a:lnTo>
                  <a:lnTo>
                    <a:pt x="35233" y="16338"/>
                  </a:lnTo>
                  <a:lnTo>
                    <a:pt x="35670" y="16338"/>
                  </a:lnTo>
                  <a:lnTo>
                    <a:pt x="35670" y="17762"/>
                  </a:lnTo>
                  <a:lnTo>
                    <a:pt x="35233" y="17762"/>
                  </a:lnTo>
                  <a:lnTo>
                    <a:pt x="35233" y="18254"/>
                  </a:lnTo>
                  <a:cubicBezTo>
                    <a:pt x="35233" y="18254"/>
                    <a:pt x="25767" y="22521"/>
                    <a:pt x="29323" y="28156"/>
                  </a:cubicBezTo>
                  <a:lnTo>
                    <a:pt x="29269" y="29414"/>
                  </a:lnTo>
                  <a:lnTo>
                    <a:pt x="28524" y="29414"/>
                  </a:lnTo>
                  <a:lnTo>
                    <a:pt x="28524" y="34391"/>
                  </a:lnTo>
                  <a:lnTo>
                    <a:pt x="29104" y="34391"/>
                  </a:lnTo>
                  <a:lnTo>
                    <a:pt x="29049" y="35267"/>
                  </a:lnTo>
                  <a:cubicBezTo>
                    <a:pt x="27902" y="35267"/>
                    <a:pt x="26971" y="36197"/>
                    <a:pt x="26971" y="37344"/>
                  </a:cubicBezTo>
                  <a:lnTo>
                    <a:pt x="26971" y="38931"/>
                  </a:lnTo>
                  <a:lnTo>
                    <a:pt x="20406" y="38931"/>
                  </a:lnTo>
                  <a:lnTo>
                    <a:pt x="20442" y="30125"/>
                  </a:lnTo>
                  <a:lnTo>
                    <a:pt x="21171" y="30125"/>
                  </a:lnTo>
                  <a:lnTo>
                    <a:pt x="21171" y="29240"/>
                  </a:lnTo>
                  <a:lnTo>
                    <a:pt x="20832" y="29240"/>
                  </a:lnTo>
                  <a:lnTo>
                    <a:pt x="20832" y="26643"/>
                  </a:lnTo>
                  <a:lnTo>
                    <a:pt x="21171" y="26288"/>
                  </a:lnTo>
                  <a:lnTo>
                    <a:pt x="20720" y="25934"/>
                  </a:lnTo>
                  <a:cubicBezTo>
                    <a:pt x="21002" y="23278"/>
                    <a:pt x="18571" y="22393"/>
                    <a:pt x="18571" y="22393"/>
                  </a:cubicBezTo>
                  <a:lnTo>
                    <a:pt x="18571" y="21333"/>
                  </a:lnTo>
                  <a:lnTo>
                    <a:pt x="18004" y="21333"/>
                  </a:lnTo>
                  <a:lnTo>
                    <a:pt x="17778" y="18854"/>
                  </a:lnTo>
                  <a:lnTo>
                    <a:pt x="17559" y="21333"/>
                  </a:lnTo>
                  <a:lnTo>
                    <a:pt x="17012" y="21333"/>
                  </a:lnTo>
                  <a:lnTo>
                    <a:pt x="17012" y="22396"/>
                  </a:lnTo>
                  <a:cubicBezTo>
                    <a:pt x="17012" y="22396"/>
                    <a:pt x="14659" y="23281"/>
                    <a:pt x="14933" y="25936"/>
                  </a:cubicBezTo>
                  <a:lnTo>
                    <a:pt x="14496" y="26292"/>
                  </a:lnTo>
                  <a:lnTo>
                    <a:pt x="14825" y="26646"/>
                  </a:lnTo>
                  <a:lnTo>
                    <a:pt x="14825" y="29244"/>
                  </a:lnTo>
                  <a:lnTo>
                    <a:pt x="14496" y="29244"/>
                  </a:lnTo>
                  <a:lnTo>
                    <a:pt x="14496" y="30129"/>
                  </a:lnTo>
                  <a:lnTo>
                    <a:pt x="15225" y="30129"/>
                  </a:lnTo>
                  <a:lnTo>
                    <a:pt x="15261" y="38934"/>
                  </a:lnTo>
                  <a:lnTo>
                    <a:pt x="14114" y="38934"/>
                  </a:lnTo>
                  <a:lnTo>
                    <a:pt x="14114" y="41888"/>
                  </a:lnTo>
                  <a:lnTo>
                    <a:pt x="8533" y="41888"/>
                  </a:lnTo>
                  <a:lnTo>
                    <a:pt x="8533" y="44953"/>
                  </a:lnTo>
                  <a:lnTo>
                    <a:pt x="8042" y="44953"/>
                  </a:lnTo>
                  <a:lnTo>
                    <a:pt x="8042" y="46211"/>
                  </a:lnTo>
                  <a:lnTo>
                    <a:pt x="7603" y="46211"/>
                  </a:lnTo>
                  <a:lnTo>
                    <a:pt x="7603" y="46757"/>
                  </a:lnTo>
                  <a:lnTo>
                    <a:pt x="6619" y="47632"/>
                  </a:lnTo>
                  <a:lnTo>
                    <a:pt x="6619" y="48561"/>
                  </a:lnTo>
                  <a:lnTo>
                    <a:pt x="6017" y="48561"/>
                  </a:lnTo>
                  <a:lnTo>
                    <a:pt x="6034" y="44404"/>
                  </a:lnTo>
                  <a:lnTo>
                    <a:pt x="6400" y="44404"/>
                  </a:lnTo>
                  <a:lnTo>
                    <a:pt x="6400" y="43993"/>
                  </a:lnTo>
                  <a:lnTo>
                    <a:pt x="6230" y="43993"/>
                  </a:lnTo>
                  <a:lnTo>
                    <a:pt x="6230" y="42789"/>
                  </a:lnTo>
                  <a:lnTo>
                    <a:pt x="6400" y="42626"/>
                  </a:lnTo>
                  <a:lnTo>
                    <a:pt x="6173" y="42463"/>
                  </a:lnTo>
                  <a:cubicBezTo>
                    <a:pt x="6314" y="41231"/>
                    <a:pt x="5100" y="40822"/>
                    <a:pt x="5100" y="40822"/>
                  </a:cubicBezTo>
                  <a:lnTo>
                    <a:pt x="5100" y="40330"/>
                  </a:lnTo>
                  <a:lnTo>
                    <a:pt x="4817" y="40330"/>
                  </a:lnTo>
                  <a:lnTo>
                    <a:pt x="4705" y="39181"/>
                  </a:lnTo>
                  <a:lnTo>
                    <a:pt x="4595" y="40330"/>
                  </a:lnTo>
                  <a:lnTo>
                    <a:pt x="4321" y="40330"/>
                  </a:lnTo>
                  <a:lnTo>
                    <a:pt x="4321" y="40822"/>
                  </a:lnTo>
                  <a:cubicBezTo>
                    <a:pt x="4321" y="40822"/>
                    <a:pt x="3146" y="41233"/>
                    <a:pt x="3281" y="42463"/>
                  </a:cubicBezTo>
                  <a:lnTo>
                    <a:pt x="3062" y="42626"/>
                  </a:lnTo>
                  <a:lnTo>
                    <a:pt x="3225" y="42789"/>
                  </a:lnTo>
                  <a:lnTo>
                    <a:pt x="3225" y="43993"/>
                  </a:lnTo>
                  <a:lnTo>
                    <a:pt x="3062" y="43993"/>
                  </a:lnTo>
                  <a:lnTo>
                    <a:pt x="3062" y="44404"/>
                  </a:lnTo>
                  <a:lnTo>
                    <a:pt x="3427" y="44404"/>
                  </a:lnTo>
                  <a:lnTo>
                    <a:pt x="3444" y="48561"/>
                  </a:lnTo>
                  <a:lnTo>
                    <a:pt x="0" y="48561"/>
                  </a:lnTo>
                  <a:lnTo>
                    <a:pt x="0" y="65707"/>
                  </a:lnTo>
                  <a:lnTo>
                    <a:pt x="78262" y="65707"/>
                  </a:lnTo>
                  <a:lnTo>
                    <a:pt x="78262" y="48561"/>
                  </a:lnTo>
                  <a:lnTo>
                    <a:pt x="77203" y="48561"/>
                  </a:lnTo>
                  <a:lnTo>
                    <a:pt x="77203" y="40268"/>
                  </a:lnTo>
                  <a:cubicBezTo>
                    <a:pt x="75981" y="36227"/>
                    <a:pt x="72891" y="34915"/>
                    <a:pt x="72891" y="34915"/>
                  </a:cubicBezTo>
                  <a:cubicBezTo>
                    <a:pt x="72891" y="34915"/>
                    <a:pt x="73065" y="34411"/>
                    <a:pt x="72891" y="33096"/>
                  </a:cubicBezTo>
                  <a:cubicBezTo>
                    <a:pt x="72717" y="31784"/>
                    <a:pt x="71464" y="31278"/>
                    <a:pt x="71464" y="31278"/>
                  </a:cubicBezTo>
                  <a:lnTo>
                    <a:pt x="71961" y="31278"/>
                  </a:lnTo>
                  <a:lnTo>
                    <a:pt x="71961" y="30773"/>
                  </a:lnTo>
                  <a:lnTo>
                    <a:pt x="71553" y="30773"/>
                  </a:lnTo>
                  <a:lnTo>
                    <a:pt x="71553" y="30067"/>
                  </a:lnTo>
                  <a:lnTo>
                    <a:pt x="71287" y="30067"/>
                  </a:lnTo>
                  <a:cubicBezTo>
                    <a:pt x="71311" y="29963"/>
                    <a:pt x="71327" y="29845"/>
                    <a:pt x="71327" y="29717"/>
                  </a:cubicBezTo>
                  <a:cubicBezTo>
                    <a:pt x="71327" y="29374"/>
                    <a:pt x="71224" y="29091"/>
                    <a:pt x="71086" y="29015"/>
                  </a:cubicBezTo>
                  <a:lnTo>
                    <a:pt x="71001" y="26636"/>
                  </a:lnTo>
                  <a:lnTo>
                    <a:pt x="70915" y="29036"/>
                  </a:lnTo>
                  <a:cubicBezTo>
                    <a:pt x="70791" y="29133"/>
                    <a:pt x="70701" y="29400"/>
                    <a:pt x="70701" y="29717"/>
                  </a:cubicBezTo>
                  <a:cubicBezTo>
                    <a:pt x="70701" y="29845"/>
                    <a:pt x="70718" y="29963"/>
                    <a:pt x="70742" y="30067"/>
                  </a:cubicBezTo>
                  <a:lnTo>
                    <a:pt x="70458" y="30067"/>
                  </a:lnTo>
                  <a:lnTo>
                    <a:pt x="70458" y="30766"/>
                  </a:lnTo>
                  <a:lnTo>
                    <a:pt x="70067" y="30766"/>
                  </a:lnTo>
                  <a:lnTo>
                    <a:pt x="70067" y="31265"/>
                  </a:lnTo>
                  <a:lnTo>
                    <a:pt x="70539" y="31265"/>
                  </a:lnTo>
                  <a:cubicBezTo>
                    <a:pt x="70539" y="31265"/>
                    <a:pt x="69343" y="31764"/>
                    <a:pt x="69176" y="33063"/>
                  </a:cubicBezTo>
                  <a:cubicBezTo>
                    <a:pt x="69010" y="34362"/>
                    <a:pt x="69176" y="34860"/>
                    <a:pt x="69176" y="34860"/>
                  </a:cubicBezTo>
                  <a:cubicBezTo>
                    <a:pt x="69176" y="34860"/>
                    <a:pt x="66227" y="36159"/>
                    <a:pt x="65058" y="40151"/>
                  </a:cubicBezTo>
                  <a:lnTo>
                    <a:pt x="65058" y="41888"/>
                  </a:lnTo>
                  <a:lnTo>
                    <a:pt x="62686" y="41888"/>
                  </a:lnTo>
                  <a:lnTo>
                    <a:pt x="62686" y="38935"/>
                  </a:lnTo>
                  <a:lnTo>
                    <a:pt x="57563" y="38935"/>
                  </a:lnTo>
                  <a:lnTo>
                    <a:pt x="57563" y="38925"/>
                  </a:lnTo>
                  <a:lnTo>
                    <a:pt x="60071" y="38925"/>
                  </a:lnTo>
                  <a:lnTo>
                    <a:pt x="60072" y="37897"/>
                  </a:lnTo>
                  <a:lnTo>
                    <a:pt x="61174" y="37897"/>
                  </a:lnTo>
                  <a:lnTo>
                    <a:pt x="61174" y="36876"/>
                  </a:lnTo>
                  <a:lnTo>
                    <a:pt x="60073" y="36876"/>
                  </a:lnTo>
                  <a:lnTo>
                    <a:pt x="60113" y="15513"/>
                  </a:lnTo>
                  <a:lnTo>
                    <a:pt x="61520" y="14165"/>
                  </a:lnTo>
                  <a:lnTo>
                    <a:pt x="61520" y="13023"/>
                  </a:lnTo>
                  <a:lnTo>
                    <a:pt x="60367" y="13023"/>
                  </a:lnTo>
                  <a:lnTo>
                    <a:pt x="60341" y="12612"/>
                  </a:lnTo>
                  <a:lnTo>
                    <a:pt x="59624" y="12612"/>
                  </a:lnTo>
                  <a:lnTo>
                    <a:pt x="60367" y="12229"/>
                  </a:lnTo>
                  <a:lnTo>
                    <a:pt x="60367" y="11571"/>
                  </a:lnTo>
                  <a:lnTo>
                    <a:pt x="59600" y="11571"/>
                  </a:lnTo>
                  <a:lnTo>
                    <a:pt x="59625" y="9055"/>
                  </a:lnTo>
                  <a:cubicBezTo>
                    <a:pt x="59625" y="9055"/>
                    <a:pt x="61929" y="7523"/>
                    <a:pt x="60675" y="6428"/>
                  </a:cubicBezTo>
                  <a:cubicBezTo>
                    <a:pt x="59178" y="5124"/>
                    <a:pt x="57979" y="2934"/>
                    <a:pt x="57629" y="2259"/>
                  </a:cubicBezTo>
                  <a:cubicBezTo>
                    <a:pt x="57930" y="2244"/>
                    <a:pt x="58162" y="2130"/>
                    <a:pt x="58162" y="1990"/>
                  </a:cubicBezTo>
                  <a:cubicBezTo>
                    <a:pt x="58162" y="1853"/>
                    <a:pt x="57948" y="1744"/>
                    <a:pt x="57667" y="1720"/>
                  </a:cubicBezTo>
                  <a:lnTo>
                    <a:pt x="57670" y="1720"/>
                  </a:lnTo>
                  <a:lnTo>
                    <a:pt x="57628" y="1223"/>
                  </a:lnTo>
                  <a:cubicBezTo>
                    <a:pt x="57742" y="1204"/>
                    <a:pt x="57825" y="1155"/>
                    <a:pt x="57825" y="1094"/>
                  </a:cubicBezTo>
                  <a:cubicBezTo>
                    <a:pt x="57825" y="1031"/>
                    <a:pt x="57732" y="980"/>
                    <a:pt x="57605" y="963"/>
                  </a:cubicBezTo>
                  <a:lnTo>
                    <a:pt x="575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8"/>
            <p:cNvSpPr/>
            <p:nvPr/>
          </p:nvSpPr>
          <p:spPr>
            <a:xfrm>
              <a:off x="3870075" y="3720225"/>
              <a:ext cx="521100" cy="841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8"/>
            <p:cNvSpPr/>
            <p:nvPr/>
          </p:nvSpPr>
          <p:spPr>
            <a:xfrm>
              <a:off x="4025700" y="3930900"/>
              <a:ext cx="521100" cy="631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8"/>
            <p:cNvSpPr/>
            <p:nvPr/>
          </p:nvSpPr>
          <p:spPr>
            <a:xfrm>
              <a:off x="4222950" y="4220400"/>
              <a:ext cx="521100" cy="341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7" name="Google Shape;637;p38"/>
          <p:cNvSpPr txBox="1">
            <a:spLocks noGrp="1"/>
          </p:cNvSpPr>
          <p:nvPr>
            <p:ph type="title"/>
          </p:nvPr>
        </p:nvSpPr>
        <p:spPr>
          <a:xfrm>
            <a:off x="4312116" y="2150850"/>
            <a:ext cx="4314983"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mj-lt"/>
              </a:rPr>
              <a:t>Interpretation</a:t>
            </a:r>
            <a:endParaRPr dirty="0">
              <a:latin typeface="+mj-lt"/>
            </a:endParaRPr>
          </a:p>
        </p:txBody>
      </p:sp>
      <p:sp>
        <p:nvSpPr>
          <p:cNvPr id="639" name="Google Shape;639;p38"/>
          <p:cNvSpPr txBox="1">
            <a:spLocks noGrp="1"/>
          </p:cNvSpPr>
          <p:nvPr>
            <p:ph type="title" idx="2"/>
          </p:nvPr>
        </p:nvSpPr>
        <p:spPr>
          <a:xfrm>
            <a:off x="3219081" y="1836450"/>
            <a:ext cx="1054894" cy="147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4-B</a:t>
            </a:r>
            <a:endParaRPr dirty="0"/>
          </a:p>
        </p:txBody>
      </p:sp>
      <p:grpSp>
        <p:nvGrpSpPr>
          <p:cNvPr id="640" name="Google Shape;640;p38"/>
          <p:cNvGrpSpPr/>
          <p:nvPr/>
        </p:nvGrpSpPr>
        <p:grpSpPr>
          <a:xfrm flipH="1">
            <a:off x="6151279" y="245011"/>
            <a:ext cx="3240392" cy="1156891"/>
            <a:chOff x="-3505263" y="-2342175"/>
            <a:chExt cx="2645434" cy="944478"/>
          </a:xfrm>
        </p:grpSpPr>
        <p:sp>
          <p:nvSpPr>
            <p:cNvPr id="641" name="Google Shape;641;p38"/>
            <p:cNvSpPr/>
            <p:nvPr/>
          </p:nvSpPr>
          <p:spPr>
            <a:xfrm>
              <a:off x="-3505263" y="-2342175"/>
              <a:ext cx="2645434" cy="944478"/>
            </a:xfrm>
            <a:custGeom>
              <a:avLst/>
              <a:gdLst/>
              <a:ahLst/>
              <a:cxnLst/>
              <a:rect l="l" t="t" r="r" b="b"/>
              <a:pathLst>
                <a:path w="58411" h="20854" extrusionOk="0">
                  <a:moveTo>
                    <a:pt x="8551" y="1"/>
                  </a:moveTo>
                  <a:cubicBezTo>
                    <a:pt x="8250" y="1"/>
                    <a:pt x="7943" y="29"/>
                    <a:pt x="7633" y="88"/>
                  </a:cubicBezTo>
                  <a:cubicBezTo>
                    <a:pt x="5925" y="410"/>
                    <a:pt x="4521" y="1672"/>
                    <a:pt x="4247" y="3134"/>
                  </a:cubicBezTo>
                  <a:cubicBezTo>
                    <a:pt x="3866" y="2557"/>
                    <a:pt x="2723" y="1765"/>
                    <a:pt x="1752" y="1765"/>
                  </a:cubicBezTo>
                  <a:cubicBezTo>
                    <a:pt x="1405" y="1765"/>
                    <a:pt x="1080" y="1865"/>
                    <a:pt x="819" y="2113"/>
                  </a:cubicBezTo>
                  <a:cubicBezTo>
                    <a:pt x="324" y="8386"/>
                    <a:pt x="81" y="14564"/>
                    <a:pt x="0" y="20854"/>
                  </a:cubicBezTo>
                  <a:cubicBezTo>
                    <a:pt x="350" y="20567"/>
                    <a:pt x="381" y="19928"/>
                    <a:pt x="730" y="19642"/>
                  </a:cubicBezTo>
                  <a:cubicBezTo>
                    <a:pt x="788" y="19644"/>
                    <a:pt x="846" y="19645"/>
                    <a:pt x="904" y="19645"/>
                  </a:cubicBezTo>
                  <a:cubicBezTo>
                    <a:pt x="3080" y="19645"/>
                    <a:pt x="5185" y="18137"/>
                    <a:pt x="5834" y="16082"/>
                  </a:cubicBezTo>
                  <a:cubicBezTo>
                    <a:pt x="6196" y="16509"/>
                    <a:pt x="6762" y="16749"/>
                    <a:pt x="7326" y="16749"/>
                  </a:cubicBezTo>
                  <a:cubicBezTo>
                    <a:pt x="7543" y="16749"/>
                    <a:pt x="7760" y="16713"/>
                    <a:pt x="7965" y="16639"/>
                  </a:cubicBezTo>
                  <a:cubicBezTo>
                    <a:pt x="8533" y="16432"/>
                    <a:pt x="8975" y="15935"/>
                    <a:pt x="9142" y="15363"/>
                  </a:cubicBezTo>
                  <a:lnTo>
                    <a:pt x="9142" y="15363"/>
                  </a:lnTo>
                  <a:cubicBezTo>
                    <a:pt x="9004" y="17346"/>
                    <a:pt x="10520" y="18964"/>
                    <a:pt x="12634" y="18964"/>
                  </a:cubicBezTo>
                  <a:cubicBezTo>
                    <a:pt x="12665" y="18964"/>
                    <a:pt x="12696" y="18964"/>
                    <a:pt x="12727" y="18963"/>
                  </a:cubicBezTo>
                  <a:cubicBezTo>
                    <a:pt x="14564" y="18921"/>
                    <a:pt x="16273" y="17502"/>
                    <a:pt x="16617" y="15763"/>
                  </a:cubicBezTo>
                  <a:cubicBezTo>
                    <a:pt x="17355" y="17516"/>
                    <a:pt x="19074" y="18685"/>
                    <a:pt x="21000" y="18782"/>
                  </a:cubicBezTo>
                  <a:cubicBezTo>
                    <a:pt x="21086" y="18786"/>
                    <a:pt x="21170" y="18788"/>
                    <a:pt x="21252" y="18788"/>
                  </a:cubicBezTo>
                  <a:cubicBezTo>
                    <a:pt x="22967" y="18788"/>
                    <a:pt x="23962" y="17894"/>
                    <a:pt x="25456" y="17227"/>
                  </a:cubicBezTo>
                  <a:cubicBezTo>
                    <a:pt x="25685" y="17125"/>
                    <a:pt x="25902" y="17082"/>
                    <a:pt x="26112" y="17082"/>
                  </a:cubicBezTo>
                  <a:cubicBezTo>
                    <a:pt x="27102" y="17082"/>
                    <a:pt x="27927" y="18043"/>
                    <a:pt x="29144" y="18237"/>
                  </a:cubicBezTo>
                  <a:cubicBezTo>
                    <a:pt x="29299" y="18262"/>
                    <a:pt x="29448" y="18273"/>
                    <a:pt x="29593" y="18273"/>
                  </a:cubicBezTo>
                  <a:cubicBezTo>
                    <a:pt x="30588" y="18273"/>
                    <a:pt x="31363" y="17755"/>
                    <a:pt x="32313" y="17735"/>
                  </a:cubicBezTo>
                  <a:cubicBezTo>
                    <a:pt x="32327" y="17735"/>
                    <a:pt x="32341" y="17734"/>
                    <a:pt x="32355" y="17734"/>
                  </a:cubicBezTo>
                  <a:cubicBezTo>
                    <a:pt x="33320" y="17734"/>
                    <a:pt x="34036" y="18444"/>
                    <a:pt x="35058" y="18444"/>
                  </a:cubicBezTo>
                  <a:cubicBezTo>
                    <a:pt x="35149" y="18444"/>
                    <a:pt x="35241" y="18438"/>
                    <a:pt x="35337" y="18426"/>
                  </a:cubicBezTo>
                  <a:cubicBezTo>
                    <a:pt x="35590" y="18395"/>
                    <a:pt x="38241" y="17272"/>
                    <a:pt x="37919" y="17007"/>
                  </a:cubicBezTo>
                  <a:lnTo>
                    <a:pt x="37919" y="17007"/>
                  </a:lnTo>
                  <a:cubicBezTo>
                    <a:pt x="39122" y="17997"/>
                    <a:pt x="40691" y="18512"/>
                    <a:pt x="42256" y="18512"/>
                  </a:cubicBezTo>
                  <a:cubicBezTo>
                    <a:pt x="43295" y="18512"/>
                    <a:pt x="44333" y="18285"/>
                    <a:pt x="45260" y="17818"/>
                  </a:cubicBezTo>
                  <a:cubicBezTo>
                    <a:pt x="45406" y="17745"/>
                    <a:pt x="45571" y="17713"/>
                    <a:pt x="45751" y="17713"/>
                  </a:cubicBezTo>
                  <a:cubicBezTo>
                    <a:pt x="46688" y="17713"/>
                    <a:pt x="47996" y="18569"/>
                    <a:pt x="48717" y="18783"/>
                  </a:cubicBezTo>
                  <a:cubicBezTo>
                    <a:pt x="50082" y="19193"/>
                    <a:pt x="52228" y="19736"/>
                    <a:pt x="54110" y="19736"/>
                  </a:cubicBezTo>
                  <a:cubicBezTo>
                    <a:pt x="55100" y="19736"/>
                    <a:pt x="56016" y="19586"/>
                    <a:pt x="56709" y="19188"/>
                  </a:cubicBezTo>
                  <a:cubicBezTo>
                    <a:pt x="57780" y="18573"/>
                    <a:pt x="58411" y="17143"/>
                    <a:pt x="57838" y="16058"/>
                  </a:cubicBezTo>
                  <a:cubicBezTo>
                    <a:pt x="57595" y="15598"/>
                    <a:pt x="57056" y="15261"/>
                    <a:pt x="56560" y="15261"/>
                  </a:cubicBezTo>
                  <a:cubicBezTo>
                    <a:pt x="56335" y="15261"/>
                    <a:pt x="56120" y="15330"/>
                    <a:pt x="55944" y="15487"/>
                  </a:cubicBezTo>
                  <a:cubicBezTo>
                    <a:pt x="55762" y="14546"/>
                    <a:pt x="54832" y="13810"/>
                    <a:pt x="53866" y="13810"/>
                  </a:cubicBezTo>
                  <a:cubicBezTo>
                    <a:pt x="53816" y="13810"/>
                    <a:pt x="53767" y="13812"/>
                    <a:pt x="53718" y="13816"/>
                  </a:cubicBezTo>
                  <a:cubicBezTo>
                    <a:pt x="53399" y="13843"/>
                    <a:pt x="53014" y="14048"/>
                    <a:pt x="53071" y="14360"/>
                  </a:cubicBezTo>
                  <a:lnTo>
                    <a:pt x="53071" y="14360"/>
                  </a:lnTo>
                  <a:cubicBezTo>
                    <a:pt x="52806" y="13837"/>
                    <a:pt x="52199" y="13568"/>
                    <a:pt x="51598" y="13568"/>
                  </a:cubicBezTo>
                  <a:cubicBezTo>
                    <a:pt x="51448" y="13568"/>
                    <a:pt x="51299" y="13584"/>
                    <a:pt x="51155" y="13618"/>
                  </a:cubicBezTo>
                  <a:cubicBezTo>
                    <a:pt x="50516" y="13765"/>
                    <a:pt x="50169" y="14318"/>
                    <a:pt x="49609" y="14516"/>
                  </a:cubicBezTo>
                  <a:cubicBezTo>
                    <a:pt x="49490" y="14558"/>
                    <a:pt x="49356" y="14568"/>
                    <a:pt x="49218" y="14568"/>
                  </a:cubicBezTo>
                  <a:cubicBezTo>
                    <a:pt x="49092" y="14568"/>
                    <a:pt x="48962" y="14560"/>
                    <a:pt x="48834" y="14560"/>
                  </a:cubicBezTo>
                  <a:cubicBezTo>
                    <a:pt x="48723" y="14560"/>
                    <a:pt x="48614" y="14566"/>
                    <a:pt x="48510" y="14589"/>
                  </a:cubicBezTo>
                  <a:cubicBezTo>
                    <a:pt x="48857" y="13692"/>
                    <a:pt x="48836" y="12676"/>
                    <a:pt x="48357" y="11827"/>
                  </a:cubicBezTo>
                  <a:cubicBezTo>
                    <a:pt x="47787" y="10814"/>
                    <a:pt x="46294" y="10136"/>
                    <a:pt x="44911" y="10136"/>
                  </a:cubicBezTo>
                  <a:cubicBezTo>
                    <a:pt x="43733" y="10136"/>
                    <a:pt x="42635" y="10628"/>
                    <a:pt x="42254" y="11820"/>
                  </a:cubicBezTo>
                  <a:cubicBezTo>
                    <a:pt x="42990" y="9521"/>
                    <a:pt x="41690" y="7020"/>
                    <a:pt x="39190" y="6591"/>
                  </a:cubicBezTo>
                  <a:cubicBezTo>
                    <a:pt x="38942" y="6549"/>
                    <a:pt x="38708" y="6529"/>
                    <a:pt x="38485" y="6529"/>
                  </a:cubicBezTo>
                  <a:cubicBezTo>
                    <a:pt x="36817" y="6529"/>
                    <a:pt x="35788" y="7644"/>
                    <a:pt x="34620" y="8798"/>
                  </a:cubicBezTo>
                  <a:cubicBezTo>
                    <a:pt x="34329" y="7821"/>
                    <a:pt x="33816" y="6805"/>
                    <a:pt x="32805" y="6341"/>
                  </a:cubicBezTo>
                  <a:cubicBezTo>
                    <a:pt x="32504" y="6203"/>
                    <a:pt x="32167" y="6135"/>
                    <a:pt x="31832" y="6135"/>
                  </a:cubicBezTo>
                  <a:cubicBezTo>
                    <a:pt x="31094" y="6135"/>
                    <a:pt x="30362" y="6464"/>
                    <a:pt x="30011" y="7097"/>
                  </a:cubicBezTo>
                  <a:cubicBezTo>
                    <a:pt x="29695" y="6025"/>
                    <a:pt x="28691" y="5182"/>
                    <a:pt x="27565" y="5045"/>
                  </a:cubicBezTo>
                  <a:cubicBezTo>
                    <a:pt x="27457" y="5032"/>
                    <a:pt x="27347" y="5026"/>
                    <a:pt x="27238" y="5026"/>
                  </a:cubicBezTo>
                  <a:cubicBezTo>
                    <a:pt x="26218" y="5026"/>
                    <a:pt x="25204" y="5582"/>
                    <a:pt x="24690" y="6456"/>
                  </a:cubicBezTo>
                  <a:cubicBezTo>
                    <a:pt x="24546" y="6072"/>
                    <a:pt x="24129" y="5865"/>
                    <a:pt x="23719" y="5865"/>
                  </a:cubicBezTo>
                  <a:cubicBezTo>
                    <a:pt x="23394" y="5865"/>
                    <a:pt x="23072" y="5996"/>
                    <a:pt x="22897" y="6272"/>
                  </a:cubicBezTo>
                  <a:cubicBezTo>
                    <a:pt x="22793" y="3886"/>
                    <a:pt x="21309" y="1514"/>
                    <a:pt x="19036" y="691"/>
                  </a:cubicBezTo>
                  <a:cubicBezTo>
                    <a:pt x="18516" y="502"/>
                    <a:pt x="17962" y="412"/>
                    <a:pt x="17407" y="412"/>
                  </a:cubicBezTo>
                  <a:cubicBezTo>
                    <a:pt x="15538" y="412"/>
                    <a:pt x="13653" y="1433"/>
                    <a:pt x="12971" y="3146"/>
                  </a:cubicBezTo>
                  <a:cubicBezTo>
                    <a:pt x="12260" y="1231"/>
                    <a:pt x="10536" y="1"/>
                    <a:pt x="85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8"/>
            <p:cNvSpPr/>
            <p:nvPr/>
          </p:nvSpPr>
          <p:spPr>
            <a:xfrm>
              <a:off x="-3477455" y="-2105490"/>
              <a:ext cx="2162824" cy="651950"/>
            </a:xfrm>
            <a:custGeom>
              <a:avLst/>
              <a:gdLst/>
              <a:ahLst/>
              <a:cxnLst/>
              <a:rect l="l" t="t" r="r" b="b"/>
              <a:pathLst>
                <a:path w="47755" h="14395" extrusionOk="0">
                  <a:moveTo>
                    <a:pt x="8566" y="0"/>
                  </a:moveTo>
                  <a:cubicBezTo>
                    <a:pt x="6796" y="0"/>
                    <a:pt x="4938" y="1048"/>
                    <a:pt x="4310" y="2704"/>
                  </a:cubicBezTo>
                  <a:cubicBezTo>
                    <a:pt x="3967" y="2497"/>
                    <a:pt x="3573" y="2401"/>
                    <a:pt x="3174" y="2401"/>
                  </a:cubicBezTo>
                  <a:cubicBezTo>
                    <a:pt x="2493" y="2401"/>
                    <a:pt x="1798" y="2681"/>
                    <a:pt x="1316" y="3165"/>
                  </a:cubicBezTo>
                  <a:cubicBezTo>
                    <a:pt x="555" y="3933"/>
                    <a:pt x="307" y="5111"/>
                    <a:pt x="535" y="6164"/>
                  </a:cubicBezTo>
                  <a:cubicBezTo>
                    <a:pt x="489" y="6088"/>
                    <a:pt x="403" y="6053"/>
                    <a:pt x="314" y="6053"/>
                  </a:cubicBezTo>
                  <a:cubicBezTo>
                    <a:pt x="189" y="6053"/>
                    <a:pt x="60" y="6123"/>
                    <a:pt x="34" y="6246"/>
                  </a:cubicBezTo>
                  <a:lnTo>
                    <a:pt x="1" y="14391"/>
                  </a:lnTo>
                  <a:cubicBezTo>
                    <a:pt x="58" y="14393"/>
                    <a:pt x="115" y="14394"/>
                    <a:pt x="172" y="14394"/>
                  </a:cubicBezTo>
                  <a:cubicBezTo>
                    <a:pt x="2351" y="14394"/>
                    <a:pt x="4457" y="12885"/>
                    <a:pt x="5106" y="10829"/>
                  </a:cubicBezTo>
                  <a:cubicBezTo>
                    <a:pt x="5468" y="11256"/>
                    <a:pt x="6034" y="11496"/>
                    <a:pt x="6597" y="11496"/>
                  </a:cubicBezTo>
                  <a:cubicBezTo>
                    <a:pt x="6815" y="11496"/>
                    <a:pt x="7032" y="11461"/>
                    <a:pt x="7237" y="11386"/>
                  </a:cubicBezTo>
                  <a:cubicBezTo>
                    <a:pt x="7805" y="11179"/>
                    <a:pt x="8247" y="10682"/>
                    <a:pt x="8414" y="10110"/>
                  </a:cubicBezTo>
                  <a:lnTo>
                    <a:pt x="8414" y="10110"/>
                  </a:lnTo>
                  <a:cubicBezTo>
                    <a:pt x="8276" y="12093"/>
                    <a:pt x="9792" y="13712"/>
                    <a:pt x="11905" y="13712"/>
                  </a:cubicBezTo>
                  <a:cubicBezTo>
                    <a:pt x="11936" y="13712"/>
                    <a:pt x="11966" y="13711"/>
                    <a:pt x="11997" y="13711"/>
                  </a:cubicBezTo>
                  <a:cubicBezTo>
                    <a:pt x="13836" y="13668"/>
                    <a:pt x="15545" y="12249"/>
                    <a:pt x="15889" y="10512"/>
                  </a:cubicBezTo>
                  <a:cubicBezTo>
                    <a:pt x="16627" y="12263"/>
                    <a:pt x="18346" y="13432"/>
                    <a:pt x="20272" y="13529"/>
                  </a:cubicBezTo>
                  <a:cubicBezTo>
                    <a:pt x="20358" y="13534"/>
                    <a:pt x="20442" y="13536"/>
                    <a:pt x="20524" y="13536"/>
                  </a:cubicBezTo>
                  <a:cubicBezTo>
                    <a:pt x="22239" y="13536"/>
                    <a:pt x="23234" y="12641"/>
                    <a:pt x="24728" y="11975"/>
                  </a:cubicBezTo>
                  <a:cubicBezTo>
                    <a:pt x="24957" y="11872"/>
                    <a:pt x="25175" y="11829"/>
                    <a:pt x="25384" y="11829"/>
                  </a:cubicBezTo>
                  <a:cubicBezTo>
                    <a:pt x="26374" y="11829"/>
                    <a:pt x="27199" y="12790"/>
                    <a:pt x="28415" y="12985"/>
                  </a:cubicBezTo>
                  <a:cubicBezTo>
                    <a:pt x="28569" y="13010"/>
                    <a:pt x="28718" y="13021"/>
                    <a:pt x="28863" y="13021"/>
                  </a:cubicBezTo>
                  <a:cubicBezTo>
                    <a:pt x="29859" y="13021"/>
                    <a:pt x="30635" y="12502"/>
                    <a:pt x="31584" y="12482"/>
                  </a:cubicBezTo>
                  <a:cubicBezTo>
                    <a:pt x="31598" y="12482"/>
                    <a:pt x="31612" y="12482"/>
                    <a:pt x="31625" y="12482"/>
                  </a:cubicBezTo>
                  <a:cubicBezTo>
                    <a:pt x="32593" y="12482"/>
                    <a:pt x="33309" y="13192"/>
                    <a:pt x="34333" y="13192"/>
                  </a:cubicBezTo>
                  <a:cubicBezTo>
                    <a:pt x="34422" y="13192"/>
                    <a:pt x="34514" y="13187"/>
                    <a:pt x="34609" y="13175"/>
                  </a:cubicBezTo>
                  <a:cubicBezTo>
                    <a:pt x="34862" y="13143"/>
                    <a:pt x="37513" y="12020"/>
                    <a:pt x="37191" y="11755"/>
                  </a:cubicBezTo>
                  <a:lnTo>
                    <a:pt x="37191" y="11755"/>
                  </a:lnTo>
                  <a:cubicBezTo>
                    <a:pt x="38060" y="12468"/>
                    <a:pt x="39201" y="12821"/>
                    <a:pt x="40332" y="12821"/>
                  </a:cubicBezTo>
                  <a:cubicBezTo>
                    <a:pt x="40424" y="12821"/>
                    <a:pt x="40515" y="12819"/>
                    <a:pt x="40607" y="12814"/>
                  </a:cubicBezTo>
                  <a:cubicBezTo>
                    <a:pt x="41227" y="12783"/>
                    <a:pt x="41842" y="12645"/>
                    <a:pt x="42413" y="12406"/>
                  </a:cubicBezTo>
                  <a:cubicBezTo>
                    <a:pt x="42566" y="12343"/>
                    <a:pt x="43787" y="11535"/>
                    <a:pt x="43800" y="11535"/>
                  </a:cubicBezTo>
                  <a:cubicBezTo>
                    <a:pt x="43800" y="11535"/>
                    <a:pt x="43800" y="11535"/>
                    <a:pt x="43800" y="11535"/>
                  </a:cubicBezTo>
                  <a:cubicBezTo>
                    <a:pt x="44365" y="11815"/>
                    <a:pt x="44991" y="11975"/>
                    <a:pt x="45622" y="12001"/>
                  </a:cubicBezTo>
                  <a:cubicBezTo>
                    <a:pt x="45672" y="12004"/>
                    <a:pt x="45723" y="12005"/>
                    <a:pt x="45774" y="12005"/>
                  </a:cubicBezTo>
                  <a:cubicBezTo>
                    <a:pt x="46297" y="12005"/>
                    <a:pt x="46840" y="11887"/>
                    <a:pt x="47212" y="11531"/>
                  </a:cubicBezTo>
                  <a:cubicBezTo>
                    <a:pt x="47664" y="11092"/>
                    <a:pt x="47754" y="10368"/>
                    <a:pt x="47524" y="9788"/>
                  </a:cubicBezTo>
                  <a:cubicBezTo>
                    <a:pt x="47293" y="9204"/>
                    <a:pt x="46793" y="8756"/>
                    <a:pt x="46230" y="8468"/>
                  </a:cubicBezTo>
                  <a:cubicBezTo>
                    <a:pt x="45848" y="8272"/>
                    <a:pt x="45406" y="8146"/>
                    <a:pt x="44979" y="8146"/>
                  </a:cubicBezTo>
                  <a:cubicBezTo>
                    <a:pt x="44644" y="8146"/>
                    <a:pt x="44317" y="8223"/>
                    <a:pt x="44035" y="8405"/>
                  </a:cubicBezTo>
                  <a:cubicBezTo>
                    <a:pt x="43544" y="7920"/>
                    <a:pt x="42848" y="7662"/>
                    <a:pt x="42155" y="7662"/>
                  </a:cubicBezTo>
                  <a:cubicBezTo>
                    <a:pt x="41743" y="7662"/>
                    <a:pt x="41332" y="7753"/>
                    <a:pt x="40967" y="7942"/>
                  </a:cubicBezTo>
                  <a:cubicBezTo>
                    <a:pt x="40742" y="7079"/>
                    <a:pt x="40511" y="6206"/>
                    <a:pt x="40087" y="5421"/>
                  </a:cubicBezTo>
                  <a:cubicBezTo>
                    <a:pt x="39661" y="4633"/>
                    <a:pt x="39014" y="3931"/>
                    <a:pt x="38171" y="3610"/>
                  </a:cubicBezTo>
                  <a:cubicBezTo>
                    <a:pt x="37771" y="3458"/>
                    <a:pt x="37346" y="3397"/>
                    <a:pt x="36916" y="3397"/>
                  </a:cubicBezTo>
                  <a:cubicBezTo>
                    <a:pt x="36578" y="3397"/>
                    <a:pt x="36238" y="3435"/>
                    <a:pt x="35906" y="3493"/>
                  </a:cubicBezTo>
                  <a:cubicBezTo>
                    <a:pt x="34861" y="3680"/>
                    <a:pt x="33729" y="4200"/>
                    <a:pt x="33430" y="5205"/>
                  </a:cubicBezTo>
                  <a:cubicBezTo>
                    <a:pt x="32603" y="4549"/>
                    <a:pt x="31667" y="3973"/>
                    <a:pt x="30619" y="3814"/>
                  </a:cubicBezTo>
                  <a:cubicBezTo>
                    <a:pt x="30450" y="3788"/>
                    <a:pt x="30278" y="3775"/>
                    <a:pt x="30105" y="3775"/>
                  </a:cubicBezTo>
                  <a:cubicBezTo>
                    <a:pt x="29205" y="3775"/>
                    <a:pt x="28295" y="4128"/>
                    <a:pt x="27788" y="4848"/>
                  </a:cubicBezTo>
                  <a:cubicBezTo>
                    <a:pt x="27273" y="4408"/>
                    <a:pt x="26670" y="4032"/>
                    <a:pt x="25996" y="3943"/>
                  </a:cubicBezTo>
                  <a:cubicBezTo>
                    <a:pt x="25913" y="3933"/>
                    <a:pt x="25829" y="3927"/>
                    <a:pt x="25745" y="3927"/>
                  </a:cubicBezTo>
                  <a:cubicBezTo>
                    <a:pt x="25142" y="3927"/>
                    <a:pt x="24525" y="4195"/>
                    <a:pt x="24239" y="4711"/>
                  </a:cubicBezTo>
                  <a:cubicBezTo>
                    <a:pt x="23759" y="4120"/>
                    <a:pt x="23002" y="3789"/>
                    <a:pt x="22243" y="3755"/>
                  </a:cubicBezTo>
                  <a:cubicBezTo>
                    <a:pt x="22221" y="3754"/>
                    <a:pt x="22200" y="3754"/>
                    <a:pt x="22179" y="3754"/>
                  </a:cubicBezTo>
                  <a:cubicBezTo>
                    <a:pt x="21801" y="3754"/>
                    <a:pt x="21487" y="3889"/>
                    <a:pt x="21125" y="3931"/>
                  </a:cubicBezTo>
                  <a:cubicBezTo>
                    <a:pt x="20970" y="3949"/>
                    <a:pt x="20876" y="3966"/>
                    <a:pt x="20812" y="3966"/>
                  </a:cubicBezTo>
                  <a:cubicBezTo>
                    <a:pt x="20667" y="3966"/>
                    <a:pt x="20682" y="3879"/>
                    <a:pt x="20517" y="3522"/>
                  </a:cubicBezTo>
                  <a:cubicBezTo>
                    <a:pt x="19891" y="2171"/>
                    <a:pt x="18685" y="1090"/>
                    <a:pt x="17167" y="841"/>
                  </a:cubicBezTo>
                  <a:cubicBezTo>
                    <a:pt x="16953" y="806"/>
                    <a:pt x="16734" y="788"/>
                    <a:pt x="16514" y="788"/>
                  </a:cubicBezTo>
                  <a:cubicBezTo>
                    <a:pt x="15729" y="788"/>
                    <a:pt x="14933" y="1015"/>
                    <a:pt x="14310" y="1482"/>
                  </a:cubicBezTo>
                  <a:cubicBezTo>
                    <a:pt x="13773" y="1884"/>
                    <a:pt x="12908" y="2912"/>
                    <a:pt x="13064" y="3657"/>
                  </a:cubicBezTo>
                  <a:cubicBezTo>
                    <a:pt x="12679" y="1821"/>
                    <a:pt x="11046" y="307"/>
                    <a:pt x="9164" y="41"/>
                  </a:cubicBezTo>
                  <a:cubicBezTo>
                    <a:pt x="8967" y="14"/>
                    <a:pt x="8767" y="0"/>
                    <a:pt x="856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3" name="Google Shape;643;p38"/>
          <p:cNvGrpSpPr/>
          <p:nvPr/>
        </p:nvGrpSpPr>
        <p:grpSpPr>
          <a:xfrm flipH="1">
            <a:off x="-97892" y="-633232"/>
            <a:ext cx="2397448" cy="1746190"/>
            <a:chOff x="-390075" y="-1053725"/>
            <a:chExt cx="1516125" cy="1104275"/>
          </a:xfrm>
        </p:grpSpPr>
        <p:sp>
          <p:nvSpPr>
            <p:cNvPr id="644" name="Google Shape;644;p38"/>
            <p:cNvSpPr/>
            <p:nvPr/>
          </p:nvSpPr>
          <p:spPr>
            <a:xfrm>
              <a:off x="-390075" y="-1053725"/>
              <a:ext cx="1514475" cy="1104275"/>
            </a:xfrm>
            <a:custGeom>
              <a:avLst/>
              <a:gdLst/>
              <a:ahLst/>
              <a:cxnLst/>
              <a:rect l="l" t="t" r="r" b="b"/>
              <a:pathLst>
                <a:path w="60579" h="44171" extrusionOk="0">
                  <a:moveTo>
                    <a:pt x="59573" y="1"/>
                  </a:moveTo>
                  <a:cubicBezTo>
                    <a:pt x="58295" y="1"/>
                    <a:pt x="57056" y="438"/>
                    <a:pt x="56015" y="1230"/>
                  </a:cubicBezTo>
                  <a:cubicBezTo>
                    <a:pt x="54702" y="2230"/>
                    <a:pt x="53832" y="3798"/>
                    <a:pt x="53676" y="5448"/>
                  </a:cubicBezTo>
                  <a:cubicBezTo>
                    <a:pt x="53253" y="5416"/>
                    <a:pt x="52812" y="5392"/>
                    <a:pt x="52371" y="5392"/>
                  </a:cubicBezTo>
                  <a:cubicBezTo>
                    <a:pt x="50891" y="5392"/>
                    <a:pt x="49405" y="5665"/>
                    <a:pt x="48573" y="6823"/>
                  </a:cubicBezTo>
                  <a:cubicBezTo>
                    <a:pt x="47432" y="3555"/>
                    <a:pt x="44387" y="1521"/>
                    <a:pt x="41022" y="1521"/>
                  </a:cubicBezTo>
                  <a:cubicBezTo>
                    <a:pt x="40632" y="1521"/>
                    <a:pt x="40239" y="1548"/>
                    <a:pt x="39843" y="1604"/>
                  </a:cubicBezTo>
                  <a:cubicBezTo>
                    <a:pt x="37572" y="1926"/>
                    <a:pt x="35461" y="3225"/>
                    <a:pt x="34043" y="4986"/>
                  </a:cubicBezTo>
                  <a:cubicBezTo>
                    <a:pt x="33057" y="6212"/>
                    <a:pt x="32357" y="7680"/>
                    <a:pt x="32169" y="9241"/>
                  </a:cubicBezTo>
                  <a:cubicBezTo>
                    <a:pt x="32020" y="10486"/>
                    <a:pt x="32011" y="11851"/>
                    <a:pt x="32890" y="12849"/>
                  </a:cubicBezTo>
                  <a:cubicBezTo>
                    <a:pt x="32523" y="13135"/>
                    <a:pt x="32222" y="13504"/>
                    <a:pt x="32018" y="13921"/>
                  </a:cubicBezTo>
                  <a:cubicBezTo>
                    <a:pt x="31404" y="13599"/>
                    <a:pt x="30715" y="13445"/>
                    <a:pt x="30022" y="13445"/>
                  </a:cubicBezTo>
                  <a:cubicBezTo>
                    <a:pt x="28894" y="13445"/>
                    <a:pt x="27755" y="13851"/>
                    <a:pt x="26909" y="14593"/>
                  </a:cubicBezTo>
                  <a:cubicBezTo>
                    <a:pt x="25449" y="15872"/>
                    <a:pt x="24836" y="18090"/>
                    <a:pt x="25467" y="19917"/>
                  </a:cubicBezTo>
                  <a:cubicBezTo>
                    <a:pt x="25594" y="20283"/>
                    <a:pt x="26074" y="21788"/>
                    <a:pt x="26473" y="21909"/>
                  </a:cubicBezTo>
                  <a:cubicBezTo>
                    <a:pt x="26367" y="21877"/>
                    <a:pt x="26258" y="21862"/>
                    <a:pt x="26149" y="21862"/>
                  </a:cubicBezTo>
                  <a:cubicBezTo>
                    <a:pt x="25756" y="21862"/>
                    <a:pt x="25360" y="22056"/>
                    <a:pt x="25071" y="22331"/>
                  </a:cubicBezTo>
                  <a:cubicBezTo>
                    <a:pt x="24704" y="22685"/>
                    <a:pt x="24476" y="23150"/>
                    <a:pt x="24254" y="23607"/>
                  </a:cubicBezTo>
                  <a:cubicBezTo>
                    <a:pt x="23740" y="23198"/>
                    <a:pt x="23211" y="22779"/>
                    <a:pt x="22586" y="22565"/>
                  </a:cubicBezTo>
                  <a:cubicBezTo>
                    <a:pt x="22235" y="22445"/>
                    <a:pt x="21896" y="22390"/>
                    <a:pt x="21572" y="22390"/>
                  </a:cubicBezTo>
                  <a:cubicBezTo>
                    <a:pt x="19026" y="22390"/>
                    <a:pt x="17380" y="25817"/>
                    <a:pt x="17839" y="28099"/>
                  </a:cubicBezTo>
                  <a:cubicBezTo>
                    <a:pt x="17627" y="28027"/>
                    <a:pt x="17403" y="27992"/>
                    <a:pt x="17179" y="27992"/>
                  </a:cubicBezTo>
                  <a:cubicBezTo>
                    <a:pt x="16695" y="27992"/>
                    <a:pt x="16210" y="28155"/>
                    <a:pt x="15835" y="28462"/>
                  </a:cubicBezTo>
                  <a:cubicBezTo>
                    <a:pt x="15285" y="28909"/>
                    <a:pt x="14990" y="29651"/>
                    <a:pt x="15080" y="30354"/>
                  </a:cubicBezTo>
                  <a:cubicBezTo>
                    <a:pt x="14977" y="30183"/>
                    <a:pt x="14776" y="30098"/>
                    <a:pt x="14574" y="30098"/>
                  </a:cubicBezTo>
                  <a:cubicBezTo>
                    <a:pt x="14500" y="30098"/>
                    <a:pt x="14426" y="30109"/>
                    <a:pt x="14357" y="30132"/>
                  </a:cubicBezTo>
                  <a:cubicBezTo>
                    <a:pt x="14099" y="30215"/>
                    <a:pt x="13899" y="30420"/>
                    <a:pt x="13740" y="30642"/>
                  </a:cubicBezTo>
                  <a:cubicBezTo>
                    <a:pt x="12447" y="32443"/>
                    <a:pt x="13872" y="33512"/>
                    <a:pt x="14373" y="35140"/>
                  </a:cubicBezTo>
                  <a:cubicBezTo>
                    <a:pt x="13465" y="35255"/>
                    <a:pt x="12543" y="35375"/>
                    <a:pt x="11695" y="35719"/>
                  </a:cubicBezTo>
                  <a:cubicBezTo>
                    <a:pt x="10849" y="36066"/>
                    <a:pt x="10069" y="36668"/>
                    <a:pt x="9720" y="37504"/>
                  </a:cubicBezTo>
                  <a:cubicBezTo>
                    <a:pt x="8727" y="36783"/>
                    <a:pt x="7500" y="36435"/>
                    <a:pt x="6273" y="36435"/>
                  </a:cubicBezTo>
                  <a:cubicBezTo>
                    <a:pt x="5738" y="36435"/>
                    <a:pt x="5203" y="36501"/>
                    <a:pt x="4687" y="36631"/>
                  </a:cubicBezTo>
                  <a:cubicBezTo>
                    <a:pt x="3936" y="36821"/>
                    <a:pt x="2875" y="37188"/>
                    <a:pt x="2355" y="37792"/>
                  </a:cubicBezTo>
                  <a:cubicBezTo>
                    <a:pt x="1777" y="38464"/>
                    <a:pt x="2185" y="39334"/>
                    <a:pt x="2580" y="40082"/>
                  </a:cubicBezTo>
                  <a:cubicBezTo>
                    <a:pt x="2449" y="40001"/>
                    <a:pt x="2305" y="39965"/>
                    <a:pt x="2159" y="39965"/>
                  </a:cubicBezTo>
                  <a:cubicBezTo>
                    <a:pt x="1744" y="39965"/>
                    <a:pt x="1311" y="40255"/>
                    <a:pt x="1108" y="40643"/>
                  </a:cubicBezTo>
                  <a:cubicBezTo>
                    <a:pt x="836" y="41168"/>
                    <a:pt x="871" y="41795"/>
                    <a:pt x="928" y="42384"/>
                  </a:cubicBezTo>
                  <a:cubicBezTo>
                    <a:pt x="511" y="42388"/>
                    <a:pt x="126" y="42745"/>
                    <a:pt x="88" y="43166"/>
                  </a:cubicBezTo>
                  <a:cubicBezTo>
                    <a:pt x="1" y="44106"/>
                    <a:pt x="987" y="44162"/>
                    <a:pt x="1624" y="44169"/>
                  </a:cubicBezTo>
                  <a:cubicBezTo>
                    <a:pt x="1665" y="44170"/>
                    <a:pt x="1705" y="44170"/>
                    <a:pt x="1746" y="44170"/>
                  </a:cubicBezTo>
                  <a:cubicBezTo>
                    <a:pt x="2906" y="44170"/>
                    <a:pt x="4136" y="43965"/>
                    <a:pt x="4849" y="42913"/>
                  </a:cubicBezTo>
                  <a:cubicBezTo>
                    <a:pt x="6472" y="43457"/>
                    <a:pt x="8638" y="43663"/>
                    <a:pt x="10371" y="43696"/>
                  </a:cubicBezTo>
                  <a:cubicBezTo>
                    <a:pt x="10468" y="43697"/>
                    <a:pt x="10566" y="43698"/>
                    <a:pt x="10664" y="43698"/>
                  </a:cubicBezTo>
                  <a:cubicBezTo>
                    <a:pt x="12076" y="43698"/>
                    <a:pt x="13601" y="43487"/>
                    <a:pt x="14491" y="42410"/>
                  </a:cubicBezTo>
                  <a:cubicBezTo>
                    <a:pt x="14910" y="43067"/>
                    <a:pt x="15717" y="43304"/>
                    <a:pt x="16517" y="43304"/>
                  </a:cubicBezTo>
                  <a:cubicBezTo>
                    <a:pt x="16726" y="43304"/>
                    <a:pt x="16935" y="43288"/>
                    <a:pt x="17136" y="43258"/>
                  </a:cubicBezTo>
                  <a:cubicBezTo>
                    <a:pt x="17971" y="43136"/>
                    <a:pt x="18799" y="42856"/>
                    <a:pt x="19632" y="42856"/>
                  </a:cubicBezTo>
                  <a:cubicBezTo>
                    <a:pt x="19768" y="42856"/>
                    <a:pt x="19904" y="42864"/>
                    <a:pt x="20040" y="42880"/>
                  </a:cubicBezTo>
                  <a:cubicBezTo>
                    <a:pt x="20467" y="42933"/>
                    <a:pt x="20890" y="43078"/>
                    <a:pt x="21319" y="43078"/>
                  </a:cubicBezTo>
                  <a:cubicBezTo>
                    <a:pt x="21352" y="43078"/>
                    <a:pt x="21385" y="43078"/>
                    <a:pt x="21418" y="43076"/>
                  </a:cubicBezTo>
                  <a:cubicBezTo>
                    <a:pt x="22870" y="42997"/>
                    <a:pt x="23593" y="41213"/>
                    <a:pt x="23544" y="39750"/>
                  </a:cubicBezTo>
                  <a:lnTo>
                    <a:pt x="23544" y="39750"/>
                  </a:lnTo>
                  <a:cubicBezTo>
                    <a:pt x="23744" y="39792"/>
                    <a:pt x="23946" y="39812"/>
                    <a:pt x="24147" y="39812"/>
                  </a:cubicBezTo>
                  <a:cubicBezTo>
                    <a:pt x="25920" y="39812"/>
                    <a:pt x="27636" y="38259"/>
                    <a:pt x="27675" y="36446"/>
                  </a:cubicBezTo>
                  <a:cubicBezTo>
                    <a:pt x="28057" y="36586"/>
                    <a:pt x="28461" y="36653"/>
                    <a:pt x="28866" y="36653"/>
                  </a:cubicBezTo>
                  <a:cubicBezTo>
                    <a:pt x="29743" y="36653"/>
                    <a:pt x="30621" y="36336"/>
                    <a:pt x="31275" y="35746"/>
                  </a:cubicBezTo>
                  <a:cubicBezTo>
                    <a:pt x="31470" y="36963"/>
                    <a:pt x="32624" y="37796"/>
                    <a:pt x="33782" y="38198"/>
                  </a:cubicBezTo>
                  <a:cubicBezTo>
                    <a:pt x="34550" y="38466"/>
                    <a:pt x="35359" y="38595"/>
                    <a:pt x="36170" y="38595"/>
                  </a:cubicBezTo>
                  <a:cubicBezTo>
                    <a:pt x="38287" y="38595"/>
                    <a:pt x="40414" y="37716"/>
                    <a:pt x="41845" y="36139"/>
                  </a:cubicBezTo>
                  <a:cubicBezTo>
                    <a:pt x="43068" y="35954"/>
                    <a:pt x="44265" y="35592"/>
                    <a:pt x="45390" y="35071"/>
                  </a:cubicBezTo>
                  <a:cubicBezTo>
                    <a:pt x="46292" y="34651"/>
                    <a:pt x="47275" y="33880"/>
                    <a:pt x="47114" y="32892"/>
                  </a:cubicBezTo>
                  <a:lnTo>
                    <a:pt x="47114" y="32892"/>
                  </a:lnTo>
                  <a:cubicBezTo>
                    <a:pt x="48037" y="33944"/>
                    <a:pt x="49434" y="34491"/>
                    <a:pt x="50825" y="34491"/>
                  </a:cubicBezTo>
                  <a:cubicBezTo>
                    <a:pt x="51907" y="34491"/>
                    <a:pt x="52986" y="34159"/>
                    <a:pt x="53833" y="33476"/>
                  </a:cubicBezTo>
                  <a:cubicBezTo>
                    <a:pt x="54773" y="34494"/>
                    <a:pt x="56092" y="35018"/>
                    <a:pt x="57408" y="35018"/>
                  </a:cubicBezTo>
                  <a:cubicBezTo>
                    <a:pt x="58550" y="35018"/>
                    <a:pt x="59690" y="34623"/>
                    <a:pt x="60577" y="33813"/>
                  </a:cubicBezTo>
                  <a:lnTo>
                    <a:pt x="60579" y="92"/>
                  </a:lnTo>
                  <a:cubicBezTo>
                    <a:pt x="60243" y="30"/>
                    <a:pt x="59906" y="1"/>
                    <a:pt x="595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8"/>
            <p:cNvSpPr/>
            <p:nvPr/>
          </p:nvSpPr>
          <p:spPr>
            <a:xfrm>
              <a:off x="-54850" y="-958750"/>
              <a:ext cx="1180900" cy="914075"/>
            </a:xfrm>
            <a:custGeom>
              <a:avLst/>
              <a:gdLst/>
              <a:ahLst/>
              <a:cxnLst/>
              <a:rect l="l" t="t" r="r" b="b"/>
              <a:pathLst>
                <a:path w="47236" h="36563" extrusionOk="0">
                  <a:moveTo>
                    <a:pt x="27799" y="1"/>
                  </a:moveTo>
                  <a:cubicBezTo>
                    <a:pt x="25737" y="1"/>
                    <a:pt x="23667" y="863"/>
                    <a:pt x="22306" y="2398"/>
                  </a:cubicBezTo>
                  <a:cubicBezTo>
                    <a:pt x="20442" y="4501"/>
                    <a:pt x="20025" y="7740"/>
                    <a:pt x="21298" y="10236"/>
                  </a:cubicBezTo>
                  <a:cubicBezTo>
                    <a:pt x="20655" y="10312"/>
                    <a:pt x="20077" y="10777"/>
                    <a:pt x="19872" y="11383"/>
                  </a:cubicBezTo>
                  <a:cubicBezTo>
                    <a:pt x="19466" y="11273"/>
                    <a:pt x="19048" y="11221"/>
                    <a:pt x="18630" y="11221"/>
                  </a:cubicBezTo>
                  <a:cubicBezTo>
                    <a:pt x="17007" y="11221"/>
                    <a:pt x="15378" y="12011"/>
                    <a:pt x="14455" y="13335"/>
                  </a:cubicBezTo>
                  <a:cubicBezTo>
                    <a:pt x="13291" y="15001"/>
                    <a:pt x="13330" y="17392"/>
                    <a:pt x="14542" y="19022"/>
                  </a:cubicBezTo>
                  <a:cubicBezTo>
                    <a:pt x="14504" y="19021"/>
                    <a:pt x="14467" y="19020"/>
                    <a:pt x="14430" y="19020"/>
                  </a:cubicBezTo>
                  <a:cubicBezTo>
                    <a:pt x="12573" y="19020"/>
                    <a:pt x="10840" y="20592"/>
                    <a:pt x="10709" y="22425"/>
                  </a:cubicBezTo>
                  <a:cubicBezTo>
                    <a:pt x="10377" y="21470"/>
                    <a:pt x="9357" y="20827"/>
                    <a:pt x="8345" y="20827"/>
                  </a:cubicBezTo>
                  <a:cubicBezTo>
                    <a:pt x="8091" y="20827"/>
                    <a:pt x="7836" y="20868"/>
                    <a:pt x="7594" y="20955"/>
                  </a:cubicBezTo>
                  <a:cubicBezTo>
                    <a:pt x="7068" y="21145"/>
                    <a:pt x="6641" y="21537"/>
                    <a:pt x="6365" y="22011"/>
                  </a:cubicBezTo>
                  <a:cubicBezTo>
                    <a:pt x="6045" y="22562"/>
                    <a:pt x="6281" y="23246"/>
                    <a:pt x="6058" y="23711"/>
                  </a:cubicBezTo>
                  <a:cubicBezTo>
                    <a:pt x="5843" y="24158"/>
                    <a:pt x="4991" y="24208"/>
                    <a:pt x="4504" y="24463"/>
                  </a:cubicBezTo>
                  <a:cubicBezTo>
                    <a:pt x="3866" y="24799"/>
                    <a:pt x="3303" y="25277"/>
                    <a:pt x="2881" y="25859"/>
                  </a:cubicBezTo>
                  <a:cubicBezTo>
                    <a:pt x="2099" y="26934"/>
                    <a:pt x="1816" y="28348"/>
                    <a:pt x="2123" y="29636"/>
                  </a:cubicBezTo>
                  <a:cubicBezTo>
                    <a:pt x="999" y="29871"/>
                    <a:pt x="178" y="30964"/>
                    <a:pt x="89" y="32096"/>
                  </a:cubicBezTo>
                  <a:cubicBezTo>
                    <a:pt x="1" y="33227"/>
                    <a:pt x="549" y="34347"/>
                    <a:pt x="1370" y="35143"/>
                  </a:cubicBezTo>
                  <a:cubicBezTo>
                    <a:pt x="2285" y="36031"/>
                    <a:pt x="3559" y="36562"/>
                    <a:pt x="4840" y="36562"/>
                  </a:cubicBezTo>
                  <a:cubicBezTo>
                    <a:pt x="5012" y="36562"/>
                    <a:pt x="5184" y="36553"/>
                    <a:pt x="5356" y="36533"/>
                  </a:cubicBezTo>
                  <a:cubicBezTo>
                    <a:pt x="6804" y="36366"/>
                    <a:pt x="8159" y="35462"/>
                    <a:pt x="8793" y="34167"/>
                  </a:cubicBezTo>
                  <a:cubicBezTo>
                    <a:pt x="9186" y="34872"/>
                    <a:pt x="10031" y="35232"/>
                    <a:pt x="10854" y="35232"/>
                  </a:cubicBezTo>
                  <a:cubicBezTo>
                    <a:pt x="10958" y="35232"/>
                    <a:pt x="11062" y="35226"/>
                    <a:pt x="11164" y="35215"/>
                  </a:cubicBezTo>
                  <a:cubicBezTo>
                    <a:pt x="12627" y="35052"/>
                    <a:pt x="14284" y="34224"/>
                    <a:pt x="14317" y="32648"/>
                  </a:cubicBezTo>
                  <a:cubicBezTo>
                    <a:pt x="14698" y="32788"/>
                    <a:pt x="15103" y="32856"/>
                    <a:pt x="15508" y="32856"/>
                  </a:cubicBezTo>
                  <a:cubicBezTo>
                    <a:pt x="16385" y="32856"/>
                    <a:pt x="17264" y="32538"/>
                    <a:pt x="17918" y="31948"/>
                  </a:cubicBezTo>
                  <a:cubicBezTo>
                    <a:pt x="18112" y="33167"/>
                    <a:pt x="19267" y="33999"/>
                    <a:pt x="20424" y="34401"/>
                  </a:cubicBezTo>
                  <a:cubicBezTo>
                    <a:pt x="21192" y="34669"/>
                    <a:pt x="22002" y="34797"/>
                    <a:pt x="22813" y="34797"/>
                  </a:cubicBezTo>
                  <a:cubicBezTo>
                    <a:pt x="24929" y="34797"/>
                    <a:pt x="27056" y="33919"/>
                    <a:pt x="28488" y="32342"/>
                  </a:cubicBezTo>
                  <a:cubicBezTo>
                    <a:pt x="29711" y="32156"/>
                    <a:pt x="30907" y="31796"/>
                    <a:pt x="32031" y="31273"/>
                  </a:cubicBezTo>
                  <a:cubicBezTo>
                    <a:pt x="32934" y="30855"/>
                    <a:pt x="33916" y="30083"/>
                    <a:pt x="33756" y="29095"/>
                  </a:cubicBezTo>
                  <a:lnTo>
                    <a:pt x="33756" y="29095"/>
                  </a:lnTo>
                  <a:cubicBezTo>
                    <a:pt x="34679" y="30147"/>
                    <a:pt x="36076" y="30695"/>
                    <a:pt x="37466" y="30695"/>
                  </a:cubicBezTo>
                  <a:cubicBezTo>
                    <a:pt x="38549" y="30695"/>
                    <a:pt x="39627" y="30362"/>
                    <a:pt x="40475" y="29678"/>
                  </a:cubicBezTo>
                  <a:cubicBezTo>
                    <a:pt x="41415" y="30695"/>
                    <a:pt x="42734" y="31220"/>
                    <a:pt x="44050" y="31220"/>
                  </a:cubicBezTo>
                  <a:cubicBezTo>
                    <a:pt x="45192" y="31220"/>
                    <a:pt x="46332" y="30825"/>
                    <a:pt x="47219" y="30014"/>
                  </a:cubicBezTo>
                  <a:lnTo>
                    <a:pt x="47236" y="308"/>
                  </a:lnTo>
                  <a:cubicBezTo>
                    <a:pt x="47058" y="286"/>
                    <a:pt x="46879" y="275"/>
                    <a:pt x="46697" y="275"/>
                  </a:cubicBezTo>
                  <a:cubicBezTo>
                    <a:pt x="45370" y="275"/>
                    <a:pt x="43975" y="861"/>
                    <a:pt x="43091" y="1803"/>
                  </a:cubicBezTo>
                  <a:cubicBezTo>
                    <a:pt x="42339" y="2604"/>
                    <a:pt x="41357" y="4335"/>
                    <a:pt x="41969" y="5477"/>
                  </a:cubicBezTo>
                  <a:cubicBezTo>
                    <a:pt x="41364" y="4350"/>
                    <a:pt x="40119" y="3827"/>
                    <a:pt x="38875" y="3827"/>
                  </a:cubicBezTo>
                  <a:cubicBezTo>
                    <a:pt x="38416" y="3827"/>
                    <a:pt x="37957" y="3899"/>
                    <a:pt x="37530" y="4037"/>
                  </a:cubicBezTo>
                  <a:cubicBezTo>
                    <a:pt x="36401" y="4404"/>
                    <a:pt x="34798" y="5305"/>
                    <a:pt x="34874" y="6669"/>
                  </a:cubicBezTo>
                  <a:cubicBezTo>
                    <a:pt x="34719" y="3881"/>
                    <a:pt x="32726" y="1275"/>
                    <a:pt x="30048" y="365"/>
                  </a:cubicBezTo>
                  <a:cubicBezTo>
                    <a:pt x="29324" y="119"/>
                    <a:pt x="28562" y="1"/>
                    <a:pt x="27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6" name="Google Shape;646;p38"/>
          <p:cNvGrpSpPr/>
          <p:nvPr/>
        </p:nvGrpSpPr>
        <p:grpSpPr>
          <a:xfrm>
            <a:off x="3047087" y="-15274"/>
            <a:ext cx="2841961" cy="957144"/>
            <a:chOff x="744050" y="-1549100"/>
            <a:chExt cx="1014950" cy="341825"/>
          </a:xfrm>
        </p:grpSpPr>
        <p:sp>
          <p:nvSpPr>
            <p:cNvPr id="647" name="Google Shape;647;p38"/>
            <p:cNvSpPr/>
            <p:nvPr/>
          </p:nvSpPr>
          <p:spPr>
            <a:xfrm>
              <a:off x="746100" y="-1549100"/>
              <a:ext cx="1012900" cy="341700"/>
            </a:xfrm>
            <a:custGeom>
              <a:avLst/>
              <a:gdLst/>
              <a:ahLst/>
              <a:cxnLst/>
              <a:rect l="l" t="t" r="r" b="b"/>
              <a:pathLst>
                <a:path w="40516" h="13668" extrusionOk="0">
                  <a:moveTo>
                    <a:pt x="10959" y="1"/>
                  </a:moveTo>
                  <a:cubicBezTo>
                    <a:pt x="8739" y="1"/>
                    <a:pt x="6307" y="1140"/>
                    <a:pt x="5018" y="2683"/>
                  </a:cubicBezTo>
                  <a:cubicBezTo>
                    <a:pt x="4049" y="3842"/>
                    <a:pt x="3268" y="5504"/>
                    <a:pt x="3112" y="7009"/>
                  </a:cubicBezTo>
                  <a:cubicBezTo>
                    <a:pt x="2019" y="7179"/>
                    <a:pt x="984" y="7845"/>
                    <a:pt x="492" y="8835"/>
                  </a:cubicBezTo>
                  <a:cubicBezTo>
                    <a:pt x="0" y="9823"/>
                    <a:pt x="126" y="11122"/>
                    <a:pt x="889" y="11922"/>
                  </a:cubicBezTo>
                  <a:cubicBezTo>
                    <a:pt x="1543" y="12605"/>
                    <a:pt x="2603" y="12849"/>
                    <a:pt x="3671" y="12849"/>
                  </a:cubicBezTo>
                  <a:cubicBezTo>
                    <a:pt x="4552" y="12849"/>
                    <a:pt x="5439" y="12683"/>
                    <a:pt x="6108" y="12458"/>
                  </a:cubicBezTo>
                  <a:cubicBezTo>
                    <a:pt x="6414" y="12358"/>
                    <a:pt x="6721" y="12234"/>
                    <a:pt x="7042" y="12234"/>
                  </a:cubicBezTo>
                  <a:cubicBezTo>
                    <a:pt x="7045" y="12234"/>
                    <a:pt x="7049" y="12234"/>
                    <a:pt x="7052" y="12234"/>
                  </a:cubicBezTo>
                  <a:cubicBezTo>
                    <a:pt x="7453" y="12239"/>
                    <a:pt x="7818" y="12440"/>
                    <a:pt x="8189" y="12591"/>
                  </a:cubicBezTo>
                  <a:cubicBezTo>
                    <a:pt x="8908" y="12883"/>
                    <a:pt x="9676" y="12994"/>
                    <a:pt x="10453" y="12994"/>
                  </a:cubicBezTo>
                  <a:cubicBezTo>
                    <a:pt x="11170" y="12994"/>
                    <a:pt x="11895" y="12900"/>
                    <a:pt x="12597" y="12766"/>
                  </a:cubicBezTo>
                  <a:cubicBezTo>
                    <a:pt x="13009" y="12688"/>
                    <a:pt x="13487" y="12547"/>
                    <a:pt x="13985" y="12405"/>
                  </a:cubicBezTo>
                  <a:cubicBezTo>
                    <a:pt x="14741" y="12189"/>
                    <a:pt x="15548" y="11970"/>
                    <a:pt x="16249" y="11970"/>
                  </a:cubicBezTo>
                  <a:cubicBezTo>
                    <a:pt x="16431" y="11970"/>
                    <a:pt x="16607" y="11985"/>
                    <a:pt x="16772" y="12018"/>
                  </a:cubicBezTo>
                  <a:cubicBezTo>
                    <a:pt x="17655" y="12196"/>
                    <a:pt x="18584" y="12946"/>
                    <a:pt x="19511" y="13199"/>
                  </a:cubicBezTo>
                  <a:cubicBezTo>
                    <a:pt x="20586" y="13491"/>
                    <a:pt x="21754" y="13667"/>
                    <a:pt x="22915" y="13667"/>
                  </a:cubicBezTo>
                  <a:cubicBezTo>
                    <a:pt x="23972" y="13667"/>
                    <a:pt x="25023" y="13521"/>
                    <a:pt x="25993" y="13185"/>
                  </a:cubicBezTo>
                  <a:cubicBezTo>
                    <a:pt x="26414" y="13039"/>
                    <a:pt x="26822" y="12852"/>
                    <a:pt x="27258" y="12759"/>
                  </a:cubicBezTo>
                  <a:cubicBezTo>
                    <a:pt x="27985" y="12605"/>
                    <a:pt x="28714" y="12569"/>
                    <a:pt x="29445" y="12569"/>
                  </a:cubicBezTo>
                  <a:cubicBezTo>
                    <a:pt x="30076" y="12569"/>
                    <a:pt x="30707" y="12595"/>
                    <a:pt x="31338" y="12595"/>
                  </a:cubicBezTo>
                  <a:cubicBezTo>
                    <a:pt x="31778" y="12595"/>
                    <a:pt x="32218" y="12582"/>
                    <a:pt x="32658" y="12539"/>
                  </a:cubicBezTo>
                  <a:cubicBezTo>
                    <a:pt x="33006" y="12503"/>
                    <a:pt x="33329" y="12489"/>
                    <a:pt x="33640" y="12489"/>
                  </a:cubicBezTo>
                  <a:cubicBezTo>
                    <a:pt x="34610" y="12489"/>
                    <a:pt x="35455" y="12627"/>
                    <a:pt x="36556" y="12695"/>
                  </a:cubicBezTo>
                  <a:cubicBezTo>
                    <a:pt x="36874" y="12713"/>
                    <a:pt x="37259" y="12733"/>
                    <a:pt x="37659" y="12733"/>
                  </a:cubicBezTo>
                  <a:cubicBezTo>
                    <a:pt x="38373" y="12733"/>
                    <a:pt x="39135" y="12670"/>
                    <a:pt x="39658" y="12422"/>
                  </a:cubicBezTo>
                  <a:cubicBezTo>
                    <a:pt x="40129" y="12198"/>
                    <a:pt x="40515" y="11723"/>
                    <a:pt x="40483" y="11203"/>
                  </a:cubicBezTo>
                  <a:cubicBezTo>
                    <a:pt x="40469" y="10960"/>
                    <a:pt x="40366" y="10730"/>
                    <a:pt x="40244" y="10519"/>
                  </a:cubicBezTo>
                  <a:cubicBezTo>
                    <a:pt x="39944" y="10011"/>
                    <a:pt x="39492" y="9576"/>
                    <a:pt x="38932" y="9391"/>
                  </a:cubicBezTo>
                  <a:cubicBezTo>
                    <a:pt x="38752" y="9331"/>
                    <a:pt x="38560" y="9300"/>
                    <a:pt x="38369" y="9300"/>
                  </a:cubicBezTo>
                  <a:cubicBezTo>
                    <a:pt x="37969" y="9300"/>
                    <a:pt x="37571" y="9435"/>
                    <a:pt x="37284" y="9711"/>
                  </a:cubicBezTo>
                  <a:cubicBezTo>
                    <a:pt x="37368" y="8463"/>
                    <a:pt x="36023" y="7363"/>
                    <a:pt x="34842" y="7363"/>
                  </a:cubicBezTo>
                  <a:cubicBezTo>
                    <a:pt x="34804" y="7363"/>
                    <a:pt x="34766" y="7364"/>
                    <a:pt x="34728" y="7366"/>
                  </a:cubicBezTo>
                  <a:cubicBezTo>
                    <a:pt x="33642" y="7432"/>
                    <a:pt x="32662" y="8333"/>
                    <a:pt x="32507" y="9413"/>
                  </a:cubicBezTo>
                  <a:cubicBezTo>
                    <a:pt x="32118" y="8923"/>
                    <a:pt x="31619" y="8490"/>
                    <a:pt x="31015" y="8329"/>
                  </a:cubicBezTo>
                  <a:cubicBezTo>
                    <a:pt x="30869" y="8290"/>
                    <a:pt x="30716" y="8270"/>
                    <a:pt x="30564" y="8270"/>
                  </a:cubicBezTo>
                  <a:cubicBezTo>
                    <a:pt x="30083" y="8270"/>
                    <a:pt x="29603" y="8465"/>
                    <a:pt x="29335" y="8857"/>
                  </a:cubicBezTo>
                  <a:cubicBezTo>
                    <a:pt x="29259" y="7601"/>
                    <a:pt x="28521" y="6386"/>
                    <a:pt x="27572" y="5588"/>
                  </a:cubicBezTo>
                  <a:cubicBezTo>
                    <a:pt x="27003" y="5110"/>
                    <a:pt x="26302" y="4783"/>
                    <a:pt x="25561" y="4693"/>
                  </a:cubicBezTo>
                  <a:cubicBezTo>
                    <a:pt x="25419" y="4676"/>
                    <a:pt x="25277" y="4667"/>
                    <a:pt x="25135" y="4667"/>
                  </a:cubicBezTo>
                  <a:cubicBezTo>
                    <a:pt x="23673" y="4667"/>
                    <a:pt x="22228" y="5549"/>
                    <a:pt x="21597" y="6875"/>
                  </a:cubicBezTo>
                  <a:cubicBezTo>
                    <a:pt x="21050" y="5854"/>
                    <a:pt x="19954" y="5241"/>
                    <a:pt x="18923" y="5241"/>
                  </a:cubicBezTo>
                  <a:cubicBezTo>
                    <a:pt x="17982" y="5241"/>
                    <a:pt x="17096" y="5751"/>
                    <a:pt x="16727" y="6925"/>
                  </a:cubicBezTo>
                  <a:cubicBezTo>
                    <a:pt x="17445" y="4641"/>
                    <a:pt x="15224" y="1533"/>
                    <a:pt x="13332" y="539"/>
                  </a:cubicBezTo>
                  <a:cubicBezTo>
                    <a:pt x="12622" y="166"/>
                    <a:pt x="11806" y="1"/>
                    <a:pt x="109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8"/>
            <p:cNvSpPr/>
            <p:nvPr/>
          </p:nvSpPr>
          <p:spPr>
            <a:xfrm>
              <a:off x="744050" y="-1459525"/>
              <a:ext cx="982125" cy="252250"/>
            </a:xfrm>
            <a:custGeom>
              <a:avLst/>
              <a:gdLst/>
              <a:ahLst/>
              <a:cxnLst/>
              <a:rect l="l" t="t" r="r" b="b"/>
              <a:pathLst>
                <a:path w="39285" h="10090" extrusionOk="0">
                  <a:moveTo>
                    <a:pt x="9924" y="1"/>
                  </a:moveTo>
                  <a:cubicBezTo>
                    <a:pt x="9547" y="1"/>
                    <a:pt x="9171" y="31"/>
                    <a:pt x="8800" y="92"/>
                  </a:cubicBezTo>
                  <a:cubicBezTo>
                    <a:pt x="6167" y="525"/>
                    <a:pt x="4582" y="2600"/>
                    <a:pt x="4488" y="5215"/>
                  </a:cubicBezTo>
                  <a:cubicBezTo>
                    <a:pt x="4082" y="4795"/>
                    <a:pt x="3549" y="4607"/>
                    <a:pt x="3009" y="4607"/>
                  </a:cubicBezTo>
                  <a:cubicBezTo>
                    <a:pt x="2379" y="4607"/>
                    <a:pt x="1739" y="4863"/>
                    <a:pt x="1276" y="5305"/>
                  </a:cubicBezTo>
                  <a:cubicBezTo>
                    <a:pt x="1" y="6521"/>
                    <a:pt x="476" y="8358"/>
                    <a:pt x="2022" y="8979"/>
                  </a:cubicBezTo>
                  <a:cubicBezTo>
                    <a:pt x="2577" y="9203"/>
                    <a:pt x="3196" y="9297"/>
                    <a:pt x="3824" y="9297"/>
                  </a:cubicBezTo>
                  <a:cubicBezTo>
                    <a:pt x="4661" y="9297"/>
                    <a:pt x="5514" y="9130"/>
                    <a:pt x="6254" y="8882"/>
                  </a:cubicBezTo>
                  <a:cubicBezTo>
                    <a:pt x="6560" y="8782"/>
                    <a:pt x="6867" y="8658"/>
                    <a:pt x="7190" y="8658"/>
                  </a:cubicBezTo>
                  <a:cubicBezTo>
                    <a:pt x="7193" y="8658"/>
                    <a:pt x="7197" y="8658"/>
                    <a:pt x="7200" y="8658"/>
                  </a:cubicBezTo>
                  <a:cubicBezTo>
                    <a:pt x="7601" y="8663"/>
                    <a:pt x="7966" y="8864"/>
                    <a:pt x="8336" y="9015"/>
                  </a:cubicBezTo>
                  <a:cubicBezTo>
                    <a:pt x="9055" y="9307"/>
                    <a:pt x="9823" y="9418"/>
                    <a:pt x="10600" y="9418"/>
                  </a:cubicBezTo>
                  <a:cubicBezTo>
                    <a:pt x="11317" y="9418"/>
                    <a:pt x="12042" y="9324"/>
                    <a:pt x="12745" y="9190"/>
                  </a:cubicBezTo>
                  <a:cubicBezTo>
                    <a:pt x="13156" y="9112"/>
                    <a:pt x="13634" y="8971"/>
                    <a:pt x="14131" y="8829"/>
                  </a:cubicBezTo>
                  <a:cubicBezTo>
                    <a:pt x="14891" y="8612"/>
                    <a:pt x="15699" y="8393"/>
                    <a:pt x="16403" y="8393"/>
                  </a:cubicBezTo>
                  <a:cubicBezTo>
                    <a:pt x="16583" y="8393"/>
                    <a:pt x="16756" y="8407"/>
                    <a:pt x="16920" y="8440"/>
                  </a:cubicBezTo>
                  <a:cubicBezTo>
                    <a:pt x="17801" y="8617"/>
                    <a:pt x="18730" y="9367"/>
                    <a:pt x="19658" y="9620"/>
                  </a:cubicBezTo>
                  <a:cubicBezTo>
                    <a:pt x="20732" y="9913"/>
                    <a:pt x="21900" y="10089"/>
                    <a:pt x="23061" y="10089"/>
                  </a:cubicBezTo>
                  <a:cubicBezTo>
                    <a:pt x="24119" y="10089"/>
                    <a:pt x="25171" y="9943"/>
                    <a:pt x="26141" y="9606"/>
                  </a:cubicBezTo>
                  <a:cubicBezTo>
                    <a:pt x="26562" y="9460"/>
                    <a:pt x="26970" y="9275"/>
                    <a:pt x="27406" y="9182"/>
                  </a:cubicBezTo>
                  <a:cubicBezTo>
                    <a:pt x="28132" y="9027"/>
                    <a:pt x="28862" y="8991"/>
                    <a:pt x="29593" y="8991"/>
                  </a:cubicBezTo>
                  <a:cubicBezTo>
                    <a:pt x="30222" y="8991"/>
                    <a:pt x="30851" y="9017"/>
                    <a:pt x="31481" y="9017"/>
                  </a:cubicBezTo>
                  <a:cubicBezTo>
                    <a:pt x="31922" y="9017"/>
                    <a:pt x="32364" y="9004"/>
                    <a:pt x="32804" y="8960"/>
                  </a:cubicBezTo>
                  <a:cubicBezTo>
                    <a:pt x="33151" y="8925"/>
                    <a:pt x="33472" y="8911"/>
                    <a:pt x="33781" y="8911"/>
                  </a:cubicBezTo>
                  <a:cubicBezTo>
                    <a:pt x="34754" y="8911"/>
                    <a:pt x="35600" y="9050"/>
                    <a:pt x="36704" y="9116"/>
                  </a:cubicBezTo>
                  <a:cubicBezTo>
                    <a:pt x="37004" y="9134"/>
                    <a:pt x="37469" y="9212"/>
                    <a:pt x="37904" y="9212"/>
                  </a:cubicBezTo>
                  <a:cubicBezTo>
                    <a:pt x="38265" y="9212"/>
                    <a:pt x="38605" y="9159"/>
                    <a:pt x="38812" y="8972"/>
                  </a:cubicBezTo>
                  <a:cubicBezTo>
                    <a:pt x="39284" y="8547"/>
                    <a:pt x="39103" y="7640"/>
                    <a:pt x="38587" y="7326"/>
                  </a:cubicBezTo>
                  <a:cubicBezTo>
                    <a:pt x="38374" y="7197"/>
                    <a:pt x="38131" y="7141"/>
                    <a:pt x="37883" y="7141"/>
                  </a:cubicBezTo>
                  <a:cubicBezTo>
                    <a:pt x="37571" y="7141"/>
                    <a:pt x="37251" y="7230"/>
                    <a:pt x="36971" y="7371"/>
                  </a:cubicBezTo>
                  <a:cubicBezTo>
                    <a:pt x="36814" y="6381"/>
                    <a:pt x="35826" y="5635"/>
                    <a:pt x="34825" y="5635"/>
                  </a:cubicBezTo>
                  <a:cubicBezTo>
                    <a:pt x="34810" y="5635"/>
                    <a:pt x="34796" y="5635"/>
                    <a:pt x="34781" y="5636"/>
                  </a:cubicBezTo>
                  <a:cubicBezTo>
                    <a:pt x="33766" y="5658"/>
                    <a:pt x="32833" y="6374"/>
                    <a:pt x="32426" y="7307"/>
                  </a:cubicBezTo>
                  <a:cubicBezTo>
                    <a:pt x="32145" y="6699"/>
                    <a:pt x="31485" y="6290"/>
                    <a:pt x="30818" y="6290"/>
                  </a:cubicBezTo>
                  <a:cubicBezTo>
                    <a:pt x="30770" y="6290"/>
                    <a:pt x="30722" y="6292"/>
                    <a:pt x="30674" y="6296"/>
                  </a:cubicBezTo>
                  <a:cubicBezTo>
                    <a:pt x="29957" y="6364"/>
                    <a:pt x="29312" y="6913"/>
                    <a:pt x="29132" y="7609"/>
                  </a:cubicBezTo>
                  <a:cubicBezTo>
                    <a:pt x="28799" y="5803"/>
                    <a:pt x="27848" y="4379"/>
                    <a:pt x="25955" y="4009"/>
                  </a:cubicBezTo>
                  <a:cubicBezTo>
                    <a:pt x="25694" y="3958"/>
                    <a:pt x="25429" y="3933"/>
                    <a:pt x="25164" y="3933"/>
                  </a:cubicBezTo>
                  <a:cubicBezTo>
                    <a:pt x="24465" y="3933"/>
                    <a:pt x="23766" y="4107"/>
                    <a:pt x="23144" y="4427"/>
                  </a:cubicBezTo>
                  <a:cubicBezTo>
                    <a:pt x="22769" y="4622"/>
                    <a:pt x="21328" y="5591"/>
                    <a:pt x="21433" y="6150"/>
                  </a:cubicBezTo>
                  <a:cubicBezTo>
                    <a:pt x="21224" y="5045"/>
                    <a:pt x="20226" y="4139"/>
                    <a:pt x="19106" y="4039"/>
                  </a:cubicBezTo>
                  <a:cubicBezTo>
                    <a:pt x="19035" y="4033"/>
                    <a:pt x="18965" y="4030"/>
                    <a:pt x="18895" y="4030"/>
                  </a:cubicBezTo>
                  <a:cubicBezTo>
                    <a:pt x="17844" y="4030"/>
                    <a:pt x="16815" y="4717"/>
                    <a:pt x="16438" y="5703"/>
                  </a:cubicBezTo>
                  <a:cubicBezTo>
                    <a:pt x="16297" y="3933"/>
                    <a:pt x="15308" y="2266"/>
                    <a:pt x="13864" y="1233"/>
                  </a:cubicBezTo>
                  <a:cubicBezTo>
                    <a:pt x="12725" y="420"/>
                    <a:pt x="11324" y="1"/>
                    <a:pt x="99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9" name="Google Shape;649;p38"/>
          <p:cNvSpPr/>
          <p:nvPr/>
        </p:nvSpPr>
        <p:spPr>
          <a:xfrm>
            <a:off x="2602816" y="679550"/>
            <a:ext cx="334443" cy="341696"/>
          </a:xfrm>
          <a:custGeom>
            <a:avLst/>
            <a:gdLst/>
            <a:ahLst/>
            <a:cxnLst/>
            <a:rect l="l" t="t" r="r" b="b"/>
            <a:pathLst>
              <a:path w="4565" h="4664" extrusionOk="0">
                <a:moveTo>
                  <a:pt x="3082" y="0"/>
                </a:moveTo>
                <a:lnTo>
                  <a:pt x="1839" y="1064"/>
                </a:lnTo>
                <a:lnTo>
                  <a:pt x="259" y="645"/>
                </a:lnTo>
                <a:lnTo>
                  <a:pt x="889" y="2155"/>
                </a:lnTo>
                <a:lnTo>
                  <a:pt x="1" y="3527"/>
                </a:lnTo>
                <a:lnTo>
                  <a:pt x="1630" y="3394"/>
                </a:lnTo>
                <a:lnTo>
                  <a:pt x="2662" y="4664"/>
                </a:lnTo>
                <a:lnTo>
                  <a:pt x="3041" y="3074"/>
                </a:lnTo>
                <a:lnTo>
                  <a:pt x="4565" y="2485"/>
                </a:lnTo>
                <a:lnTo>
                  <a:pt x="3170" y="1633"/>
                </a:lnTo>
                <a:lnTo>
                  <a:pt x="308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8"/>
          <p:cNvSpPr/>
          <p:nvPr/>
        </p:nvSpPr>
        <p:spPr>
          <a:xfrm>
            <a:off x="2086325" y="539500"/>
            <a:ext cx="795257" cy="956279"/>
          </a:xfrm>
          <a:custGeom>
            <a:avLst/>
            <a:gdLst/>
            <a:ahLst/>
            <a:cxnLst/>
            <a:rect l="l" t="t" r="r" b="b"/>
            <a:pathLst>
              <a:path w="15256" h="18345" extrusionOk="0">
                <a:moveTo>
                  <a:pt x="8596" y="1"/>
                </a:moveTo>
                <a:cubicBezTo>
                  <a:pt x="6911" y="1"/>
                  <a:pt x="4401" y="519"/>
                  <a:pt x="2337" y="3098"/>
                </a:cubicBezTo>
                <a:cubicBezTo>
                  <a:pt x="1191" y="4527"/>
                  <a:pt x="1" y="6908"/>
                  <a:pt x="169" y="9986"/>
                </a:cubicBezTo>
                <a:cubicBezTo>
                  <a:pt x="300" y="12356"/>
                  <a:pt x="1445" y="14205"/>
                  <a:pt x="2542" y="15526"/>
                </a:cubicBezTo>
                <a:cubicBezTo>
                  <a:pt x="4160" y="17477"/>
                  <a:pt x="6470" y="18345"/>
                  <a:pt x="8715" y="18345"/>
                </a:cubicBezTo>
                <a:cubicBezTo>
                  <a:pt x="11443" y="18345"/>
                  <a:pt x="14075" y="17064"/>
                  <a:pt x="15255" y="14892"/>
                </a:cubicBezTo>
                <a:lnTo>
                  <a:pt x="15255" y="14892"/>
                </a:lnTo>
                <a:cubicBezTo>
                  <a:pt x="15255" y="14892"/>
                  <a:pt x="13744" y="16347"/>
                  <a:pt x="11330" y="16548"/>
                </a:cubicBezTo>
                <a:cubicBezTo>
                  <a:pt x="11162" y="16561"/>
                  <a:pt x="10991" y="16568"/>
                  <a:pt x="10818" y="16568"/>
                </a:cubicBezTo>
                <a:cubicBezTo>
                  <a:pt x="9513" y="16568"/>
                  <a:pt x="8059" y="16181"/>
                  <a:pt x="6773" y="15423"/>
                </a:cubicBezTo>
                <a:cubicBezTo>
                  <a:pt x="5581" y="14722"/>
                  <a:pt x="3706" y="12909"/>
                  <a:pt x="3235" y="9658"/>
                </a:cubicBezTo>
                <a:cubicBezTo>
                  <a:pt x="2494" y="4527"/>
                  <a:pt x="5353" y="2011"/>
                  <a:pt x="7703" y="909"/>
                </a:cubicBezTo>
                <a:cubicBezTo>
                  <a:pt x="9090" y="258"/>
                  <a:pt x="10492" y="236"/>
                  <a:pt x="10492" y="236"/>
                </a:cubicBezTo>
                <a:cubicBezTo>
                  <a:pt x="10492" y="236"/>
                  <a:pt x="9731" y="1"/>
                  <a:pt x="85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1" name="Google Shape;651;p38"/>
          <p:cNvGrpSpPr/>
          <p:nvPr/>
        </p:nvGrpSpPr>
        <p:grpSpPr>
          <a:xfrm>
            <a:off x="92937" y="1946960"/>
            <a:ext cx="795248" cy="3196584"/>
            <a:chOff x="2686950" y="3466825"/>
            <a:chExt cx="94350" cy="379250"/>
          </a:xfrm>
        </p:grpSpPr>
        <p:sp>
          <p:nvSpPr>
            <p:cNvPr id="652" name="Google Shape;652;p38"/>
            <p:cNvSpPr/>
            <p:nvPr/>
          </p:nvSpPr>
          <p:spPr>
            <a:xfrm>
              <a:off x="2686950" y="3466825"/>
              <a:ext cx="94350" cy="379250"/>
            </a:xfrm>
            <a:custGeom>
              <a:avLst/>
              <a:gdLst/>
              <a:ahLst/>
              <a:cxnLst/>
              <a:rect l="l" t="t" r="r" b="b"/>
              <a:pathLst>
                <a:path w="3774" h="15170" extrusionOk="0">
                  <a:moveTo>
                    <a:pt x="1942" y="1"/>
                  </a:moveTo>
                  <a:lnTo>
                    <a:pt x="1925" y="375"/>
                  </a:lnTo>
                  <a:cubicBezTo>
                    <a:pt x="1865" y="379"/>
                    <a:pt x="1817" y="400"/>
                    <a:pt x="1817" y="425"/>
                  </a:cubicBezTo>
                  <a:cubicBezTo>
                    <a:pt x="1817" y="452"/>
                    <a:pt x="1863" y="473"/>
                    <a:pt x="1921" y="477"/>
                  </a:cubicBezTo>
                  <a:lnTo>
                    <a:pt x="1912" y="668"/>
                  </a:lnTo>
                  <a:lnTo>
                    <a:pt x="1914" y="668"/>
                  </a:lnTo>
                  <a:cubicBezTo>
                    <a:pt x="1796" y="677"/>
                    <a:pt x="1709" y="720"/>
                    <a:pt x="1709" y="774"/>
                  </a:cubicBezTo>
                  <a:cubicBezTo>
                    <a:pt x="1709" y="826"/>
                    <a:pt x="1799" y="869"/>
                    <a:pt x="1914" y="879"/>
                  </a:cubicBezTo>
                  <a:cubicBezTo>
                    <a:pt x="1763" y="1135"/>
                    <a:pt x="1229" y="1994"/>
                    <a:pt x="557" y="2507"/>
                  </a:cubicBezTo>
                  <a:cubicBezTo>
                    <a:pt x="1" y="2934"/>
                    <a:pt x="1026" y="3530"/>
                    <a:pt x="1026" y="3530"/>
                  </a:cubicBezTo>
                  <a:lnTo>
                    <a:pt x="1035" y="4510"/>
                  </a:lnTo>
                  <a:lnTo>
                    <a:pt x="695" y="4510"/>
                  </a:lnTo>
                  <a:lnTo>
                    <a:pt x="695" y="4767"/>
                  </a:lnTo>
                  <a:lnTo>
                    <a:pt x="1026" y="4916"/>
                  </a:lnTo>
                  <a:lnTo>
                    <a:pt x="706" y="4916"/>
                  </a:lnTo>
                  <a:lnTo>
                    <a:pt x="697" y="5076"/>
                  </a:lnTo>
                  <a:lnTo>
                    <a:pt x="185" y="5076"/>
                  </a:lnTo>
                  <a:lnTo>
                    <a:pt x="185" y="5520"/>
                  </a:lnTo>
                  <a:lnTo>
                    <a:pt x="811" y="6046"/>
                  </a:lnTo>
                  <a:lnTo>
                    <a:pt x="830" y="15170"/>
                  </a:lnTo>
                  <a:lnTo>
                    <a:pt x="1960" y="15170"/>
                  </a:lnTo>
                  <a:lnTo>
                    <a:pt x="1960" y="15167"/>
                  </a:lnTo>
                  <a:lnTo>
                    <a:pt x="3003" y="15167"/>
                  </a:lnTo>
                  <a:lnTo>
                    <a:pt x="3021" y="6043"/>
                  </a:lnTo>
                  <a:lnTo>
                    <a:pt x="3606" y="5518"/>
                  </a:lnTo>
                  <a:lnTo>
                    <a:pt x="3606" y="5073"/>
                  </a:lnTo>
                  <a:lnTo>
                    <a:pt x="3123" y="5073"/>
                  </a:lnTo>
                  <a:lnTo>
                    <a:pt x="3123" y="5075"/>
                  </a:lnTo>
                  <a:lnTo>
                    <a:pt x="3113" y="4915"/>
                  </a:lnTo>
                  <a:lnTo>
                    <a:pt x="2813" y="4915"/>
                  </a:lnTo>
                  <a:lnTo>
                    <a:pt x="3123" y="4766"/>
                  </a:lnTo>
                  <a:lnTo>
                    <a:pt x="3123" y="4508"/>
                  </a:lnTo>
                  <a:lnTo>
                    <a:pt x="2804" y="4508"/>
                  </a:lnTo>
                  <a:lnTo>
                    <a:pt x="2813" y="3529"/>
                  </a:lnTo>
                  <a:cubicBezTo>
                    <a:pt x="2813" y="3529"/>
                    <a:pt x="3773" y="2931"/>
                    <a:pt x="3251" y="2505"/>
                  </a:cubicBezTo>
                  <a:cubicBezTo>
                    <a:pt x="2628" y="1997"/>
                    <a:pt x="2129" y="1142"/>
                    <a:pt x="1984" y="881"/>
                  </a:cubicBezTo>
                  <a:cubicBezTo>
                    <a:pt x="2109" y="875"/>
                    <a:pt x="2206" y="830"/>
                    <a:pt x="2206" y="775"/>
                  </a:cubicBezTo>
                  <a:cubicBezTo>
                    <a:pt x="2206" y="723"/>
                    <a:pt x="2116" y="681"/>
                    <a:pt x="2000" y="670"/>
                  </a:cubicBezTo>
                  <a:lnTo>
                    <a:pt x="2002" y="670"/>
                  </a:lnTo>
                  <a:lnTo>
                    <a:pt x="1984" y="477"/>
                  </a:lnTo>
                  <a:cubicBezTo>
                    <a:pt x="2032" y="470"/>
                    <a:pt x="2067" y="451"/>
                    <a:pt x="2067" y="428"/>
                  </a:cubicBezTo>
                  <a:cubicBezTo>
                    <a:pt x="2067" y="403"/>
                    <a:pt x="2028" y="383"/>
                    <a:pt x="1976" y="376"/>
                  </a:cubicBezTo>
                  <a:lnTo>
                    <a:pt x="194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8"/>
            <p:cNvSpPr/>
            <p:nvPr/>
          </p:nvSpPr>
          <p:spPr>
            <a:xfrm>
              <a:off x="2695425" y="3826025"/>
              <a:ext cx="78000" cy="10000"/>
            </a:xfrm>
            <a:custGeom>
              <a:avLst/>
              <a:gdLst/>
              <a:ahLst/>
              <a:cxnLst/>
              <a:rect l="l" t="t" r="r" b="b"/>
              <a:pathLst>
                <a:path w="3120" h="400" extrusionOk="0">
                  <a:moveTo>
                    <a:pt x="1" y="1"/>
                  </a:moveTo>
                  <a:lnTo>
                    <a:pt x="1" y="400"/>
                  </a:lnTo>
                  <a:lnTo>
                    <a:pt x="3120" y="400"/>
                  </a:lnTo>
                  <a:lnTo>
                    <a:pt x="312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8"/>
            <p:cNvSpPr/>
            <p:nvPr/>
          </p:nvSpPr>
          <p:spPr>
            <a:xfrm>
              <a:off x="2713675" y="3555625"/>
              <a:ext cx="5700" cy="23650"/>
            </a:xfrm>
            <a:custGeom>
              <a:avLst/>
              <a:gdLst/>
              <a:ahLst/>
              <a:cxnLst/>
              <a:rect l="l" t="t" r="r" b="b"/>
              <a:pathLst>
                <a:path w="228" h="946" extrusionOk="0">
                  <a:moveTo>
                    <a:pt x="114" y="1"/>
                  </a:moveTo>
                  <a:cubicBezTo>
                    <a:pt x="0" y="1"/>
                    <a:pt x="0" y="280"/>
                    <a:pt x="0" y="280"/>
                  </a:cubicBezTo>
                  <a:lnTo>
                    <a:pt x="0" y="945"/>
                  </a:lnTo>
                  <a:lnTo>
                    <a:pt x="228" y="945"/>
                  </a:lnTo>
                  <a:lnTo>
                    <a:pt x="228" y="245"/>
                  </a:lnTo>
                  <a:cubicBezTo>
                    <a:pt x="228" y="245"/>
                    <a:pt x="228" y="1"/>
                    <a:pt x="1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8"/>
            <p:cNvSpPr/>
            <p:nvPr/>
          </p:nvSpPr>
          <p:spPr>
            <a:xfrm>
              <a:off x="2724200" y="3555375"/>
              <a:ext cx="9175" cy="23600"/>
            </a:xfrm>
            <a:custGeom>
              <a:avLst/>
              <a:gdLst/>
              <a:ahLst/>
              <a:cxnLst/>
              <a:rect l="l" t="t" r="r" b="b"/>
              <a:pathLst>
                <a:path w="367" h="944" extrusionOk="0">
                  <a:moveTo>
                    <a:pt x="184" y="1"/>
                  </a:moveTo>
                  <a:cubicBezTo>
                    <a:pt x="1" y="1"/>
                    <a:pt x="1" y="281"/>
                    <a:pt x="1" y="281"/>
                  </a:cubicBezTo>
                  <a:lnTo>
                    <a:pt x="1" y="944"/>
                  </a:lnTo>
                  <a:lnTo>
                    <a:pt x="366" y="944"/>
                  </a:lnTo>
                  <a:lnTo>
                    <a:pt x="366" y="245"/>
                  </a:lnTo>
                  <a:cubicBezTo>
                    <a:pt x="366" y="245"/>
                    <a:pt x="366" y="1"/>
                    <a:pt x="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8"/>
            <p:cNvSpPr/>
            <p:nvPr/>
          </p:nvSpPr>
          <p:spPr>
            <a:xfrm>
              <a:off x="2737250" y="3555100"/>
              <a:ext cx="9150" cy="23650"/>
            </a:xfrm>
            <a:custGeom>
              <a:avLst/>
              <a:gdLst/>
              <a:ahLst/>
              <a:cxnLst/>
              <a:rect l="l" t="t" r="r" b="b"/>
              <a:pathLst>
                <a:path w="366" h="946" extrusionOk="0">
                  <a:moveTo>
                    <a:pt x="183" y="1"/>
                  </a:moveTo>
                  <a:cubicBezTo>
                    <a:pt x="0" y="1"/>
                    <a:pt x="0" y="280"/>
                    <a:pt x="0" y="280"/>
                  </a:cubicBezTo>
                  <a:lnTo>
                    <a:pt x="0" y="945"/>
                  </a:lnTo>
                  <a:lnTo>
                    <a:pt x="366" y="945"/>
                  </a:lnTo>
                  <a:lnTo>
                    <a:pt x="366" y="245"/>
                  </a:lnTo>
                  <a:cubicBezTo>
                    <a:pt x="366" y="245"/>
                    <a:pt x="366" y="1"/>
                    <a:pt x="1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8"/>
            <p:cNvSpPr/>
            <p:nvPr/>
          </p:nvSpPr>
          <p:spPr>
            <a:xfrm>
              <a:off x="2750350" y="3555375"/>
              <a:ext cx="5725" cy="23600"/>
            </a:xfrm>
            <a:custGeom>
              <a:avLst/>
              <a:gdLst/>
              <a:ahLst/>
              <a:cxnLst/>
              <a:rect l="l" t="t" r="r" b="b"/>
              <a:pathLst>
                <a:path w="229" h="944" extrusionOk="0">
                  <a:moveTo>
                    <a:pt x="114" y="1"/>
                  </a:moveTo>
                  <a:cubicBezTo>
                    <a:pt x="1" y="1"/>
                    <a:pt x="1" y="281"/>
                    <a:pt x="1" y="281"/>
                  </a:cubicBezTo>
                  <a:lnTo>
                    <a:pt x="1" y="944"/>
                  </a:lnTo>
                  <a:lnTo>
                    <a:pt x="228" y="944"/>
                  </a:lnTo>
                  <a:lnTo>
                    <a:pt x="228" y="245"/>
                  </a:lnTo>
                  <a:cubicBezTo>
                    <a:pt x="228" y="245"/>
                    <a:pt x="228" y="1"/>
                    <a:pt x="1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8" name="Google Shape;658;p38"/>
          <p:cNvGrpSpPr/>
          <p:nvPr/>
        </p:nvGrpSpPr>
        <p:grpSpPr>
          <a:xfrm>
            <a:off x="1396642" y="3212511"/>
            <a:ext cx="670496" cy="1950845"/>
            <a:chOff x="2871700" y="3513775"/>
            <a:chExt cx="83475" cy="242875"/>
          </a:xfrm>
        </p:grpSpPr>
        <p:sp>
          <p:nvSpPr>
            <p:cNvPr id="659" name="Google Shape;659;p38"/>
            <p:cNvSpPr/>
            <p:nvPr/>
          </p:nvSpPr>
          <p:spPr>
            <a:xfrm>
              <a:off x="2871700" y="3513775"/>
              <a:ext cx="83475" cy="242875"/>
            </a:xfrm>
            <a:custGeom>
              <a:avLst/>
              <a:gdLst/>
              <a:ahLst/>
              <a:cxnLst/>
              <a:rect l="l" t="t" r="r" b="b"/>
              <a:pathLst>
                <a:path w="3339" h="9715" extrusionOk="0">
                  <a:moveTo>
                    <a:pt x="1643" y="1"/>
                  </a:moveTo>
                  <a:lnTo>
                    <a:pt x="1535" y="1190"/>
                  </a:lnTo>
                  <a:lnTo>
                    <a:pt x="1261" y="1190"/>
                  </a:lnTo>
                  <a:lnTo>
                    <a:pt x="1261" y="1700"/>
                  </a:lnTo>
                  <a:cubicBezTo>
                    <a:pt x="1261" y="1700"/>
                    <a:pt x="83" y="2124"/>
                    <a:pt x="221" y="3399"/>
                  </a:cubicBezTo>
                  <a:lnTo>
                    <a:pt x="0" y="3569"/>
                  </a:lnTo>
                  <a:lnTo>
                    <a:pt x="165" y="3739"/>
                  </a:lnTo>
                  <a:lnTo>
                    <a:pt x="165" y="4985"/>
                  </a:lnTo>
                  <a:lnTo>
                    <a:pt x="0" y="4985"/>
                  </a:lnTo>
                  <a:lnTo>
                    <a:pt x="0" y="5411"/>
                  </a:lnTo>
                  <a:lnTo>
                    <a:pt x="366" y="5411"/>
                  </a:lnTo>
                  <a:lnTo>
                    <a:pt x="384" y="9715"/>
                  </a:lnTo>
                  <a:lnTo>
                    <a:pt x="2955" y="9715"/>
                  </a:lnTo>
                  <a:lnTo>
                    <a:pt x="2971" y="5411"/>
                  </a:lnTo>
                  <a:lnTo>
                    <a:pt x="3337" y="5411"/>
                  </a:lnTo>
                  <a:lnTo>
                    <a:pt x="3337" y="4985"/>
                  </a:lnTo>
                  <a:lnTo>
                    <a:pt x="3167" y="4985"/>
                  </a:lnTo>
                  <a:lnTo>
                    <a:pt x="3167" y="3739"/>
                  </a:lnTo>
                  <a:lnTo>
                    <a:pt x="3168" y="3739"/>
                  </a:lnTo>
                  <a:lnTo>
                    <a:pt x="3338" y="3569"/>
                  </a:lnTo>
                  <a:lnTo>
                    <a:pt x="3112" y="3399"/>
                  </a:lnTo>
                  <a:cubicBezTo>
                    <a:pt x="3253" y="2124"/>
                    <a:pt x="2038" y="1700"/>
                    <a:pt x="2038" y="1700"/>
                  </a:cubicBezTo>
                  <a:lnTo>
                    <a:pt x="2038" y="1190"/>
                  </a:lnTo>
                  <a:lnTo>
                    <a:pt x="1756" y="1190"/>
                  </a:lnTo>
                  <a:lnTo>
                    <a:pt x="164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8"/>
            <p:cNvSpPr/>
            <p:nvPr/>
          </p:nvSpPr>
          <p:spPr>
            <a:xfrm>
              <a:off x="2899725" y="3597100"/>
              <a:ext cx="27325" cy="40400"/>
            </a:xfrm>
            <a:custGeom>
              <a:avLst/>
              <a:gdLst/>
              <a:ahLst/>
              <a:cxnLst/>
              <a:rect l="l" t="t" r="r" b="b"/>
              <a:pathLst>
                <a:path w="1093" h="1616" extrusionOk="0">
                  <a:moveTo>
                    <a:pt x="547" y="0"/>
                  </a:moveTo>
                  <a:cubicBezTo>
                    <a:pt x="1" y="0"/>
                    <a:pt x="1" y="478"/>
                    <a:pt x="1" y="478"/>
                  </a:cubicBezTo>
                  <a:lnTo>
                    <a:pt x="1" y="1615"/>
                  </a:lnTo>
                  <a:lnTo>
                    <a:pt x="1093" y="1615"/>
                  </a:lnTo>
                  <a:lnTo>
                    <a:pt x="1093" y="419"/>
                  </a:lnTo>
                  <a:cubicBezTo>
                    <a:pt x="1093" y="419"/>
                    <a:pt x="1093" y="0"/>
                    <a:pt x="5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8"/>
            <p:cNvSpPr/>
            <p:nvPr/>
          </p:nvSpPr>
          <p:spPr>
            <a:xfrm>
              <a:off x="2880800" y="3599275"/>
              <a:ext cx="7575" cy="38250"/>
            </a:xfrm>
            <a:custGeom>
              <a:avLst/>
              <a:gdLst/>
              <a:ahLst/>
              <a:cxnLst/>
              <a:rect l="l" t="t" r="r" b="b"/>
              <a:pathLst>
                <a:path w="303" h="1530" extrusionOk="0">
                  <a:moveTo>
                    <a:pt x="152" y="0"/>
                  </a:moveTo>
                  <a:cubicBezTo>
                    <a:pt x="0" y="0"/>
                    <a:pt x="0" y="453"/>
                    <a:pt x="0" y="453"/>
                  </a:cubicBezTo>
                  <a:lnTo>
                    <a:pt x="0" y="1528"/>
                  </a:lnTo>
                  <a:lnTo>
                    <a:pt x="0" y="1530"/>
                  </a:lnTo>
                  <a:lnTo>
                    <a:pt x="302" y="1530"/>
                  </a:lnTo>
                  <a:lnTo>
                    <a:pt x="302" y="397"/>
                  </a:lnTo>
                  <a:cubicBezTo>
                    <a:pt x="302" y="397"/>
                    <a:pt x="302" y="0"/>
                    <a:pt x="1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8"/>
            <p:cNvSpPr/>
            <p:nvPr/>
          </p:nvSpPr>
          <p:spPr>
            <a:xfrm>
              <a:off x="2937825" y="3599700"/>
              <a:ext cx="7575" cy="38275"/>
            </a:xfrm>
            <a:custGeom>
              <a:avLst/>
              <a:gdLst/>
              <a:ahLst/>
              <a:cxnLst/>
              <a:rect l="l" t="t" r="r" b="b"/>
              <a:pathLst>
                <a:path w="303" h="1531" extrusionOk="0">
                  <a:moveTo>
                    <a:pt x="151" y="0"/>
                  </a:moveTo>
                  <a:cubicBezTo>
                    <a:pt x="0" y="0"/>
                    <a:pt x="0" y="454"/>
                    <a:pt x="0" y="454"/>
                  </a:cubicBezTo>
                  <a:lnTo>
                    <a:pt x="0" y="1530"/>
                  </a:lnTo>
                  <a:lnTo>
                    <a:pt x="0" y="1531"/>
                  </a:lnTo>
                  <a:lnTo>
                    <a:pt x="303" y="1531"/>
                  </a:lnTo>
                  <a:lnTo>
                    <a:pt x="303" y="398"/>
                  </a:lnTo>
                  <a:cubicBezTo>
                    <a:pt x="303" y="398"/>
                    <a:pt x="303" y="0"/>
                    <a:pt x="1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8419061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696"/>
        <p:cNvGrpSpPr/>
        <p:nvPr/>
      </p:nvGrpSpPr>
      <p:grpSpPr>
        <a:xfrm>
          <a:off x="0" y="0"/>
          <a:ext cx="0" cy="0"/>
          <a:chOff x="0" y="0"/>
          <a:chExt cx="0" cy="0"/>
        </a:xfrm>
      </p:grpSpPr>
      <p:sp>
        <p:nvSpPr>
          <p:cNvPr id="9" name="Google Shape;1264;p59">
            <a:extLst>
              <a:ext uri="{FF2B5EF4-FFF2-40B4-BE49-F238E27FC236}">
                <a16:creationId xmlns:a16="http://schemas.microsoft.com/office/drawing/2014/main" id="{5FE8A365-B40E-C474-6562-AA82726DAAC5}"/>
              </a:ext>
            </a:extLst>
          </p:cNvPr>
          <p:cNvSpPr txBox="1">
            <a:spLocks/>
          </p:cNvSpPr>
          <p:nvPr/>
        </p:nvSpPr>
        <p:spPr>
          <a:xfrm>
            <a:off x="923688" y="207648"/>
            <a:ext cx="2050228" cy="457200"/>
          </a:xfrm>
          <a:prstGeom prst="rect">
            <a:avLst/>
          </a:prstGeom>
        </p:spPr>
        <p:style>
          <a:lnRef idx="3">
            <a:schemeClr val="lt1"/>
          </a:lnRef>
          <a:fillRef idx="1">
            <a:schemeClr val="accent2"/>
          </a:fillRef>
          <a:effectRef idx="1">
            <a:schemeClr val="accent2"/>
          </a:effectRef>
          <a:fontRef idx="minor">
            <a:schemeClr val="lt1"/>
          </a:fontRef>
        </p:style>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000" dirty="0">
                <a:latin typeface="+mj-lt"/>
              </a:rPr>
              <a:t>The Holy Quran</a:t>
            </a:r>
          </a:p>
        </p:txBody>
      </p:sp>
      <p:sp>
        <p:nvSpPr>
          <p:cNvPr id="10" name="Google Shape;1267;p59">
            <a:extLst>
              <a:ext uri="{FF2B5EF4-FFF2-40B4-BE49-F238E27FC236}">
                <a16:creationId xmlns:a16="http://schemas.microsoft.com/office/drawing/2014/main" id="{1E460920-D1A1-9C3B-593A-4F004CF78034}"/>
              </a:ext>
            </a:extLst>
          </p:cNvPr>
          <p:cNvSpPr txBox="1">
            <a:spLocks/>
          </p:cNvSpPr>
          <p:nvPr/>
        </p:nvSpPr>
        <p:spPr>
          <a:xfrm>
            <a:off x="5959210" y="200344"/>
            <a:ext cx="2050228" cy="457200"/>
          </a:xfrm>
          <a:prstGeom prst="rect">
            <a:avLst/>
          </a:prstGeom>
        </p:spPr>
        <p:style>
          <a:lnRef idx="3">
            <a:schemeClr val="lt1"/>
          </a:lnRef>
          <a:fillRef idx="1">
            <a:schemeClr val="accent2"/>
          </a:fillRef>
          <a:effectRef idx="1">
            <a:schemeClr val="accent2"/>
          </a:effectRef>
          <a:fontRef idx="minor">
            <a:schemeClr val="lt1"/>
          </a:fontRef>
        </p:style>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000" dirty="0"/>
              <a:t>Sahih Al-</a:t>
            </a:r>
            <a:r>
              <a:rPr lang="en-US" sz="2000" dirty="0" err="1"/>
              <a:t>Albani</a:t>
            </a:r>
            <a:r>
              <a:rPr lang="en-US" sz="2000" dirty="0"/>
              <a:t> </a:t>
            </a:r>
          </a:p>
        </p:txBody>
      </p:sp>
      <p:sp>
        <p:nvSpPr>
          <p:cNvPr id="27" name="TextBox 26">
            <a:extLst>
              <a:ext uri="{FF2B5EF4-FFF2-40B4-BE49-F238E27FC236}">
                <a16:creationId xmlns:a16="http://schemas.microsoft.com/office/drawing/2014/main" id="{CE6D9351-C4C5-F35E-BCD0-C613F14336B8}"/>
              </a:ext>
            </a:extLst>
          </p:cNvPr>
          <p:cNvSpPr txBox="1"/>
          <p:nvPr/>
        </p:nvSpPr>
        <p:spPr>
          <a:xfrm>
            <a:off x="5268717" y="657544"/>
            <a:ext cx="3648625" cy="4401205"/>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marL="285750" lvl="0" indent="-285750" algn="l" rtl="0">
              <a:spcBef>
                <a:spcPts val="0"/>
              </a:spcBef>
              <a:spcAft>
                <a:spcPts val="0"/>
              </a:spcAft>
              <a:buFont typeface="Arial" panose="020B0604020202020204" pitchFamily="34" charset="0"/>
              <a:buChar char="•"/>
            </a:pPr>
            <a:r>
              <a:rPr lang="en-US" dirty="0">
                <a:solidFill>
                  <a:schemeClr val="tx1"/>
                </a:solidFill>
              </a:rPr>
              <a:t>The word </a:t>
            </a:r>
            <a:r>
              <a:rPr lang="ar-SA" dirty="0">
                <a:solidFill>
                  <a:schemeClr val="tx1"/>
                </a:solidFill>
              </a:rPr>
              <a:t>الصلاة</a:t>
            </a:r>
            <a:r>
              <a:rPr lang="en-US" dirty="0">
                <a:solidFill>
                  <a:schemeClr val="tx1"/>
                </a:solidFill>
              </a:rPr>
              <a:t> with all its variations are mentioned with a very high frequency compared to word count difference, mainly because the hadith dives deep into things that were not mentioned in the Quran such as the timings, steps, types of the prayer.</a:t>
            </a:r>
          </a:p>
          <a:p>
            <a:pPr lvl="0" algn="l" rtl="0">
              <a:spcBef>
                <a:spcPts val="0"/>
              </a:spcBef>
              <a:spcAft>
                <a:spcPts val="0"/>
              </a:spcAft>
            </a:pPr>
            <a:endParaRPr lang="en-US" dirty="0">
              <a:solidFill>
                <a:schemeClr val="tx1"/>
              </a:solidFill>
            </a:endParaRPr>
          </a:p>
          <a:p>
            <a:pPr marL="285750" lvl="0" indent="-285750" algn="l" rtl="0">
              <a:spcBef>
                <a:spcPts val="0"/>
              </a:spcBef>
              <a:spcAft>
                <a:spcPts val="0"/>
              </a:spcAft>
              <a:buFont typeface="Arial" panose="020B0604020202020204" pitchFamily="34" charset="0"/>
              <a:buChar char="•"/>
            </a:pPr>
            <a:r>
              <a:rPr lang="ar-SA" dirty="0">
                <a:solidFill>
                  <a:schemeClr val="tx1"/>
                </a:solidFill>
              </a:rPr>
              <a:t>الصلاة</a:t>
            </a:r>
            <a:r>
              <a:rPr lang="en-US" dirty="0">
                <a:solidFill>
                  <a:schemeClr val="tx1"/>
                </a:solidFill>
              </a:rPr>
              <a:t> has only one meaning mostly in the hadith which refers to the Islamic prayers ( any type of prayer not just the 5 prayers). Excepts for the “</a:t>
            </a:r>
            <a:r>
              <a:rPr lang="ar-SA" dirty="0">
                <a:solidFill>
                  <a:schemeClr val="tx1"/>
                </a:solidFill>
              </a:rPr>
              <a:t>صلى الله عليه وسلم</a:t>
            </a:r>
            <a:r>
              <a:rPr lang="en-US" dirty="0">
                <a:solidFill>
                  <a:schemeClr val="tx1"/>
                </a:solidFill>
              </a:rPr>
              <a:t>” which is excluded from the research.</a:t>
            </a:r>
          </a:p>
          <a:p>
            <a:pPr marL="285750" lvl="0" indent="-285750" algn="l" rtl="0">
              <a:spcBef>
                <a:spcPts val="0"/>
              </a:spcBef>
              <a:spcAft>
                <a:spcPts val="0"/>
              </a:spcAft>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r>
              <a:rPr lang="ar-SA" dirty="0">
                <a:solidFill>
                  <a:schemeClr val="tx1"/>
                </a:solidFill>
              </a:rPr>
              <a:t>الصلاة</a:t>
            </a:r>
            <a:r>
              <a:rPr lang="en-US" dirty="0">
                <a:solidFill>
                  <a:schemeClr val="tx1"/>
                </a:solidFill>
              </a:rPr>
              <a:t> was linked with </a:t>
            </a:r>
            <a:r>
              <a:rPr lang="ar-SA" dirty="0">
                <a:solidFill>
                  <a:schemeClr val="tx1"/>
                </a:solidFill>
              </a:rPr>
              <a:t>الزكاة</a:t>
            </a:r>
            <a:r>
              <a:rPr lang="en-US" dirty="0">
                <a:solidFill>
                  <a:schemeClr val="tx1"/>
                </a:solidFill>
              </a:rPr>
              <a:t> too but mostly with the word “</a:t>
            </a:r>
            <a:r>
              <a:rPr lang="ar-SA" dirty="0">
                <a:solidFill>
                  <a:schemeClr val="tx1"/>
                </a:solidFill>
              </a:rPr>
              <a:t>في</a:t>
            </a:r>
            <a:r>
              <a:rPr lang="en-US" dirty="0">
                <a:solidFill>
                  <a:schemeClr val="tx1"/>
                </a:solidFill>
              </a:rPr>
              <a:t>”</a:t>
            </a:r>
            <a:r>
              <a:rPr lang="ar-SA" dirty="0">
                <a:solidFill>
                  <a:schemeClr val="tx1"/>
                </a:solidFill>
              </a:rPr>
              <a:t> </a:t>
            </a:r>
            <a:r>
              <a:rPr lang="en-US" dirty="0">
                <a:solidFill>
                  <a:schemeClr val="tx1"/>
                </a:solidFill>
              </a:rPr>
              <a:t>which shows how the hadith is focusing more on things inside the prayer which may not be mentioned in the Quran.</a:t>
            </a:r>
          </a:p>
        </p:txBody>
      </p:sp>
      <p:sp>
        <p:nvSpPr>
          <p:cNvPr id="28" name="TextBox 27">
            <a:extLst>
              <a:ext uri="{FF2B5EF4-FFF2-40B4-BE49-F238E27FC236}">
                <a16:creationId xmlns:a16="http://schemas.microsoft.com/office/drawing/2014/main" id="{AE7A6BFC-95D5-BFB9-4BC7-6505A6AC4421}"/>
              </a:ext>
            </a:extLst>
          </p:cNvPr>
          <p:cNvSpPr txBox="1"/>
          <p:nvPr/>
        </p:nvSpPr>
        <p:spPr>
          <a:xfrm>
            <a:off x="124490" y="657544"/>
            <a:ext cx="3648625" cy="4401205"/>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marL="285750" lvl="0" indent="-285750" algn="l" rtl="0">
              <a:spcBef>
                <a:spcPts val="0"/>
              </a:spcBef>
              <a:spcAft>
                <a:spcPts val="0"/>
              </a:spcAft>
              <a:buFont typeface="Arial" panose="020B0604020202020204" pitchFamily="34" charset="0"/>
              <a:buChar char="•"/>
            </a:pPr>
            <a:r>
              <a:rPr lang="en-US" dirty="0">
                <a:solidFill>
                  <a:schemeClr val="tx1"/>
                </a:solidFill>
              </a:rPr>
              <a:t>The word </a:t>
            </a:r>
            <a:r>
              <a:rPr lang="ar-SA" dirty="0">
                <a:solidFill>
                  <a:schemeClr val="tx1"/>
                </a:solidFill>
              </a:rPr>
              <a:t>الصلاة</a:t>
            </a:r>
            <a:r>
              <a:rPr lang="en-US" dirty="0">
                <a:solidFill>
                  <a:schemeClr val="tx1"/>
                </a:solidFill>
              </a:rPr>
              <a:t> with all its variations are mostly mentioned in surah madaniah which indicates that after the prayer was revealed to the prophet Mohammed, it was a reminder for believers to pray.</a:t>
            </a:r>
          </a:p>
          <a:p>
            <a:pPr marL="285750" lvl="0" indent="-285750" algn="l" rtl="0">
              <a:spcBef>
                <a:spcPts val="0"/>
              </a:spcBef>
              <a:spcAft>
                <a:spcPts val="0"/>
              </a:spcAft>
              <a:buFont typeface="Arial" panose="020B0604020202020204" pitchFamily="34" charset="0"/>
              <a:buChar char="•"/>
            </a:pPr>
            <a:endParaRPr lang="en-US" dirty="0">
              <a:solidFill>
                <a:schemeClr val="tx1"/>
              </a:solidFill>
            </a:endParaRPr>
          </a:p>
          <a:p>
            <a:pPr marL="285750" lvl="0" indent="-285750" algn="l" rtl="0">
              <a:spcBef>
                <a:spcPts val="0"/>
              </a:spcBef>
              <a:spcAft>
                <a:spcPts val="0"/>
              </a:spcAft>
              <a:buFont typeface="Arial" panose="020B0604020202020204" pitchFamily="34" charset="0"/>
              <a:buChar char="•"/>
            </a:pPr>
            <a:r>
              <a:rPr lang="en-US" dirty="0">
                <a:solidFill>
                  <a:schemeClr val="tx1"/>
                </a:solidFill>
              </a:rPr>
              <a:t>The prayer was mentioned less in the Quran since it was mainly as reminders but in hadith it had more details.</a:t>
            </a:r>
          </a:p>
          <a:p>
            <a:pPr marL="285750" lvl="0" indent="-285750" algn="l" rtl="0">
              <a:spcBef>
                <a:spcPts val="0"/>
              </a:spcBef>
              <a:spcAft>
                <a:spcPts val="0"/>
              </a:spcAft>
              <a:buFont typeface="Arial" panose="020B0604020202020204" pitchFamily="34" charset="0"/>
              <a:buChar char="•"/>
            </a:pPr>
            <a:endParaRPr lang="en-US" dirty="0">
              <a:solidFill>
                <a:schemeClr val="tx1"/>
              </a:solidFill>
            </a:endParaRPr>
          </a:p>
          <a:p>
            <a:pPr marL="285750" lvl="0" indent="-285750" algn="l" rtl="0">
              <a:spcBef>
                <a:spcPts val="0"/>
              </a:spcBef>
              <a:spcAft>
                <a:spcPts val="0"/>
              </a:spcAft>
              <a:buFont typeface="Arial" panose="020B0604020202020204" pitchFamily="34" charset="0"/>
              <a:buChar char="•"/>
            </a:pPr>
            <a:r>
              <a:rPr lang="ar-SA" dirty="0">
                <a:solidFill>
                  <a:schemeClr val="tx1"/>
                </a:solidFill>
              </a:rPr>
              <a:t>الصلاة</a:t>
            </a:r>
            <a:r>
              <a:rPr lang="en-US" dirty="0">
                <a:solidFill>
                  <a:schemeClr val="tx1"/>
                </a:solidFill>
              </a:rPr>
              <a:t> has 9 different meanings that were mentioned in the Quran with an occurrence of 1 for each except the daily prayers or any type of prayers.</a:t>
            </a:r>
          </a:p>
          <a:p>
            <a:pPr marL="285750" lvl="0" indent="-285750" algn="l" rtl="0">
              <a:spcBef>
                <a:spcPts val="0"/>
              </a:spcBef>
              <a:spcAft>
                <a:spcPts val="0"/>
              </a:spcAft>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r>
              <a:rPr lang="ar-SA" dirty="0">
                <a:solidFill>
                  <a:schemeClr val="tx1"/>
                </a:solidFill>
              </a:rPr>
              <a:t>الصلاة</a:t>
            </a:r>
            <a:r>
              <a:rPr lang="en-US" dirty="0">
                <a:solidFill>
                  <a:schemeClr val="tx1"/>
                </a:solidFill>
              </a:rPr>
              <a:t> was mostly linked with </a:t>
            </a:r>
            <a:r>
              <a:rPr lang="ar-SA" dirty="0">
                <a:solidFill>
                  <a:schemeClr val="tx1"/>
                </a:solidFill>
              </a:rPr>
              <a:t>الزكاة</a:t>
            </a:r>
            <a:r>
              <a:rPr lang="en-US" dirty="0">
                <a:solidFill>
                  <a:schemeClr val="tx1"/>
                </a:solidFill>
              </a:rPr>
              <a:t> in the Quran which shows the importance of both of them as they are the second and third pillars of Islam.</a:t>
            </a:r>
          </a:p>
          <a:p>
            <a:pPr marL="285750" indent="-285750">
              <a:buFont typeface="Arial" panose="020B0604020202020204" pitchFamily="34" charset="0"/>
              <a:buChar char="•"/>
            </a:pPr>
            <a:endParaRPr lang="en-US" dirty="0">
              <a:solidFill>
                <a:schemeClr val="tx1"/>
              </a:solidFill>
            </a:endParaRPr>
          </a:p>
        </p:txBody>
      </p:sp>
    </p:spTree>
    <p:extLst>
      <p:ext uri="{BB962C8B-B14F-4D97-AF65-F5344CB8AC3E}">
        <p14:creationId xmlns:p14="http://schemas.microsoft.com/office/powerpoint/2010/main" val="14724064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38"/>
          <p:cNvSpPr/>
          <p:nvPr/>
        </p:nvSpPr>
        <p:spPr>
          <a:xfrm>
            <a:off x="1022201" y="1612977"/>
            <a:ext cx="1514478" cy="2805657"/>
          </a:xfrm>
          <a:custGeom>
            <a:avLst/>
            <a:gdLst/>
            <a:ahLst/>
            <a:cxnLst/>
            <a:rect l="l" t="t" r="r" b="b"/>
            <a:pathLst>
              <a:path w="15918" h="29489" extrusionOk="0">
                <a:moveTo>
                  <a:pt x="7788" y="1"/>
                </a:moveTo>
                <a:lnTo>
                  <a:pt x="7675" y="2402"/>
                </a:lnTo>
                <a:cubicBezTo>
                  <a:pt x="7514" y="2499"/>
                  <a:pt x="7397" y="2766"/>
                  <a:pt x="7397" y="3083"/>
                </a:cubicBezTo>
                <a:cubicBezTo>
                  <a:pt x="7397" y="3211"/>
                  <a:pt x="7418" y="3329"/>
                  <a:pt x="7449" y="3433"/>
                </a:cubicBezTo>
                <a:lnTo>
                  <a:pt x="7076" y="3433"/>
                </a:lnTo>
                <a:lnTo>
                  <a:pt x="7076" y="4132"/>
                </a:lnTo>
                <a:lnTo>
                  <a:pt x="6565" y="4132"/>
                </a:lnTo>
                <a:lnTo>
                  <a:pt x="6565" y="4631"/>
                </a:lnTo>
                <a:lnTo>
                  <a:pt x="7186" y="4631"/>
                </a:lnTo>
                <a:cubicBezTo>
                  <a:pt x="7186" y="4631"/>
                  <a:pt x="5616" y="5130"/>
                  <a:pt x="5398" y="6429"/>
                </a:cubicBezTo>
                <a:cubicBezTo>
                  <a:pt x="5179" y="7727"/>
                  <a:pt x="5398" y="8226"/>
                  <a:pt x="5398" y="8226"/>
                </a:cubicBezTo>
                <a:cubicBezTo>
                  <a:pt x="5398" y="8226"/>
                  <a:pt x="1533" y="9524"/>
                  <a:pt x="1" y="13516"/>
                </a:cubicBezTo>
                <a:lnTo>
                  <a:pt x="1" y="29489"/>
                </a:lnTo>
                <a:lnTo>
                  <a:pt x="7806" y="29314"/>
                </a:lnTo>
                <a:lnTo>
                  <a:pt x="7806" y="29489"/>
                </a:lnTo>
                <a:lnTo>
                  <a:pt x="15918" y="29489"/>
                </a:lnTo>
                <a:lnTo>
                  <a:pt x="15918" y="13635"/>
                </a:lnTo>
                <a:cubicBezTo>
                  <a:pt x="14317" y="9593"/>
                  <a:pt x="10271" y="8280"/>
                  <a:pt x="10271" y="8280"/>
                </a:cubicBezTo>
                <a:cubicBezTo>
                  <a:pt x="10271" y="8280"/>
                  <a:pt x="10499" y="7777"/>
                  <a:pt x="10271" y="6462"/>
                </a:cubicBezTo>
                <a:cubicBezTo>
                  <a:pt x="10042" y="5150"/>
                  <a:pt x="8399" y="4644"/>
                  <a:pt x="8399" y="4644"/>
                </a:cubicBezTo>
                <a:lnTo>
                  <a:pt x="9048" y="4644"/>
                </a:lnTo>
                <a:lnTo>
                  <a:pt x="9048" y="4139"/>
                </a:lnTo>
                <a:lnTo>
                  <a:pt x="8514" y="4139"/>
                </a:lnTo>
                <a:lnTo>
                  <a:pt x="8514" y="3433"/>
                </a:lnTo>
                <a:lnTo>
                  <a:pt x="8166" y="3433"/>
                </a:lnTo>
                <a:cubicBezTo>
                  <a:pt x="8199" y="3329"/>
                  <a:pt x="8219" y="3211"/>
                  <a:pt x="8219" y="3083"/>
                </a:cubicBezTo>
                <a:cubicBezTo>
                  <a:pt x="8219" y="2740"/>
                  <a:pt x="8083" y="2456"/>
                  <a:pt x="7903" y="2381"/>
                </a:cubicBezTo>
                <a:lnTo>
                  <a:pt x="778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2" name="Google Shape;632;p38"/>
          <p:cNvGrpSpPr/>
          <p:nvPr/>
        </p:nvGrpSpPr>
        <p:grpSpPr>
          <a:xfrm>
            <a:off x="-1066800" y="1054955"/>
            <a:ext cx="4744050" cy="3507145"/>
            <a:chOff x="0" y="1054955"/>
            <a:chExt cx="4744050" cy="3507145"/>
          </a:xfrm>
        </p:grpSpPr>
        <p:sp>
          <p:nvSpPr>
            <p:cNvPr id="633" name="Google Shape;633;p38"/>
            <p:cNvSpPr/>
            <p:nvPr/>
          </p:nvSpPr>
          <p:spPr>
            <a:xfrm flipH="1">
              <a:off x="0" y="1054955"/>
              <a:ext cx="4060624" cy="3409260"/>
            </a:xfrm>
            <a:custGeom>
              <a:avLst/>
              <a:gdLst/>
              <a:ahLst/>
              <a:cxnLst/>
              <a:rect l="l" t="t" r="r" b="b"/>
              <a:pathLst>
                <a:path w="78262" h="65708" extrusionOk="0">
                  <a:moveTo>
                    <a:pt x="58138" y="9062"/>
                  </a:moveTo>
                  <a:cubicBezTo>
                    <a:pt x="58575" y="9062"/>
                    <a:pt x="58575" y="9689"/>
                    <a:pt x="58575" y="9689"/>
                  </a:cubicBezTo>
                  <a:lnTo>
                    <a:pt x="58575" y="11484"/>
                  </a:lnTo>
                  <a:lnTo>
                    <a:pt x="57701" y="11484"/>
                  </a:lnTo>
                  <a:lnTo>
                    <a:pt x="57701" y="9779"/>
                  </a:lnTo>
                  <a:cubicBezTo>
                    <a:pt x="57701" y="9779"/>
                    <a:pt x="57701" y="9062"/>
                    <a:pt x="58138" y="9062"/>
                  </a:cubicBezTo>
                  <a:close/>
                  <a:moveTo>
                    <a:pt x="56880" y="9089"/>
                  </a:moveTo>
                  <a:cubicBezTo>
                    <a:pt x="57317" y="9089"/>
                    <a:pt x="57317" y="9716"/>
                    <a:pt x="57317" y="9716"/>
                  </a:cubicBezTo>
                  <a:lnTo>
                    <a:pt x="57317" y="11510"/>
                  </a:lnTo>
                  <a:lnTo>
                    <a:pt x="56443" y="11510"/>
                  </a:lnTo>
                  <a:lnTo>
                    <a:pt x="56443" y="9806"/>
                  </a:lnTo>
                  <a:cubicBezTo>
                    <a:pt x="56443" y="9806"/>
                    <a:pt x="56443" y="9089"/>
                    <a:pt x="56880" y="9089"/>
                  </a:cubicBezTo>
                  <a:close/>
                  <a:moveTo>
                    <a:pt x="59233" y="9091"/>
                  </a:moveTo>
                  <a:cubicBezTo>
                    <a:pt x="59507" y="9091"/>
                    <a:pt x="59507" y="9717"/>
                    <a:pt x="59507" y="9717"/>
                  </a:cubicBezTo>
                  <a:lnTo>
                    <a:pt x="59507" y="11512"/>
                  </a:lnTo>
                  <a:lnTo>
                    <a:pt x="58960" y="11512"/>
                  </a:lnTo>
                  <a:lnTo>
                    <a:pt x="58960" y="9807"/>
                  </a:lnTo>
                  <a:lnTo>
                    <a:pt x="58959" y="9807"/>
                  </a:lnTo>
                  <a:cubicBezTo>
                    <a:pt x="58959" y="9807"/>
                    <a:pt x="58959" y="9091"/>
                    <a:pt x="59233" y="9091"/>
                  </a:cubicBezTo>
                  <a:close/>
                  <a:moveTo>
                    <a:pt x="55705" y="9117"/>
                  </a:moveTo>
                  <a:cubicBezTo>
                    <a:pt x="55979" y="9117"/>
                    <a:pt x="55979" y="9744"/>
                    <a:pt x="55979" y="9744"/>
                  </a:cubicBezTo>
                  <a:lnTo>
                    <a:pt x="55979" y="11538"/>
                  </a:lnTo>
                  <a:lnTo>
                    <a:pt x="55431" y="11538"/>
                  </a:lnTo>
                  <a:lnTo>
                    <a:pt x="55431" y="9834"/>
                  </a:lnTo>
                  <a:cubicBezTo>
                    <a:pt x="55431" y="9834"/>
                    <a:pt x="55431" y="9117"/>
                    <a:pt x="55705" y="9117"/>
                  </a:cubicBezTo>
                  <a:close/>
                  <a:moveTo>
                    <a:pt x="15537" y="25977"/>
                  </a:moveTo>
                  <a:cubicBezTo>
                    <a:pt x="15838" y="25977"/>
                    <a:pt x="15838" y="26802"/>
                    <a:pt x="15838" y="26802"/>
                  </a:cubicBezTo>
                  <a:lnTo>
                    <a:pt x="15838" y="29162"/>
                  </a:lnTo>
                  <a:lnTo>
                    <a:pt x="15238" y="29162"/>
                  </a:lnTo>
                  <a:lnTo>
                    <a:pt x="15238" y="26920"/>
                  </a:lnTo>
                  <a:cubicBezTo>
                    <a:pt x="15238" y="26920"/>
                    <a:pt x="15238" y="25977"/>
                    <a:pt x="15537" y="25977"/>
                  </a:cubicBezTo>
                  <a:close/>
                  <a:moveTo>
                    <a:pt x="17847" y="25800"/>
                  </a:moveTo>
                  <a:cubicBezTo>
                    <a:pt x="18940" y="25800"/>
                    <a:pt x="18940" y="26672"/>
                    <a:pt x="18940" y="26672"/>
                  </a:cubicBezTo>
                  <a:lnTo>
                    <a:pt x="18940" y="29162"/>
                  </a:lnTo>
                  <a:lnTo>
                    <a:pt x="16752" y="29162"/>
                  </a:lnTo>
                  <a:lnTo>
                    <a:pt x="16752" y="26795"/>
                  </a:lnTo>
                  <a:cubicBezTo>
                    <a:pt x="16752" y="26795"/>
                    <a:pt x="16752" y="25800"/>
                    <a:pt x="17847" y="25800"/>
                  </a:cubicBezTo>
                  <a:close/>
                  <a:moveTo>
                    <a:pt x="20097" y="26018"/>
                  </a:moveTo>
                  <a:cubicBezTo>
                    <a:pt x="20398" y="26018"/>
                    <a:pt x="20398" y="26843"/>
                    <a:pt x="20398" y="26843"/>
                  </a:cubicBezTo>
                  <a:lnTo>
                    <a:pt x="20398" y="29203"/>
                  </a:lnTo>
                  <a:lnTo>
                    <a:pt x="19796" y="29203"/>
                  </a:lnTo>
                  <a:lnTo>
                    <a:pt x="19796" y="26961"/>
                  </a:lnTo>
                  <a:cubicBezTo>
                    <a:pt x="19796" y="26961"/>
                    <a:pt x="19796" y="26018"/>
                    <a:pt x="20097" y="26018"/>
                  </a:cubicBezTo>
                  <a:close/>
                  <a:moveTo>
                    <a:pt x="43351" y="28212"/>
                  </a:moveTo>
                  <a:cubicBezTo>
                    <a:pt x="43625" y="28212"/>
                    <a:pt x="43625" y="28489"/>
                    <a:pt x="43625" y="28489"/>
                  </a:cubicBezTo>
                  <a:lnTo>
                    <a:pt x="43625" y="29286"/>
                  </a:lnTo>
                  <a:lnTo>
                    <a:pt x="43077" y="29286"/>
                  </a:lnTo>
                  <a:lnTo>
                    <a:pt x="43077" y="28530"/>
                  </a:lnTo>
                  <a:cubicBezTo>
                    <a:pt x="43077" y="28530"/>
                    <a:pt x="43077" y="28212"/>
                    <a:pt x="43351" y="28212"/>
                  </a:cubicBezTo>
                  <a:close/>
                  <a:moveTo>
                    <a:pt x="45235" y="28221"/>
                  </a:moveTo>
                  <a:cubicBezTo>
                    <a:pt x="45509" y="28221"/>
                    <a:pt x="45509" y="28499"/>
                    <a:pt x="45509" y="28499"/>
                  </a:cubicBezTo>
                  <a:lnTo>
                    <a:pt x="45509" y="29294"/>
                  </a:lnTo>
                  <a:lnTo>
                    <a:pt x="44961" y="29294"/>
                  </a:lnTo>
                  <a:lnTo>
                    <a:pt x="44961" y="28538"/>
                  </a:lnTo>
                  <a:cubicBezTo>
                    <a:pt x="44961" y="28538"/>
                    <a:pt x="44961" y="28221"/>
                    <a:pt x="45235" y="28221"/>
                  </a:cubicBezTo>
                  <a:close/>
                  <a:moveTo>
                    <a:pt x="44306" y="28232"/>
                  </a:moveTo>
                  <a:cubicBezTo>
                    <a:pt x="44580" y="28232"/>
                    <a:pt x="44580" y="28509"/>
                    <a:pt x="44580" y="28509"/>
                  </a:cubicBezTo>
                  <a:lnTo>
                    <a:pt x="44580" y="29304"/>
                  </a:lnTo>
                  <a:lnTo>
                    <a:pt x="44032" y="29304"/>
                  </a:lnTo>
                  <a:lnTo>
                    <a:pt x="44032" y="28549"/>
                  </a:lnTo>
                  <a:cubicBezTo>
                    <a:pt x="44032" y="28549"/>
                    <a:pt x="44032" y="28232"/>
                    <a:pt x="44306" y="28232"/>
                  </a:cubicBezTo>
                  <a:close/>
                  <a:moveTo>
                    <a:pt x="40564" y="28250"/>
                  </a:moveTo>
                  <a:cubicBezTo>
                    <a:pt x="40838" y="28250"/>
                    <a:pt x="40838" y="28528"/>
                    <a:pt x="40838" y="28528"/>
                  </a:cubicBezTo>
                  <a:lnTo>
                    <a:pt x="40838" y="29324"/>
                  </a:lnTo>
                  <a:lnTo>
                    <a:pt x="40290" y="29324"/>
                  </a:lnTo>
                  <a:lnTo>
                    <a:pt x="40290" y="28569"/>
                  </a:lnTo>
                  <a:cubicBezTo>
                    <a:pt x="40290" y="28569"/>
                    <a:pt x="40290" y="28250"/>
                    <a:pt x="40564" y="28250"/>
                  </a:cubicBezTo>
                  <a:close/>
                  <a:moveTo>
                    <a:pt x="41492" y="28250"/>
                  </a:moveTo>
                  <a:cubicBezTo>
                    <a:pt x="41766" y="28250"/>
                    <a:pt x="41766" y="28528"/>
                    <a:pt x="41766" y="28528"/>
                  </a:cubicBezTo>
                  <a:lnTo>
                    <a:pt x="41766" y="29324"/>
                  </a:lnTo>
                  <a:lnTo>
                    <a:pt x="41218" y="29324"/>
                  </a:lnTo>
                  <a:lnTo>
                    <a:pt x="41218" y="28569"/>
                  </a:lnTo>
                  <a:cubicBezTo>
                    <a:pt x="41218" y="28569"/>
                    <a:pt x="41218" y="28250"/>
                    <a:pt x="41492" y="28250"/>
                  </a:cubicBezTo>
                  <a:close/>
                  <a:moveTo>
                    <a:pt x="42440" y="28250"/>
                  </a:moveTo>
                  <a:cubicBezTo>
                    <a:pt x="42714" y="28250"/>
                    <a:pt x="42714" y="28528"/>
                    <a:pt x="42714" y="28528"/>
                  </a:cubicBezTo>
                  <a:lnTo>
                    <a:pt x="42714" y="29324"/>
                  </a:lnTo>
                  <a:lnTo>
                    <a:pt x="42166" y="29324"/>
                  </a:lnTo>
                  <a:lnTo>
                    <a:pt x="42166" y="28569"/>
                  </a:lnTo>
                  <a:cubicBezTo>
                    <a:pt x="42166" y="28569"/>
                    <a:pt x="42166" y="28250"/>
                    <a:pt x="42440" y="28250"/>
                  </a:cubicBezTo>
                  <a:close/>
                  <a:moveTo>
                    <a:pt x="38603" y="28284"/>
                  </a:moveTo>
                  <a:cubicBezTo>
                    <a:pt x="38877" y="28284"/>
                    <a:pt x="38877" y="28562"/>
                    <a:pt x="38877" y="28562"/>
                  </a:cubicBezTo>
                  <a:lnTo>
                    <a:pt x="38877" y="29358"/>
                  </a:lnTo>
                  <a:lnTo>
                    <a:pt x="38329" y="29358"/>
                  </a:lnTo>
                  <a:lnTo>
                    <a:pt x="38329" y="28601"/>
                  </a:lnTo>
                  <a:cubicBezTo>
                    <a:pt x="38329" y="28601"/>
                    <a:pt x="38329" y="28284"/>
                    <a:pt x="38603" y="28284"/>
                  </a:cubicBezTo>
                  <a:close/>
                  <a:moveTo>
                    <a:pt x="39583" y="28291"/>
                  </a:moveTo>
                  <a:cubicBezTo>
                    <a:pt x="39857" y="28291"/>
                    <a:pt x="39857" y="28569"/>
                    <a:pt x="39857" y="28569"/>
                  </a:cubicBezTo>
                  <a:lnTo>
                    <a:pt x="39857" y="29365"/>
                  </a:lnTo>
                  <a:lnTo>
                    <a:pt x="39309" y="29365"/>
                  </a:lnTo>
                  <a:lnTo>
                    <a:pt x="39309" y="28608"/>
                  </a:lnTo>
                  <a:cubicBezTo>
                    <a:pt x="39309" y="28608"/>
                    <a:pt x="39309" y="28291"/>
                    <a:pt x="39583" y="28291"/>
                  </a:cubicBezTo>
                  <a:close/>
                  <a:moveTo>
                    <a:pt x="30102" y="28319"/>
                  </a:moveTo>
                  <a:cubicBezTo>
                    <a:pt x="30376" y="28319"/>
                    <a:pt x="30376" y="28597"/>
                    <a:pt x="30376" y="28597"/>
                  </a:cubicBezTo>
                  <a:lnTo>
                    <a:pt x="30376" y="29393"/>
                  </a:lnTo>
                  <a:lnTo>
                    <a:pt x="29828" y="29393"/>
                  </a:lnTo>
                  <a:lnTo>
                    <a:pt x="29828" y="28637"/>
                  </a:lnTo>
                  <a:cubicBezTo>
                    <a:pt x="29828" y="28637"/>
                    <a:pt x="29828" y="28319"/>
                    <a:pt x="30102" y="28319"/>
                  </a:cubicBezTo>
                  <a:close/>
                  <a:moveTo>
                    <a:pt x="31031" y="28319"/>
                  </a:moveTo>
                  <a:cubicBezTo>
                    <a:pt x="31305" y="28319"/>
                    <a:pt x="31305" y="28597"/>
                    <a:pt x="31305" y="28597"/>
                  </a:cubicBezTo>
                  <a:lnTo>
                    <a:pt x="31305" y="29393"/>
                  </a:lnTo>
                  <a:lnTo>
                    <a:pt x="30757" y="29393"/>
                  </a:lnTo>
                  <a:lnTo>
                    <a:pt x="30757" y="28637"/>
                  </a:lnTo>
                  <a:cubicBezTo>
                    <a:pt x="30757" y="28637"/>
                    <a:pt x="30757" y="28319"/>
                    <a:pt x="31031" y="28319"/>
                  </a:cubicBezTo>
                  <a:close/>
                  <a:moveTo>
                    <a:pt x="31960" y="28319"/>
                  </a:moveTo>
                  <a:cubicBezTo>
                    <a:pt x="32234" y="28319"/>
                    <a:pt x="32234" y="28597"/>
                    <a:pt x="32234" y="28597"/>
                  </a:cubicBezTo>
                  <a:lnTo>
                    <a:pt x="32234" y="29393"/>
                  </a:lnTo>
                  <a:lnTo>
                    <a:pt x="31686" y="29393"/>
                  </a:lnTo>
                  <a:lnTo>
                    <a:pt x="31686" y="28637"/>
                  </a:lnTo>
                  <a:cubicBezTo>
                    <a:pt x="31686" y="28637"/>
                    <a:pt x="31686" y="28319"/>
                    <a:pt x="31960" y="28319"/>
                  </a:cubicBezTo>
                  <a:close/>
                  <a:moveTo>
                    <a:pt x="37615" y="28325"/>
                  </a:moveTo>
                  <a:cubicBezTo>
                    <a:pt x="37889" y="28325"/>
                    <a:pt x="37889" y="28601"/>
                    <a:pt x="37889" y="28601"/>
                  </a:cubicBezTo>
                  <a:lnTo>
                    <a:pt x="37889" y="29398"/>
                  </a:lnTo>
                  <a:lnTo>
                    <a:pt x="37341" y="29398"/>
                  </a:lnTo>
                  <a:lnTo>
                    <a:pt x="37341" y="28642"/>
                  </a:lnTo>
                  <a:cubicBezTo>
                    <a:pt x="37341" y="28642"/>
                    <a:pt x="37341" y="28325"/>
                    <a:pt x="37615" y="28325"/>
                  </a:cubicBezTo>
                  <a:close/>
                  <a:moveTo>
                    <a:pt x="32850" y="28332"/>
                  </a:moveTo>
                  <a:cubicBezTo>
                    <a:pt x="33124" y="28332"/>
                    <a:pt x="33124" y="28608"/>
                    <a:pt x="33124" y="28608"/>
                  </a:cubicBezTo>
                  <a:lnTo>
                    <a:pt x="33124" y="29405"/>
                  </a:lnTo>
                  <a:lnTo>
                    <a:pt x="32576" y="29405"/>
                  </a:lnTo>
                  <a:lnTo>
                    <a:pt x="32576" y="28649"/>
                  </a:lnTo>
                  <a:cubicBezTo>
                    <a:pt x="32576" y="28649"/>
                    <a:pt x="32576" y="28332"/>
                    <a:pt x="32850" y="28332"/>
                  </a:cubicBezTo>
                  <a:close/>
                  <a:moveTo>
                    <a:pt x="36578" y="28334"/>
                  </a:moveTo>
                  <a:cubicBezTo>
                    <a:pt x="36852" y="28334"/>
                    <a:pt x="36852" y="28613"/>
                    <a:pt x="36852" y="28613"/>
                  </a:cubicBezTo>
                  <a:lnTo>
                    <a:pt x="36852" y="29408"/>
                  </a:lnTo>
                  <a:lnTo>
                    <a:pt x="36304" y="29408"/>
                  </a:lnTo>
                  <a:lnTo>
                    <a:pt x="36304" y="28653"/>
                  </a:lnTo>
                  <a:cubicBezTo>
                    <a:pt x="36304" y="28653"/>
                    <a:pt x="36304" y="28334"/>
                    <a:pt x="36578" y="28334"/>
                  </a:cubicBezTo>
                  <a:close/>
                  <a:moveTo>
                    <a:pt x="33767" y="28346"/>
                  </a:moveTo>
                  <a:cubicBezTo>
                    <a:pt x="34041" y="28346"/>
                    <a:pt x="34041" y="28623"/>
                    <a:pt x="34041" y="28623"/>
                  </a:cubicBezTo>
                  <a:lnTo>
                    <a:pt x="34041" y="29419"/>
                  </a:lnTo>
                  <a:lnTo>
                    <a:pt x="33492" y="29419"/>
                  </a:lnTo>
                  <a:lnTo>
                    <a:pt x="33492" y="28663"/>
                  </a:lnTo>
                  <a:cubicBezTo>
                    <a:pt x="33492" y="28663"/>
                    <a:pt x="33492" y="28346"/>
                    <a:pt x="33767" y="28346"/>
                  </a:cubicBezTo>
                  <a:close/>
                  <a:moveTo>
                    <a:pt x="35635" y="28346"/>
                  </a:moveTo>
                  <a:cubicBezTo>
                    <a:pt x="35909" y="28346"/>
                    <a:pt x="35909" y="28623"/>
                    <a:pt x="35909" y="28623"/>
                  </a:cubicBezTo>
                  <a:lnTo>
                    <a:pt x="35909" y="29419"/>
                  </a:lnTo>
                  <a:lnTo>
                    <a:pt x="35360" y="29419"/>
                  </a:lnTo>
                  <a:lnTo>
                    <a:pt x="35360" y="28663"/>
                  </a:lnTo>
                  <a:cubicBezTo>
                    <a:pt x="35360" y="28663"/>
                    <a:pt x="35360" y="28346"/>
                    <a:pt x="35635" y="28346"/>
                  </a:cubicBezTo>
                  <a:close/>
                  <a:moveTo>
                    <a:pt x="34684" y="28360"/>
                  </a:moveTo>
                  <a:cubicBezTo>
                    <a:pt x="34958" y="28360"/>
                    <a:pt x="34958" y="28637"/>
                    <a:pt x="34958" y="28637"/>
                  </a:cubicBezTo>
                  <a:lnTo>
                    <a:pt x="34958" y="29434"/>
                  </a:lnTo>
                  <a:lnTo>
                    <a:pt x="34410" y="29434"/>
                  </a:lnTo>
                  <a:lnTo>
                    <a:pt x="34410" y="28677"/>
                  </a:lnTo>
                  <a:cubicBezTo>
                    <a:pt x="34410" y="28677"/>
                    <a:pt x="34410" y="28360"/>
                    <a:pt x="34684" y="28360"/>
                  </a:cubicBezTo>
                  <a:close/>
                  <a:moveTo>
                    <a:pt x="3590" y="42479"/>
                  </a:moveTo>
                  <a:cubicBezTo>
                    <a:pt x="3742" y="42479"/>
                    <a:pt x="3742" y="42861"/>
                    <a:pt x="3742" y="42861"/>
                  </a:cubicBezTo>
                  <a:lnTo>
                    <a:pt x="3742" y="43956"/>
                  </a:lnTo>
                  <a:lnTo>
                    <a:pt x="3440" y="43956"/>
                  </a:lnTo>
                  <a:lnTo>
                    <a:pt x="3440" y="42916"/>
                  </a:lnTo>
                  <a:cubicBezTo>
                    <a:pt x="3440" y="42916"/>
                    <a:pt x="3440" y="42479"/>
                    <a:pt x="3590" y="42479"/>
                  </a:cubicBezTo>
                  <a:close/>
                  <a:moveTo>
                    <a:pt x="4743" y="42397"/>
                  </a:moveTo>
                  <a:cubicBezTo>
                    <a:pt x="5289" y="42397"/>
                    <a:pt x="5289" y="42802"/>
                    <a:pt x="5289" y="42802"/>
                  </a:cubicBezTo>
                  <a:lnTo>
                    <a:pt x="5289" y="43956"/>
                  </a:lnTo>
                  <a:lnTo>
                    <a:pt x="4197" y="43956"/>
                  </a:lnTo>
                  <a:lnTo>
                    <a:pt x="4197" y="42860"/>
                  </a:lnTo>
                  <a:cubicBezTo>
                    <a:pt x="4197" y="42860"/>
                    <a:pt x="4197" y="42397"/>
                    <a:pt x="4743" y="42397"/>
                  </a:cubicBezTo>
                  <a:close/>
                  <a:moveTo>
                    <a:pt x="5871" y="42498"/>
                  </a:moveTo>
                  <a:cubicBezTo>
                    <a:pt x="6022" y="42498"/>
                    <a:pt x="6022" y="42881"/>
                    <a:pt x="6022" y="42881"/>
                  </a:cubicBezTo>
                  <a:lnTo>
                    <a:pt x="6022" y="43976"/>
                  </a:lnTo>
                  <a:lnTo>
                    <a:pt x="5719" y="43976"/>
                  </a:lnTo>
                  <a:lnTo>
                    <a:pt x="5719" y="42936"/>
                  </a:lnTo>
                  <a:cubicBezTo>
                    <a:pt x="5719" y="42936"/>
                    <a:pt x="5719" y="42498"/>
                    <a:pt x="5871" y="42498"/>
                  </a:cubicBezTo>
                  <a:close/>
                  <a:moveTo>
                    <a:pt x="57522" y="1"/>
                  </a:moveTo>
                  <a:lnTo>
                    <a:pt x="57480" y="959"/>
                  </a:lnTo>
                  <a:cubicBezTo>
                    <a:pt x="57335" y="968"/>
                    <a:pt x="57220" y="1024"/>
                    <a:pt x="57220" y="1094"/>
                  </a:cubicBezTo>
                  <a:cubicBezTo>
                    <a:pt x="57220" y="1162"/>
                    <a:pt x="57328" y="1218"/>
                    <a:pt x="57469" y="1228"/>
                  </a:cubicBezTo>
                  <a:lnTo>
                    <a:pt x="57446" y="1718"/>
                  </a:lnTo>
                  <a:lnTo>
                    <a:pt x="57451" y="1718"/>
                  </a:lnTo>
                  <a:cubicBezTo>
                    <a:pt x="57170" y="1741"/>
                    <a:pt x="56954" y="1852"/>
                    <a:pt x="56954" y="1987"/>
                  </a:cubicBezTo>
                  <a:cubicBezTo>
                    <a:pt x="56954" y="2123"/>
                    <a:pt x="57170" y="2233"/>
                    <a:pt x="57451" y="2257"/>
                  </a:cubicBezTo>
                  <a:cubicBezTo>
                    <a:pt x="57085" y="2919"/>
                    <a:pt x="55801" y="5124"/>
                    <a:pt x="54191" y="6438"/>
                  </a:cubicBezTo>
                  <a:cubicBezTo>
                    <a:pt x="52852" y="7532"/>
                    <a:pt x="55313" y="9064"/>
                    <a:pt x="55313" y="9064"/>
                  </a:cubicBezTo>
                  <a:lnTo>
                    <a:pt x="55341" y="11580"/>
                  </a:lnTo>
                  <a:lnTo>
                    <a:pt x="54520" y="11580"/>
                  </a:lnTo>
                  <a:lnTo>
                    <a:pt x="54520" y="12238"/>
                  </a:lnTo>
                  <a:lnTo>
                    <a:pt x="55313" y="12620"/>
                  </a:lnTo>
                  <a:lnTo>
                    <a:pt x="54547" y="12620"/>
                  </a:lnTo>
                  <a:lnTo>
                    <a:pt x="54519" y="13032"/>
                  </a:lnTo>
                  <a:lnTo>
                    <a:pt x="53286" y="13032"/>
                  </a:lnTo>
                  <a:lnTo>
                    <a:pt x="53286" y="14173"/>
                  </a:lnTo>
                  <a:lnTo>
                    <a:pt x="54790" y="15521"/>
                  </a:lnTo>
                  <a:lnTo>
                    <a:pt x="54832" y="36876"/>
                  </a:lnTo>
                  <a:lnTo>
                    <a:pt x="53670" y="36876"/>
                  </a:lnTo>
                  <a:lnTo>
                    <a:pt x="53670" y="37897"/>
                  </a:lnTo>
                  <a:lnTo>
                    <a:pt x="54835" y="37897"/>
                  </a:lnTo>
                  <a:lnTo>
                    <a:pt x="54836" y="38937"/>
                  </a:lnTo>
                  <a:lnTo>
                    <a:pt x="48475" y="38937"/>
                  </a:lnTo>
                  <a:lnTo>
                    <a:pt x="48475" y="37568"/>
                  </a:lnTo>
                  <a:cubicBezTo>
                    <a:pt x="48475" y="36300"/>
                    <a:pt x="47446" y="35271"/>
                    <a:pt x="46178" y="35271"/>
                  </a:cubicBezTo>
                  <a:lnTo>
                    <a:pt x="46117" y="34397"/>
                  </a:lnTo>
                  <a:lnTo>
                    <a:pt x="46760" y="34397"/>
                  </a:lnTo>
                  <a:lnTo>
                    <a:pt x="46760" y="29259"/>
                  </a:lnTo>
                  <a:lnTo>
                    <a:pt x="45933" y="29287"/>
                  </a:lnTo>
                  <a:lnTo>
                    <a:pt x="45900" y="27959"/>
                  </a:lnTo>
                  <a:cubicBezTo>
                    <a:pt x="49828" y="22324"/>
                    <a:pt x="39348" y="18256"/>
                    <a:pt x="39348" y="18256"/>
                  </a:cubicBezTo>
                  <a:lnTo>
                    <a:pt x="39348" y="17764"/>
                  </a:lnTo>
                  <a:lnTo>
                    <a:pt x="38865" y="17764"/>
                  </a:lnTo>
                  <a:lnTo>
                    <a:pt x="38865" y="16342"/>
                  </a:lnTo>
                  <a:lnTo>
                    <a:pt x="39348" y="16342"/>
                  </a:lnTo>
                  <a:lnTo>
                    <a:pt x="39348" y="15576"/>
                  </a:lnTo>
                  <a:lnTo>
                    <a:pt x="38804" y="15576"/>
                  </a:lnTo>
                  <a:lnTo>
                    <a:pt x="38804" y="15084"/>
                  </a:lnTo>
                  <a:lnTo>
                    <a:pt x="37401" y="15084"/>
                  </a:lnTo>
                  <a:lnTo>
                    <a:pt x="37380" y="14692"/>
                  </a:lnTo>
                  <a:cubicBezTo>
                    <a:pt x="37591" y="14613"/>
                    <a:pt x="37743" y="14412"/>
                    <a:pt x="37743" y="14173"/>
                  </a:cubicBezTo>
                  <a:cubicBezTo>
                    <a:pt x="37743" y="13913"/>
                    <a:pt x="37563" y="13698"/>
                    <a:pt x="37323" y="13638"/>
                  </a:cubicBezTo>
                  <a:lnTo>
                    <a:pt x="37300" y="13234"/>
                  </a:lnTo>
                  <a:cubicBezTo>
                    <a:pt x="37479" y="13185"/>
                    <a:pt x="37612" y="13021"/>
                    <a:pt x="37612" y="12827"/>
                  </a:cubicBezTo>
                  <a:cubicBezTo>
                    <a:pt x="37612" y="12613"/>
                    <a:pt x="37456" y="12440"/>
                    <a:pt x="37254" y="12408"/>
                  </a:cubicBezTo>
                  <a:lnTo>
                    <a:pt x="37189" y="11234"/>
                  </a:lnTo>
                  <a:lnTo>
                    <a:pt x="37120" y="12408"/>
                  </a:lnTo>
                  <a:cubicBezTo>
                    <a:pt x="36918" y="12441"/>
                    <a:pt x="36763" y="12613"/>
                    <a:pt x="36763" y="12824"/>
                  </a:cubicBezTo>
                  <a:cubicBezTo>
                    <a:pt x="36763" y="13018"/>
                    <a:pt x="36894" y="13179"/>
                    <a:pt x="37071" y="13230"/>
                  </a:cubicBezTo>
                  <a:lnTo>
                    <a:pt x="37049" y="13638"/>
                  </a:lnTo>
                  <a:cubicBezTo>
                    <a:pt x="36811" y="13699"/>
                    <a:pt x="36634" y="13913"/>
                    <a:pt x="36634" y="14172"/>
                  </a:cubicBezTo>
                  <a:cubicBezTo>
                    <a:pt x="36634" y="14408"/>
                    <a:pt x="36782" y="14606"/>
                    <a:pt x="36987" y="14686"/>
                  </a:cubicBezTo>
                  <a:lnTo>
                    <a:pt x="36964" y="15080"/>
                  </a:lnTo>
                  <a:lnTo>
                    <a:pt x="35725" y="15080"/>
                  </a:lnTo>
                  <a:lnTo>
                    <a:pt x="35725" y="15572"/>
                  </a:lnTo>
                  <a:lnTo>
                    <a:pt x="35233" y="15572"/>
                  </a:lnTo>
                  <a:lnTo>
                    <a:pt x="35233" y="16338"/>
                  </a:lnTo>
                  <a:lnTo>
                    <a:pt x="35670" y="16338"/>
                  </a:lnTo>
                  <a:lnTo>
                    <a:pt x="35670" y="17762"/>
                  </a:lnTo>
                  <a:lnTo>
                    <a:pt x="35233" y="17762"/>
                  </a:lnTo>
                  <a:lnTo>
                    <a:pt x="35233" y="18254"/>
                  </a:lnTo>
                  <a:cubicBezTo>
                    <a:pt x="35233" y="18254"/>
                    <a:pt x="25767" y="22521"/>
                    <a:pt x="29323" y="28156"/>
                  </a:cubicBezTo>
                  <a:lnTo>
                    <a:pt x="29269" y="29414"/>
                  </a:lnTo>
                  <a:lnTo>
                    <a:pt x="28524" y="29414"/>
                  </a:lnTo>
                  <a:lnTo>
                    <a:pt x="28524" y="34391"/>
                  </a:lnTo>
                  <a:lnTo>
                    <a:pt x="29104" y="34391"/>
                  </a:lnTo>
                  <a:lnTo>
                    <a:pt x="29049" y="35267"/>
                  </a:lnTo>
                  <a:cubicBezTo>
                    <a:pt x="27902" y="35267"/>
                    <a:pt x="26971" y="36197"/>
                    <a:pt x="26971" y="37344"/>
                  </a:cubicBezTo>
                  <a:lnTo>
                    <a:pt x="26971" y="38931"/>
                  </a:lnTo>
                  <a:lnTo>
                    <a:pt x="20406" y="38931"/>
                  </a:lnTo>
                  <a:lnTo>
                    <a:pt x="20442" y="30125"/>
                  </a:lnTo>
                  <a:lnTo>
                    <a:pt x="21171" y="30125"/>
                  </a:lnTo>
                  <a:lnTo>
                    <a:pt x="21171" y="29240"/>
                  </a:lnTo>
                  <a:lnTo>
                    <a:pt x="20832" y="29240"/>
                  </a:lnTo>
                  <a:lnTo>
                    <a:pt x="20832" y="26643"/>
                  </a:lnTo>
                  <a:lnTo>
                    <a:pt x="21171" y="26288"/>
                  </a:lnTo>
                  <a:lnTo>
                    <a:pt x="20720" y="25934"/>
                  </a:lnTo>
                  <a:cubicBezTo>
                    <a:pt x="21002" y="23278"/>
                    <a:pt x="18571" y="22393"/>
                    <a:pt x="18571" y="22393"/>
                  </a:cubicBezTo>
                  <a:lnTo>
                    <a:pt x="18571" y="21333"/>
                  </a:lnTo>
                  <a:lnTo>
                    <a:pt x="18004" y="21333"/>
                  </a:lnTo>
                  <a:lnTo>
                    <a:pt x="17778" y="18854"/>
                  </a:lnTo>
                  <a:lnTo>
                    <a:pt x="17559" y="21333"/>
                  </a:lnTo>
                  <a:lnTo>
                    <a:pt x="17012" y="21333"/>
                  </a:lnTo>
                  <a:lnTo>
                    <a:pt x="17012" y="22396"/>
                  </a:lnTo>
                  <a:cubicBezTo>
                    <a:pt x="17012" y="22396"/>
                    <a:pt x="14659" y="23281"/>
                    <a:pt x="14933" y="25936"/>
                  </a:cubicBezTo>
                  <a:lnTo>
                    <a:pt x="14496" y="26292"/>
                  </a:lnTo>
                  <a:lnTo>
                    <a:pt x="14825" y="26646"/>
                  </a:lnTo>
                  <a:lnTo>
                    <a:pt x="14825" y="29244"/>
                  </a:lnTo>
                  <a:lnTo>
                    <a:pt x="14496" y="29244"/>
                  </a:lnTo>
                  <a:lnTo>
                    <a:pt x="14496" y="30129"/>
                  </a:lnTo>
                  <a:lnTo>
                    <a:pt x="15225" y="30129"/>
                  </a:lnTo>
                  <a:lnTo>
                    <a:pt x="15261" y="38934"/>
                  </a:lnTo>
                  <a:lnTo>
                    <a:pt x="14114" y="38934"/>
                  </a:lnTo>
                  <a:lnTo>
                    <a:pt x="14114" y="41888"/>
                  </a:lnTo>
                  <a:lnTo>
                    <a:pt x="8533" y="41888"/>
                  </a:lnTo>
                  <a:lnTo>
                    <a:pt x="8533" y="44953"/>
                  </a:lnTo>
                  <a:lnTo>
                    <a:pt x="8042" y="44953"/>
                  </a:lnTo>
                  <a:lnTo>
                    <a:pt x="8042" y="46211"/>
                  </a:lnTo>
                  <a:lnTo>
                    <a:pt x="7603" y="46211"/>
                  </a:lnTo>
                  <a:lnTo>
                    <a:pt x="7603" y="46757"/>
                  </a:lnTo>
                  <a:lnTo>
                    <a:pt x="6619" y="47632"/>
                  </a:lnTo>
                  <a:lnTo>
                    <a:pt x="6619" y="48561"/>
                  </a:lnTo>
                  <a:lnTo>
                    <a:pt x="6017" y="48561"/>
                  </a:lnTo>
                  <a:lnTo>
                    <a:pt x="6034" y="44404"/>
                  </a:lnTo>
                  <a:lnTo>
                    <a:pt x="6400" y="44404"/>
                  </a:lnTo>
                  <a:lnTo>
                    <a:pt x="6400" y="43993"/>
                  </a:lnTo>
                  <a:lnTo>
                    <a:pt x="6230" y="43993"/>
                  </a:lnTo>
                  <a:lnTo>
                    <a:pt x="6230" y="42789"/>
                  </a:lnTo>
                  <a:lnTo>
                    <a:pt x="6400" y="42626"/>
                  </a:lnTo>
                  <a:lnTo>
                    <a:pt x="6173" y="42463"/>
                  </a:lnTo>
                  <a:cubicBezTo>
                    <a:pt x="6314" y="41231"/>
                    <a:pt x="5100" y="40822"/>
                    <a:pt x="5100" y="40822"/>
                  </a:cubicBezTo>
                  <a:lnTo>
                    <a:pt x="5100" y="40330"/>
                  </a:lnTo>
                  <a:lnTo>
                    <a:pt x="4817" y="40330"/>
                  </a:lnTo>
                  <a:lnTo>
                    <a:pt x="4705" y="39181"/>
                  </a:lnTo>
                  <a:lnTo>
                    <a:pt x="4595" y="40330"/>
                  </a:lnTo>
                  <a:lnTo>
                    <a:pt x="4321" y="40330"/>
                  </a:lnTo>
                  <a:lnTo>
                    <a:pt x="4321" y="40822"/>
                  </a:lnTo>
                  <a:cubicBezTo>
                    <a:pt x="4321" y="40822"/>
                    <a:pt x="3146" y="41233"/>
                    <a:pt x="3281" y="42463"/>
                  </a:cubicBezTo>
                  <a:lnTo>
                    <a:pt x="3062" y="42626"/>
                  </a:lnTo>
                  <a:lnTo>
                    <a:pt x="3225" y="42789"/>
                  </a:lnTo>
                  <a:lnTo>
                    <a:pt x="3225" y="43993"/>
                  </a:lnTo>
                  <a:lnTo>
                    <a:pt x="3062" y="43993"/>
                  </a:lnTo>
                  <a:lnTo>
                    <a:pt x="3062" y="44404"/>
                  </a:lnTo>
                  <a:lnTo>
                    <a:pt x="3427" y="44404"/>
                  </a:lnTo>
                  <a:lnTo>
                    <a:pt x="3444" y="48561"/>
                  </a:lnTo>
                  <a:lnTo>
                    <a:pt x="0" y="48561"/>
                  </a:lnTo>
                  <a:lnTo>
                    <a:pt x="0" y="65707"/>
                  </a:lnTo>
                  <a:lnTo>
                    <a:pt x="78262" y="65707"/>
                  </a:lnTo>
                  <a:lnTo>
                    <a:pt x="78262" y="48561"/>
                  </a:lnTo>
                  <a:lnTo>
                    <a:pt x="77203" y="48561"/>
                  </a:lnTo>
                  <a:lnTo>
                    <a:pt x="77203" y="40268"/>
                  </a:lnTo>
                  <a:cubicBezTo>
                    <a:pt x="75981" y="36227"/>
                    <a:pt x="72891" y="34915"/>
                    <a:pt x="72891" y="34915"/>
                  </a:cubicBezTo>
                  <a:cubicBezTo>
                    <a:pt x="72891" y="34915"/>
                    <a:pt x="73065" y="34411"/>
                    <a:pt x="72891" y="33096"/>
                  </a:cubicBezTo>
                  <a:cubicBezTo>
                    <a:pt x="72717" y="31784"/>
                    <a:pt x="71464" y="31278"/>
                    <a:pt x="71464" y="31278"/>
                  </a:cubicBezTo>
                  <a:lnTo>
                    <a:pt x="71961" y="31278"/>
                  </a:lnTo>
                  <a:lnTo>
                    <a:pt x="71961" y="30773"/>
                  </a:lnTo>
                  <a:lnTo>
                    <a:pt x="71553" y="30773"/>
                  </a:lnTo>
                  <a:lnTo>
                    <a:pt x="71553" y="30067"/>
                  </a:lnTo>
                  <a:lnTo>
                    <a:pt x="71287" y="30067"/>
                  </a:lnTo>
                  <a:cubicBezTo>
                    <a:pt x="71311" y="29963"/>
                    <a:pt x="71327" y="29845"/>
                    <a:pt x="71327" y="29717"/>
                  </a:cubicBezTo>
                  <a:cubicBezTo>
                    <a:pt x="71327" y="29374"/>
                    <a:pt x="71224" y="29091"/>
                    <a:pt x="71086" y="29015"/>
                  </a:cubicBezTo>
                  <a:lnTo>
                    <a:pt x="71001" y="26636"/>
                  </a:lnTo>
                  <a:lnTo>
                    <a:pt x="70915" y="29036"/>
                  </a:lnTo>
                  <a:cubicBezTo>
                    <a:pt x="70791" y="29133"/>
                    <a:pt x="70701" y="29400"/>
                    <a:pt x="70701" y="29717"/>
                  </a:cubicBezTo>
                  <a:cubicBezTo>
                    <a:pt x="70701" y="29845"/>
                    <a:pt x="70718" y="29963"/>
                    <a:pt x="70742" y="30067"/>
                  </a:cubicBezTo>
                  <a:lnTo>
                    <a:pt x="70458" y="30067"/>
                  </a:lnTo>
                  <a:lnTo>
                    <a:pt x="70458" y="30766"/>
                  </a:lnTo>
                  <a:lnTo>
                    <a:pt x="70067" y="30766"/>
                  </a:lnTo>
                  <a:lnTo>
                    <a:pt x="70067" y="31265"/>
                  </a:lnTo>
                  <a:lnTo>
                    <a:pt x="70539" y="31265"/>
                  </a:lnTo>
                  <a:cubicBezTo>
                    <a:pt x="70539" y="31265"/>
                    <a:pt x="69343" y="31764"/>
                    <a:pt x="69176" y="33063"/>
                  </a:cubicBezTo>
                  <a:cubicBezTo>
                    <a:pt x="69010" y="34362"/>
                    <a:pt x="69176" y="34860"/>
                    <a:pt x="69176" y="34860"/>
                  </a:cubicBezTo>
                  <a:cubicBezTo>
                    <a:pt x="69176" y="34860"/>
                    <a:pt x="66227" y="36159"/>
                    <a:pt x="65058" y="40151"/>
                  </a:cubicBezTo>
                  <a:lnTo>
                    <a:pt x="65058" y="41888"/>
                  </a:lnTo>
                  <a:lnTo>
                    <a:pt x="62686" y="41888"/>
                  </a:lnTo>
                  <a:lnTo>
                    <a:pt x="62686" y="38935"/>
                  </a:lnTo>
                  <a:lnTo>
                    <a:pt x="57563" y="38935"/>
                  </a:lnTo>
                  <a:lnTo>
                    <a:pt x="57563" y="38925"/>
                  </a:lnTo>
                  <a:lnTo>
                    <a:pt x="60071" y="38925"/>
                  </a:lnTo>
                  <a:lnTo>
                    <a:pt x="60072" y="37897"/>
                  </a:lnTo>
                  <a:lnTo>
                    <a:pt x="61174" y="37897"/>
                  </a:lnTo>
                  <a:lnTo>
                    <a:pt x="61174" y="36876"/>
                  </a:lnTo>
                  <a:lnTo>
                    <a:pt x="60073" y="36876"/>
                  </a:lnTo>
                  <a:lnTo>
                    <a:pt x="60113" y="15513"/>
                  </a:lnTo>
                  <a:lnTo>
                    <a:pt x="61520" y="14165"/>
                  </a:lnTo>
                  <a:lnTo>
                    <a:pt x="61520" y="13023"/>
                  </a:lnTo>
                  <a:lnTo>
                    <a:pt x="60367" y="13023"/>
                  </a:lnTo>
                  <a:lnTo>
                    <a:pt x="60341" y="12612"/>
                  </a:lnTo>
                  <a:lnTo>
                    <a:pt x="59624" y="12612"/>
                  </a:lnTo>
                  <a:lnTo>
                    <a:pt x="60367" y="12229"/>
                  </a:lnTo>
                  <a:lnTo>
                    <a:pt x="60367" y="11571"/>
                  </a:lnTo>
                  <a:lnTo>
                    <a:pt x="59600" y="11571"/>
                  </a:lnTo>
                  <a:lnTo>
                    <a:pt x="59625" y="9055"/>
                  </a:lnTo>
                  <a:cubicBezTo>
                    <a:pt x="59625" y="9055"/>
                    <a:pt x="61929" y="7523"/>
                    <a:pt x="60675" y="6428"/>
                  </a:cubicBezTo>
                  <a:cubicBezTo>
                    <a:pt x="59178" y="5124"/>
                    <a:pt x="57979" y="2934"/>
                    <a:pt x="57629" y="2259"/>
                  </a:cubicBezTo>
                  <a:cubicBezTo>
                    <a:pt x="57930" y="2244"/>
                    <a:pt x="58162" y="2130"/>
                    <a:pt x="58162" y="1990"/>
                  </a:cubicBezTo>
                  <a:cubicBezTo>
                    <a:pt x="58162" y="1853"/>
                    <a:pt x="57948" y="1744"/>
                    <a:pt x="57667" y="1720"/>
                  </a:cubicBezTo>
                  <a:lnTo>
                    <a:pt x="57670" y="1720"/>
                  </a:lnTo>
                  <a:lnTo>
                    <a:pt x="57628" y="1223"/>
                  </a:lnTo>
                  <a:cubicBezTo>
                    <a:pt x="57742" y="1204"/>
                    <a:pt x="57825" y="1155"/>
                    <a:pt x="57825" y="1094"/>
                  </a:cubicBezTo>
                  <a:cubicBezTo>
                    <a:pt x="57825" y="1031"/>
                    <a:pt x="57732" y="980"/>
                    <a:pt x="57605" y="963"/>
                  </a:cubicBezTo>
                  <a:lnTo>
                    <a:pt x="575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8"/>
            <p:cNvSpPr/>
            <p:nvPr/>
          </p:nvSpPr>
          <p:spPr>
            <a:xfrm>
              <a:off x="3870075" y="3720225"/>
              <a:ext cx="521100" cy="841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8"/>
            <p:cNvSpPr/>
            <p:nvPr/>
          </p:nvSpPr>
          <p:spPr>
            <a:xfrm>
              <a:off x="4025700" y="3930900"/>
              <a:ext cx="521100" cy="631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8"/>
            <p:cNvSpPr/>
            <p:nvPr/>
          </p:nvSpPr>
          <p:spPr>
            <a:xfrm>
              <a:off x="4222950" y="4220400"/>
              <a:ext cx="521100" cy="341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7" name="Google Shape;637;p38"/>
          <p:cNvSpPr txBox="1">
            <a:spLocks noGrp="1"/>
          </p:cNvSpPr>
          <p:nvPr>
            <p:ph type="title"/>
          </p:nvPr>
        </p:nvSpPr>
        <p:spPr>
          <a:xfrm>
            <a:off x="4422111" y="2150850"/>
            <a:ext cx="4204988"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mj-lt"/>
              </a:rPr>
              <a:t>Conclusion</a:t>
            </a:r>
            <a:endParaRPr dirty="0">
              <a:latin typeface="+mj-lt"/>
            </a:endParaRPr>
          </a:p>
        </p:txBody>
      </p:sp>
      <p:sp>
        <p:nvSpPr>
          <p:cNvPr id="639" name="Google Shape;639;p38"/>
          <p:cNvSpPr txBox="1">
            <a:spLocks noGrp="1"/>
          </p:cNvSpPr>
          <p:nvPr>
            <p:ph type="title" idx="2"/>
          </p:nvPr>
        </p:nvSpPr>
        <p:spPr>
          <a:xfrm>
            <a:off x="3603475" y="1836450"/>
            <a:ext cx="670500" cy="147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latin typeface="+mn-lt"/>
              </a:rPr>
              <a:t>5</a:t>
            </a:r>
            <a:endParaRPr dirty="0">
              <a:latin typeface="+mn-lt"/>
            </a:endParaRPr>
          </a:p>
        </p:txBody>
      </p:sp>
      <p:grpSp>
        <p:nvGrpSpPr>
          <p:cNvPr id="640" name="Google Shape;640;p38"/>
          <p:cNvGrpSpPr/>
          <p:nvPr/>
        </p:nvGrpSpPr>
        <p:grpSpPr>
          <a:xfrm flipH="1">
            <a:off x="6151279" y="245011"/>
            <a:ext cx="3240392" cy="1156891"/>
            <a:chOff x="-3505263" y="-2342175"/>
            <a:chExt cx="2645434" cy="944478"/>
          </a:xfrm>
        </p:grpSpPr>
        <p:sp>
          <p:nvSpPr>
            <p:cNvPr id="641" name="Google Shape;641;p38"/>
            <p:cNvSpPr/>
            <p:nvPr/>
          </p:nvSpPr>
          <p:spPr>
            <a:xfrm>
              <a:off x="-3505263" y="-2342175"/>
              <a:ext cx="2645434" cy="944478"/>
            </a:xfrm>
            <a:custGeom>
              <a:avLst/>
              <a:gdLst/>
              <a:ahLst/>
              <a:cxnLst/>
              <a:rect l="l" t="t" r="r" b="b"/>
              <a:pathLst>
                <a:path w="58411" h="20854" extrusionOk="0">
                  <a:moveTo>
                    <a:pt x="8551" y="1"/>
                  </a:moveTo>
                  <a:cubicBezTo>
                    <a:pt x="8250" y="1"/>
                    <a:pt x="7943" y="29"/>
                    <a:pt x="7633" y="88"/>
                  </a:cubicBezTo>
                  <a:cubicBezTo>
                    <a:pt x="5925" y="410"/>
                    <a:pt x="4521" y="1672"/>
                    <a:pt x="4247" y="3134"/>
                  </a:cubicBezTo>
                  <a:cubicBezTo>
                    <a:pt x="3866" y="2557"/>
                    <a:pt x="2723" y="1765"/>
                    <a:pt x="1752" y="1765"/>
                  </a:cubicBezTo>
                  <a:cubicBezTo>
                    <a:pt x="1405" y="1765"/>
                    <a:pt x="1080" y="1865"/>
                    <a:pt x="819" y="2113"/>
                  </a:cubicBezTo>
                  <a:cubicBezTo>
                    <a:pt x="324" y="8386"/>
                    <a:pt x="81" y="14564"/>
                    <a:pt x="0" y="20854"/>
                  </a:cubicBezTo>
                  <a:cubicBezTo>
                    <a:pt x="350" y="20567"/>
                    <a:pt x="381" y="19928"/>
                    <a:pt x="730" y="19642"/>
                  </a:cubicBezTo>
                  <a:cubicBezTo>
                    <a:pt x="788" y="19644"/>
                    <a:pt x="846" y="19645"/>
                    <a:pt x="904" y="19645"/>
                  </a:cubicBezTo>
                  <a:cubicBezTo>
                    <a:pt x="3080" y="19645"/>
                    <a:pt x="5185" y="18137"/>
                    <a:pt x="5834" y="16082"/>
                  </a:cubicBezTo>
                  <a:cubicBezTo>
                    <a:pt x="6196" y="16509"/>
                    <a:pt x="6762" y="16749"/>
                    <a:pt x="7326" y="16749"/>
                  </a:cubicBezTo>
                  <a:cubicBezTo>
                    <a:pt x="7543" y="16749"/>
                    <a:pt x="7760" y="16713"/>
                    <a:pt x="7965" y="16639"/>
                  </a:cubicBezTo>
                  <a:cubicBezTo>
                    <a:pt x="8533" y="16432"/>
                    <a:pt x="8975" y="15935"/>
                    <a:pt x="9142" y="15363"/>
                  </a:cubicBezTo>
                  <a:lnTo>
                    <a:pt x="9142" y="15363"/>
                  </a:lnTo>
                  <a:cubicBezTo>
                    <a:pt x="9004" y="17346"/>
                    <a:pt x="10520" y="18964"/>
                    <a:pt x="12634" y="18964"/>
                  </a:cubicBezTo>
                  <a:cubicBezTo>
                    <a:pt x="12665" y="18964"/>
                    <a:pt x="12696" y="18964"/>
                    <a:pt x="12727" y="18963"/>
                  </a:cubicBezTo>
                  <a:cubicBezTo>
                    <a:pt x="14564" y="18921"/>
                    <a:pt x="16273" y="17502"/>
                    <a:pt x="16617" y="15763"/>
                  </a:cubicBezTo>
                  <a:cubicBezTo>
                    <a:pt x="17355" y="17516"/>
                    <a:pt x="19074" y="18685"/>
                    <a:pt x="21000" y="18782"/>
                  </a:cubicBezTo>
                  <a:cubicBezTo>
                    <a:pt x="21086" y="18786"/>
                    <a:pt x="21170" y="18788"/>
                    <a:pt x="21252" y="18788"/>
                  </a:cubicBezTo>
                  <a:cubicBezTo>
                    <a:pt x="22967" y="18788"/>
                    <a:pt x="23962" y="17894"/>
                    <a:pt x="25456" y="17227"/>
                  </a:cubicBezTo>
                  <a:cubicBezTo>
                    <a:pt x="25685" y="17125"/>
                    <a:pt x="25902" y="17082"/>
                    <a:pt x="26112" y="17082"/>
                  </a:cubicBezTo>
                  <a:cubicBezTo>
                    <a:pt x="27102" y="17082"/>
                    <a:pt x="27927" y="18043"/>
                    <a:pt x="29144" y="18237"/>
                  </a:cubicBezTo>
                  <a:cubicBezTo>
                    <a:pt x="29299" y="18262"/>
                    <a:pt x="29448" y="18273"/>
                    <a:pt x="29593" y="18273"/>
                  </a:cubicBezTo>
                  <a:cubicBezTo>
                    <a:pt x="30588" y="18273"/>
                    <a:pt x="31363" y="17755"/>
                    <a:pt x="32313" y="17735"/>
                  </a:cubicBezTo>
                  <a:cubicBezTo>
                    <a:pt x="32327" y="17735"/>
                    <a:pt x="32341" y="17734"/>
                    <a:pt x="32355" y="17734"/>
                  </a:cubicBezTo>
                  <a:cubicBezTo>
                    <a:pt x="33320" y="17734"/>
                    <a:pt x="34036" y="18444"/>
                    <a:pt x="35058" y="18444"/>
                  </a:cubicBezTo>
                  <a:cubicBezTo>
                    <a:pt x="35149" y="18444"/>
                    <a:pt x="35241" y="18438"/>
                    <a:pt x="35337" y="18426"/>
                  </a:cubicBezTo>
                  <a:cubicBezTo>
                    <a:pt x="35590" y="18395"/>
                    <a:pt x="38241" y="17272"/>
                    <a:pt x="37919" y="17007"/>
                  </a:cubicBezTo>
                  <a:lnTo>
                    <a:pt x="37919" y="17007"/>
                  </a:lnTo>
                  <a:cubicBezTo>
                    <a:pt x="39122" y="17997"/>
                    <a:pt x="40691" y="18512"/>
                    <a:pt x="42256" y="18512"/>
                  </a:cubicBezTo>
                  <a:cubicBezTo>
                    <a:pt x="43295" y="18512"/>
                    <a:pt x="44333" y="18285"/>
                    <a:pt x="45260" y="17818"/>
                  </a:cubicBezTo>
                  <a:cubicBezTo>
                    <a:pt x="45406" y="17745"/>
                    <a:pt x="45571" y="17713"/>
                    <a:pt x="45751" y="17713"/>
                  </a:cubicBezTo>
                  <a:cubicBezTo>
                    <a:pt x="46688" y="17713"/>
                    <a:pt x="47996" y="18569"/>
                    <a:pt x="48717" y="18783"/>
                  </a:cubicBezTo>
                  <a:cubicBezTo>
                    <a:pt x="50082" y="19193"/>
                    <a:pt x="52228" y="19736"/>
                    <a:pt x="54110" y="19736"/>
                  </a:cubicBezTo>
                  <a:cubicBezTo>
                    <a:pt x="55100" y="19736"/>
                    <a:pt x="56016" y="19586"/>
                    <a:pt x="56709" y="19188"/>
                  </a:cubicBezTo>
                  <a:cubicBezTo>
                    <a:pt x="57780" y="18573"/>
                    <a:pt x="58411" y="17143"/>
                    <a:pt x="57838" y="16058"/>
                  </a:cubicBezTo>
                  <a:cubicBezTo>
                    <a:pt x="57595" y="15598"/>
                    <a:pt x="57056" y="15261"/>
                    <a:pt x="56560" y="15261"/>
                  </a:cubicBezTo>
                  <a:cubicBezTo>
                    <a:pt x="56335" y="15261"/>
                    <a:pt x="56120" y="15330"/>
                    <a:pt x="55944" y="15487"/>
                  </a:cubicBezTo>
                  <a:cubicBezTo>
                    <a:pt x="55762" y="14546"/>
                    <a:pt x="54832" y="13810"/>
                    <a:pt x="53866" y="13810"/>
                  </a:cubicBezTo>
                  <a:cubicBezTo>
                    <a:pt x="53816" y="13810"/>
                    <a:pt x="53767" y="13812"/>
                    <a:pt x="53718" y="13816"/>
                  </a:cubicBezTo>
                  <a:cubicBezTo>
                    <a:pt x="53399" y="13843"/>
                    <a:pt x="53014" y="14048"/>
                    <a:pt x="53071" y="14360"/>
                  </a:cubicBezTo>
                  <a:lnTo>
                    <a:pt x="53071" y="14360"/>
                  </a:lnTo>
                  <a:cubicBezTo>
                    <a:pt x="52806" y="13837"/>
                    <a:pt x="52199" y="13568"/>
                    <a:pt x="51598" y="13568"/>
                  </a:cubicBezTo>
                  <a:cubicBezTo>
                    <a:pt x="51448" y="13568"/>
                    <a:pt x="51299" y="13584"/>
                    <a:pt x="51155" y="13618"/>
                  </a:cubicBezTo>
                  <a:cubicBezTo>
                    <a:pt x="50516" y="13765"/>
                    <a:pt x="50169" y="14318"/>
                    <a:pt x="49609" y="14516"/>
                  </a:cubicBezTo>
                  <a:cubicBezTo>
                    <a:pt x="49490" y="14558"/>
                    <a:pt x="49356" y="14568"/>
                    <a:pt x="49218" y="14568"/>
                  </a:cubicBezTo>
                  <a:cubicBezTo>
                    <a:pt x="49092" y="14568"/>
                    <a:pt x="48962" y="14560"/>
                    <a:pt x="48834" y="14560"/>
                  </a:cubicBezTo>
                  <a:cubicBezTo>
                    <a:pt x="48723" y="14560"/>
                    <a:pt x="48614" y="14566"/>
                    <a:pt x="48510" y="14589"/>
                  </a:cubicBezTo>
                  <a:cubicBezTo>
                    <a:pt x="48857" y="13692"/>
                    <a:pt x="48836" y="12676"/>
                    <a:pt x="48357" y="11827"/>
                  </a:cubicBezTo>
                  <a:cubicBezTo>
                    <a:pt x="47787" y="10814"/>
                    <a:pt x="46294" y="10136"/>
                    <a:pt x="44911" y="10136"/>
                  </a:cubicBezTo>
                  <a:cubicBezTo>
                    <a:pt x="43733" y="10136"/>
                    <a:pt x="42635" y="10628"/>
                    <a:pt x="42254" y="11820"/>
                  </a:cubicBezTo>
                  <a:cubicBezTo>
                    <a:pt x="42990" y="9521"/>
                    <a:pt x="41690" y="7020"/>
                    <a:pt x="39190" y="6591"/>
                  </a:cubicBezTo>
                  <a:cubicBezTo>
                    <a:pt x="38942" y="6549"/>
                    <a:pt x="38708" y="6529"/>
                    <a:pt x="38485" y="6529"/>
                  </a:cubicBezTo>
                  <a:cubicBezTo>
                    <a:pt x="36817" y="6529"/>
                    <a:pt x="35788" y="7644"/>
                    <a:pt x="34620" y="8798"/>
                  </a:cubicBezTo>
                  <a:cubicBezTo>
                    <a:pt x="34329" y="7821"/>
                    <a:pt x="33816" y="6805"/>
                    <a:pt x="32805" y="6341"/>
                  </a:cubicBezTo>
                  <a:cubicBezTo>
                    <a:pt x="32504" y="6203"/>
                    <a:pt x="32167" y="6135"/>
                    <a:pt x="31832" y="6135"/>
                  </a:cubicBezTo>
                  <a:cubicBezTo>
                    <a:pt x="31094" y="6135"/>
                    <a:pt x="30362" y="6464"/>
                    <a:pt x="30011" y="7097"/>
                  </a:cubicBezTo>
                  <a:cubicBezTo>
                    <a:pt x="29695" y="6025"/>
                    <a:pt x="28691" y="5182"/>
                    <a:pt x="27565" y="5045"/>
                  </a:cubicBezTo>
                  <a:cubicBezTo>
                    <a:pt x="27457" y="5032"/>
                    <a:pt x="27347" y="5026"/>
                    <a:pt x="27238" y="5026"/>
                  </a:cubicBezTo>
                  <a:cubicBezTo>
                    <a:pt x="26218" y="5026"/>
                    <a:pt x="25204" y="5582"/>
                    <a:pt x="24690" y="6456"/>
                  </a:cubicBezTo>
                  <a:cubicBezTo>
                    <a:pt x="24546" y="6072"/>
                    <a:pt x="24129" y="5865"/>
                    <a:pt x="23719" y="5865"/>
                  </a:cubicBezTo>
                  <a:cubicBezTo>
                    <a:pt x="23394" y="5865"/>
                    <a:pt x="23072" y="5996"/>
                    <a:pt x="22897" y="6272"/>
                  </a:cubicBezTo>
                  <a:cubicBezTo>
                    <a:pt x="22793" y="3886"/>
                    <a:pt x="21309" y="1514"/>
                    <a:pt x="19036" y="691"/>
                  </a:cubicBezTo>
                  <a:cubicBezTo>
                    <a:pt x="18516" y="502"/>
                    <a:pt x="17962" y="412"/>
                    <a:pt x="17407" y="412"/>
                  </a:cubicBezTo>
                  <a:cubicBezTo>
                    <a:pt x="15538" y="412"/>
                    <a:pt x="13653" y="1433"/>
                    <a:pt x="12971" y="3146"/>
                  </a:cubicBezTo>
                  <a:cubicBezTo>
                    <a:pt x="12260" y="1231"/>
                    <a:pt x="10536" y="1"/>
                    <a:pt x="85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8"/>
            <p:cNvSpPr/>
            <p:nvPr/>
          </p:nvSpPr>
          <p:spPr>
            <a:xfrm>
              <a:off x="-3477455" y="-2105490"/>
              <a:ext cx="2162824" cy="651950"/>
            </a:xfrm>
            <a:custGeom>
              <a:avLst/>
              <a:gdLst/>
              <a:ahLst/>
              <a:cxnLst/>
              <a:rect l="l" t="t" r="r" b="b"/>
              <a:pathLst>
                <a:path w="47755" h="14395" extrusionOk="0">
                  <a:moveTo>
                    <a:pt x="8566" y="0"/>
                  </a:moveTo>
                  <a:cubicBezTo>
                    <a:pt x="6796" y="0"/>
                    <a:pt x="4938" y="1048"/>
                    <a:pt x="4310" y="2704"/>
                  </a:cubicBezTo>
                  <a:cubicBezTo>
                    <a:pt x="3967" y="2497"/>
                    <a:pt x="3573" y="2401"/>
                    <a:pt x="3174" y="2401"/>
                  </a:cubicBezTo>
                  <a:cubicBezTo>
                    <a:pt x="2493" y="2401"/>
                    <a:pt x="1798" y="2681"/>
                    <a:pt x="1316" y="3165"/>
                  </a:cubicBezTo>
                  <a:cubicBezTo>
                    <a:pt x="555" y="3933"/>
                    <a:pt x="307" y="5111"/>
                    <a:pt x="535" y="6164"/>
                  </a:cubicBezTo>
                  <a:cubicBezTo>
                    <a:pt x="489" y="6088"/>
                    <a:pt x="403" y="6053"/>
                    <a:pt x="314" y="6053"/>
                  </a:cubicBezTo>
                  <a:cubicBezTo>
                    <a:pt x="189" y="6053"/>
                    <a:pt x="60" y="6123"/>
                    <a:pt x="34" y="6246"/>
                  </a:cubicBezTo>
                  <a:lnTo>
                    <a:pt x="1" y="14391"/>
                  </a:lnTo>
                  <a:cubicBezTo>
                    <a:pt x="58" y="14393"/>
                    <a:pt x="115" y="14394"/>
                    <a:pt x="172" y="14394"/>
                  </a:cubicBezTo>
                  <a:cubicBezTo>
                    <a:pt x="2351" y="14394"/>
                    <a:pt x="4457" y="12885"/>
                    <a:pt x="5106" y="10829"/>
                  </a:cubicBezTo>
                  <a:cubicBezTo>
                    <a:pt x="5468" y="11256"/>
                    <a:pt x="6034" y="11496"/>
                    <a:pt x="6597" y="11496"/>
                  </a:cubicBezTo>
                  <a:cubicBezTo>
                    <a:pt x="6815" y="11496"/>
                    <a:pt x="7032" y="11461"/>
                    <a:pt x="7237" y="11386"/>
                  </a:cubicBezTo>
                  <a:cubicBezTo>
                    <a:pt x="7805" y="11179"/>
                    <a:pt x="8247" y="10682"/>
                    <a:pt x="8414" y="10110"/>
                  </a:cubicBezTo>
                  <a:lnTo>
                    <a:pt x="8414" y="10110"/>
                  </a:lnTo>
                  <a:cubicBezTo>
                    <a:pt x="8276" y="12093"/>
                    <a:pt x="9792" y="13712"/>
                    <a:pt x="11905" y="13712"/>
                  </a:cubicBezTo>
                  <a:cubicBezTo>
                    <a:pt x="11936" y="13712"/>
                    <a:pt x="11966" y="13711"/>
                    <a:pt x="11997" y="13711"/>
                  </a:cubicBezTo>
                  <a:cubicBezTo>
                    <a:pt x="13836" y="13668"/>
                    <a:pt x="15545" y="12249"/>
                    <a:pt x="15889" y="10512"/>
                  </a:cubicBezTo>
                  <a:cubicBezTo>
                    <a:pt x="16627" y="12263"/>
                    <a:pt x="18346" y="13432"/>
                    <a:pt x="20272" y="13529"/>
                  </a:cubicBezTo>
                  <a:cubicBezTo>
                    <a:pt x="20358" y="13534"/>
                    <a:pt x="20442" y="13536"/>
                    <a:pt x="20524" y="13536"/>
                  </a:cubicBezTo>
                  <a:cubicBezTo>
                    <a:pt x="22239" y="13536"/>
                    <a:pt x="23234" y="12641"/>
                    <a:pt x="24728" y="11975"/>
                  </a:cubicBezTo>
                  <a:cubicBezTo>
                    <a:pt x="24957" y="11872"/>
                    <a:pt x="25175" y="11829"/>
                    <a:pt x="25384" y="11829"/>
                  </a:cubicBezTo>
                  <a:cubicBezTo>
                    <a:pt x="26374" y="11829"/>
                    <a:pt x="27199" y="12790"/>
                    <a:pt x="28415" y="12985"/>
                  </a:cubicBezTo>
                  <a:cubicBezTo>
                    <a:pt x="28569" y="13010"/>
                    <a:pt x="28718" y="13021"/>
                    <a:pt x="28863" y="13021"/>
                  </a:cubicBezTo>
                  <a:cubicBezTo>
                    <a:pt x="29859" y="13021"/>
                    <a:pt x="30635" y="12502"/>
                    <a:pt x="31584" y="12482"/>
                  </a:cubicBezTo>
                  <a:cubicBezTo>
                    <a:pt x="31598" y="12482"/>
                    <a:pt x="31612" y="12482"/>
                    <a:pt x="31625" y="12482"/>
                  </a:cubicBezTo>
                  <a:cubicBezTo>
                    <a:pt x="32593" y="12482"/>
                    <a:pt x="33309" y="13192"/>
                    <a:pt x="34333" y="13192"/>
                  </a:cubicBezTo>
                  <a:cubicBezTo>
                    <a:pt x="34422" y="13192"/>
                    <a:pt x="34514" y="13187"/>
                    <a:pt x="34609" y="13175"/>
                  </a:cubicBezTo>
                  <a:cubicBezTo>
                    <a:pt x="34862" y="13143"/>
                    <a:pt x="37513" y="12020"/>
                    <a:pt x="37191" y="11755"/>
                  </a:cubicBezTo>
                  <a:lnTo>
                    <a:pt x="37191" y="11755"/>
                  </a:lnTo>
                  <a:cubicBezTo>
                    <a:pt x="38060" y="12468"/>
                    <a:pt x="39201" y="12821"/>
                    <a:pt x="40332" y="12821"/>
                  </a:cubicBezTo>
                  <a:cubicBezTo>
                    <a:pt x="40424" y="12821"/>
                    <a:pt x="40515" y="12819"/>
                    <a:pt x="40607" y="12814"/>
                  </a:cubicBezTo>
                  <a:cubicBezTo>
                    <a:pt x="41227" y="12783"/>
                    <a:pt x="41842" y="12645"/>
                    <a:pt x="42413" y="12406"/>
                  </a:cubicBezTo>
                  <a:cubicBezTo>
                    <a:pt x="42566" y="12343"/>
                    <a:pt x="43787" y="11535"/>
                    <a:pt x="43800" y="11535"/>
                  </a:cubicBezTo>
                  <a:cubicBezTo>
                    <a:pt x="43800" y="11535"/>
                    <a:pt x="43800" y="11535"/>
                    <a:pt x="43800" y="11535"/>
                  </a:cubicBezTo>
                  <a:cubicBezTo>
                    <a:pt x="44365" y="11815"/>
                    <a:pt x="44991" y="11975"/>
                    <a:pt x="45622" y="12001"/>
                  </a:cubicBezTo>
                  <a:cubicBezTo>
                    <a:pt x="45672" y="12004"/>
                    <a:pt x="45723" y="12005"/>
                    <a:pt x="45774" y="12005"/>
                  </a:cubicBezTo>
                  <a:cubicBezTo>
                    <a:pt x="46297" y="12005"/>
                    <a:pt x="46840" y="11887"/>
                    <a:pt x="47212" y="11531"/>
                  </a:cubicBezTo>
                  <a:cubicBezTo>
                    <a:pt x="47664" y="11092"/>
                    <a:pt x="47754" y="10368"/>
                    <a:pt x="47524" y="9788"/>
                  </a:cubicBezTo>
                  <a:cubicBezTo>
                    <a:pt x="47293" y="9204"/>
                    <a:pt x="46793" y="8756"/>
                    <a:pt x="46230" y="8468"/>
                  </a:cubicBezTo>
                  <a:cubicBezTo>
                    <a:pt x="45848" y="8272"/>
                    <a:pt x="45406" y="8146"/>
                    <a:pt x="44979" y="8146"/>
                  </a:cubicBezTo>
                  <a:cubicBezTo>
                    <a:pt x="44644" y="8146"/>
                    <a:pt x="44317" y="8223"/>
                    <a:pt x="44035" y="8405"/>
                  </a:cubicBezTo>
                  <a:cubicBezTo>
                    <a:pt x="43544" y="7920"/>
                    <a:pt x="42848" y="7662"/>
                    <a:pt x="42155" y="7662"/>
                  </a:cubicBezTo>
                  <a:cubicBezTo>
                    <a:pt x="41743" y="7662"/>
                    <a:pt x="41332" y="7753"/>
                    <a:pt x="40967" y="7942"/>
                  </a:cubicBezTo>
                  <a:cubicBezTo>
                    <a:pt x="40742" y="7079"/>
                    <a:pt x="40511" y="6206"/>
                    <a:pt x="40087" y="5421"/>
                  </a:cubicBezTo>
                  <a:cubicBezTo>
                    <a:pt x="39661" y="4633"/>
                    <a:pt x="39014" y="3931"/>
                    <a:pt x="38171" y="3610"/>
                  </a:cubicBezTo>
                  <a:cubicBezTo>
                    <a:pt x="37771" y="3458"/>
                    <a:pt x="37346" y="3397"/>
                    <a:pt x="36916" y="3397"/>
                  </a:cubicBezTo>
                  <a:cubicBezTo>
                    <a:pt x="36578" y="3397"/>
                    <a:pt x="36238" y="3435"/>
                    <a:pt x="35906" y="3493"/>
                  </a:cubicBezTo>
                  <a:cubicBezTo>
                    <a:pt x="34861" y="3680"/>
                    <a:pt x="33729" y="4200"/>
                    <a:pt x="33430" y="5205"/>
                  </a:cubicBezTo>
                  <a:cubicBezTo>
                    <a:pt x="32603" y="4549"/>
                    <a:pt x="31667" y="3973"/>
                    <a:pt x="30619" y="3814"/>
                  </a:cubicBezTo>
                  <a:cubicBezTo>
                    <a:pt x="30450" y="3788"/>
                    <a:pt x="30278" y="3775"/>
                    <a:pt x="30105" y="3775"/>
                  </a:cubicBezTo>
                  <a:cubicBezTo>
                    <a:pt x="29205" y="3775"/>
                    <a:pt x="28295" y="4128"/>
                    <a:pt x="27788" y="4848"/>
                  </a:cubicBezTo>
                  <a:cubicBezTo>
                    <a:pt x="27273" y="4408"/>
                    <a:pt x="26670" y="4032"/>
                    <a:pt x="25996" y="3943"/>
                  </a:cubicBezTo>
                  <a:cubicBezTo>
                    <a:pt x="25913" y="3933"/>
                    <a:pt x="25829" y="3927"/>
                    <a:pt x="25745" y="3927"/>
                  </a:cubicBezTo>
                  <a:cubicBezTo>
                    <a:pt x="25142" y="3927"/>
                    <a:pt x="24525" y="4195"/>
                    <a:pt x="24239" y="4711"/>
                  </a:cubicBezTo>
                  <a:cubicBezTo>
                    <a:pt x="23759" y="4120"/>
                    <a:pt x="23002" y="3789"/>
                    <a:pt x="22243" y="3755"/>
                  </a:cubicBezTo>
                  <a:cubicBezTo>
                    <a:pt x="22221" y="3754"/>
                    <a:pt x="22200" y="3754"/>
                    <a:pt x="22179" y="3754"/>
                  </a:cubicBezTo>
                  <a:cubicBezTo>
                    <a:pt x="21801" y="3754"/>
                    <a:pt x="21487" y="3889"/>
                    <a:pt x="21125" y="3931"/>
                  </a:cubicBezTo>
                  <a:cubicBezTo>
                    <a:pt x="20970" y="3949"/>
                    <a:pt x="20876" y="3966"/>
                    <a:pt x="20812" y="3966"/>
                  </a:cubicBezTo>
                  <a:cubicBezTo>
                    <a:pt x="20667" y="3966"/>
                    <a:pt x="20682" y="3879"/>
                    <a:pt x="20517" y="3522"/>
                  </a:cubicBezTo>
                  <a:cubicBezTo>
                    <a:pt x="19891" y="2171"/>
                    <a:pt x="18685" y="1090"/>
                    <a:pt x="17167" y="841"/>
                  </a:cubicBezTo>
                  <a:cubicBezTo>
                    <a:pt x="16953" y="806"/>
                    <a:pt x="16734" y="788"/>
                    <a:pt x="16514" y="788"/>
                  </a:cubicBezTo>
                  <a:cubicBezTo>
                    <a:pt x="15729" y="788"/>
                    <a:pt x="14933" y="1015"/>
                    <a:pt x="14310" y="1482"/>
                  </a:cubicBezTo>
                  <a:cubicBezTo>
                    <a:pt x="13773" y="1884"/>
                    <a:pt x="12908" y="2912"/>
                    <a:pt x="13064" y="3657"/>
                  </a:cubicBezTo>
                  <a:cubicBezTo>
                    <a:pt x="12679" y="1821"/>
                    <a:pt x="11046" y="307"/>
                    <a:pt x="9164" y="41"/>
                  </a:cubicBezTo>
                  <a:cubicBezTo>
                    <a:pt x="8967" y="14"/>
                    <a:pt x="8767" y="0"/>
                    <a:pt x="856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3" name="Google Shape;643;p38"/>
          <p:cNvGrpSpPr/>
          <p:nvPr/>
        </p:nvGrpSpPr>
        <p:grpSpPr>
          <a:xfrm flipH="1">
            <a:off x="-97892" y="-633232"/>
            <a:ext cx="2397448" cy="1746190"/>
            <a:chOff x="-390075" y="-1053725"/>
            <a:chExt cx="1516125" cy="1104275"/>
          </a:xfrm>
        </p:grpSpPr>
        <p:sp>
          <p:nvSpPr>
            <p:cNvPr id="644" name="Google Shape;644;p38"/>
            <p:cNvSpPr/>
            <p:nvPr/>
          </p:nvSpPr>
          <p:spPr>
            <a:xfrm>
              <a:off x="-390075" y="-1053725"/>
              <a:ext cx="1514475" cy="1104275"/>
            </a:xfrm>
            <a:custGeom>
              <a:avLst/>
              <a:gdLst/>
              <a:ahLst/>
              <a:cxnLst/>
              <a:rect l="l" t="t" r="r" b="b"/>
              <a:pathLst>
                <a:path w="60579" h="44171" extrusionOk="0">
                  <a:moveTo>
                    <a:pt x="59573" y="1"/>
                  </a:moveTo>
                  <a:cubicBezTo>
                    <a:pt x="58295" y="1"/>
                    <a:pt x="57056" y="438"/>
                    <a:pt x="56015" y="1230"/>
                  </a:cubicBezTo>
                  <a:cubicBezTo>
                    <a:pt x="54702" y="2230"/>
                    <a:pt x="53832" y="3798"/>
                    <a:pt x="53676" y="5448"/>
                  </a:cubicBezTo>
                  <a:cubicBezTo>
                    <a:pt x="53253" y="5416"/>
                    <a:pt x="52812" y="5392"/>
                    <a:pt x="52371" y="5392"/>
                  </a:cubicBezTo>
                  <a:cubicBezTo>
                    <a:pt x="50891" y="5392"/>
                    <a:pt x="49405" y="5665"/>
                    <a:pt x="48573" y="6823"/>
                  </a:cubicBezTo>
                  <a:cubicBezTo>
                    <a:pt x="47432" y="3555"/>
                    <a:pt x="44387" y="1521"/>
                    <a:pt x="41022" y="1521"/>
                  </a:cubicBezTo>
                  <a:cubicBezTo>
                    <a:pt x="40632" y="1521"/>
                    <a:pt x="40239" y="1548"/>
                    <a:pt x="39843" y="1604"/>
                  </a:cubicBezTo>
                  <a:cubicBezTo>
                    <a:pt x="37572" y="1926"/>
                    <a:pt x="35461" y="3225"/>
                    <a:pt x="34043" y="4986"/>
                  </a:cubicBezTo>
                  <a:cubicBezTo>
                    <a:pt x="33057" y="6212"/>
                    <a:pt x="32357" y="7680"/>
                    <a:pt x="32169" y="9241"/>
                  </a:cubicBezTo>
                  <a:cubicBezTo>
                    <a:pt x="32020" y="10486"/>
                    <a:pt x="32011" y="11851"/>
                    <a:pt x="32890" y="12849"/>
                  </a:cubicBezTo>
                  <a:cubicBezTo>
                    <a:pt x="32523" y="13135"/>
                    <a:pt x="32222" y="13504"/>
                    <a:pt x="32018" y="13921"/>
                  </a:cubicBezTo>
                  <a:cubicBezTo>
                    <a:pt x="31404" y="13599"/>
                    <a:pt x="30715" y="13445"/>
                    <a:pt x="30022" y="13445"/>
                  </a:cubicBezTo>
                  <a:cubicBezTo>
                    <a:pt x="28894" y="13445"/>
                    <a:pt x="27755" y="13851"/>
                    <a:pt x="26909" y="14593"/>
                  </a:cubicBezTo>
                  <a:cubicBezTo>
                    <a:pt x="25449" y="15872"/>
                    <a:pt x="24836" y="18090"/>
                    <a:pt x="25467" y="19917"/>
                  </a:cubicBezTo>
                  <a:cubicBezTo>
                    <a:pt x="25594" y="20283"/>
                    <a:pt x="26074" y="21788"/>
                    <a:pt x="26473" y="21909"/>
                  </a:cubicBezTo>
                  <a:cubicBezTo>
                    <a:pt x="26367" y="21877"/>
                    <a:pt x="26258" y="21862"/>
                    <a:pt x="26149" y="21862"/>
                  </a:cubicBezTo>
                  <a:cubicBezTo>
                    <a:pt x="25756" y="21862"/>
                    <a:pt x="25360" y="22056"/>
                    <a:pt x="25071" y="22331"/>
                  </a:cubicBezTo>
                  <a:cubicBezTo>
                    <a:pt x="24704" y="22685"/>
                    <a:pt x="24476" y="23150"/>
                    <a:pt x="24254" y="23607"/>
                  </a:cubicBezTo>
                  <a:cubicBezTo>
                    <a:pt x="23740" y="23198"/>
                    <a:pt x="23211" y="22779"/>
                    <a:pt x="22586" y="22565"/>
                  </a:cubicBezTo>
                  <a:cubicBezTo>
                    <a:pt x="22235" y="22445"/>
                    <a:pt x="21896" y="22390"/>
                    <a:pt x="21572" y="22390"/>
                  </a:cubicBezTo>
                  <a:cubicBezTo>
                    <a:pt x="19026" y="22390"/>
                    <a:pt x="17380" y="25817"/>
                    <a:pt x="17839" y="28099"/>
                  </a:cubicBezTo>
                  <a:cubicBezTo>
                    <a:pt x="17627" y="28027"/>
                    <a:pt x="17403" y="27992"/>
                    <a:pt x="17179" y="27992"/>
                  </a:cubicBezTo>
                  <a:cubicBezTo>
                    <a:pt x="16695" y="27992"/>
                    <a:pt x="16210" y="28155"/>
                    <a:pt x="15835" y="28462"/>
                  </a:cubicBezTo>
                  <a:cubicBezTo>
                    <a:pt x="15285" y="28909"/>
                    <a:pt x="14990" y="29651"/>
                    <a:pt x="15080" y="30354"/>
                  </a:cubicBezTo>
                  <a:cubicBezTo>
                    <a:pt x="14977" y="30183"/>
                    <a:pt x="14776" y="30098"/>
                    <a:pt x="14574" y="30098"/>
                  </a:cubicBezTo>
                  <a:cubicBezTo>
                    <a:pt x="14500" y="30098"/>
                    <a:pt x="14426" y="30109"/>
                    <a:pt x="14357" y="30132"/>
                  </a:cubicBezTo>
                  <a:cubicBezTo>
                    <a:pt x="14099" y="30215"/>
                    <a:pt x="13899" y="30420"/>
                    <a:pt x="13740" y="30642"/>
                  </a:cubicBezTo>
                  <a:cubicBezTo>
                    <a:pt x="12447" y="32443"/>
                    <a:pt x="13872" y="33512"/>
                    <a:pt x="14373" y="35140"/>
                  </a:cubicBezTo>
                  <a:cubicBezTo>
                    <a:pt x="13465" y="35255"/>
                    <a:pt x="12543" y="35375"/>
                    <a:pt x="11695" y="35719"/>
                  </a:cubicBezTo>
                  <a:cubicBezTo>
                    <a:pt x="10849" y="36066"/>
                    <a:pt x="10069" y="36668"/>
                    <a:pt x="9720" y="37504"/>
                  </a:cubicBezTo>
                  <a:cubicBezTo>
                    <a:pt x="8727" y="36783"/>
                    <a:pt x="7500" y="36435"/>
                    <a:pt x="6273" y="36435"/>
                  </a:cubicBezTo>
                  <a:cubicBezTo>
                    <a:pt x="5738" y="36435"/>
                    <a:pt x="5203" y="36501"/>
                    <a:pt x="4687" y="36631"/>
                  </a:cubicBezTo>
                  <a:cubicBezTo>
                    <a:pt x="3936" y="36821"/>
                    <a:pt x="2875" y="37188"/>
                    <a:pt x="2355" y="37792"/>
                  </a:cubicBezTo>
                  <a:cubicBezTo>
                    <a:pt x="1777" y="38464"/>
                    <a:pt x="2185" y="39334"/>
                    <a:pt x="2580" y="40082"/>
                  </a:cubicBezTo>
                  <a:cubicBezTo>
                    <a:pt x="2449" y="40001"/>
                    <a:pt x="2305" y="39965"/>
                    <a:pt x="2159" y="39965"/>
                  </a:cubicBezTo>
                  <a:cubicBezTo>
                    <a:pt x="1744" y="39965"/>
                    <a:pt x="1311" y="40255"/>
                    <a:pt x="1108" y="40643"/>
                  </a:cubicBezTo>
                  <a:cubicBezTo>
                    <a:pt x="836" y="41168"/>
                    <a:pt x="871" y="41795"/>
                    <a:pt x="928" y="42384"/>
                  </a:cubicBezTo>
                  <a:cubicBezTo>
                    <a:pt x="511" y="42388"/>
                    <a:pt x="126" y="42745"/>
                    <a:pt x="88" y="43166"/>
                  </a:cubicBezTo>
                  <a:cubicBezTo>
                    <a:pt x="1" y="44106"/>
                    <a:pt x="987" y="44162"/>
                    <a:pt x="1624" y="44169"/>
                  </a:cubicBezTo>
                  <a:cubicBezTo>
                    <a:pt x="1665" y="44170"/>
                    <a:pt x="1705" y="44170"/>
                    <a:pt x="1746" y="44170"/>
                  </a:cubicBezTo>
                  <a:cubicBezTo>
                    <a:pt x="2906" y="44170"/>
                    <a:pt x="4136" y="43965"/>
                    <a:pt x="4849" y="42913"/>
                  </a:cubicBezTo>
                  <a:cubicBezTo>
                    <a:pt x="6472" y="43457"/>
                    <a:pt x="8638" y="43663"/>
                    <a:pt x="10371" y="43696"/>
                  </a:cubicBezTo>
                  <a:cubicBezTo>
                    <a:pt x="10468" y="43697"/>
                    <a:pt x="10566" y="43698"/>
                    <a:pt x="10664" y="43698"/>
                  </a:cubicBezTo>
                  <a:cubicBezTo>
                    <a:pt x="12076" y="43698"/>
                    <a:pt x="13601" y="43487"/>
                    <a:pt x="14491" y="42410"/>
                  </a:cubicBezTo>
                  <a:cubicBezTo>
                    <a:pt x="14910" y="43067"/>
                    <a:pt x="15717" y="43304"/>
                    <a:pt x="16517" y="43304"/>
                  </a:cubicBezTo>
                  <a:cubicBezTo>
                    <a:pt x="16726" y="43304"/>
                    <a:pt x="16935" y="43288"/>
                    <a:pt x="17136" y="43258"/>
                  </a:cubicBezTo>
                  <a:cubicBezTo>
                    <a:pt x="17971" y="43136"/>
                    <a:pt x="18799" y="42856"/>
                    <a:pt x="19632" y="42856"/>
                  </a:cubicBezTo>
                  <a:cubicBezTo>
                    <a:pt x="19768" y="42856"/>
                    <a:pt x="19904" y="42864"/>
                    <a:pt x="20040" y="42880"/>
                  </a:cubicBezTo>
                  <a:cubicBezTo>
                    <a:pt x="20467" y="42933"/>
                    <a:pt x="20890" y="43078"/>
                    <a:pt x="21319" y="43078"/>
                  </a:cubicBezTo>
                  <a:cubicBezTo>
                    <a:pt x="21352" y="43078"/>
                    <a:pt x="21385" y="43078"/>
                    <a:pt x="21418" y="43076"/>
                  </a:cubicBezTo>
                  <a:cubicBezTo>
                    <a:pt x="22870" y="42997"/>
                    <a:pt x="23593" y="41213"/>
                    <a:pt x="23544" y="39750"/>
                  </a:cubicBezTo>
                  <a:lnTo>
                    <a:pt x="23544" y="39750"/>
                  </a:lnTo>
                  <a:cubicBezTo>
                    <a:pt x="23744" y="39792"/>
                    <a:pt x="23946" y="39812"/>
                    <a:pt x="24147" y="39812"/>
                  </a:cubicBezTo>
                  <a:cubicBezTo>
                    <a:pt x="25920" y="39812"/>
                    <a:pt x="27636" y="38259"/>
                    <a:pt x="27675" y="36446"/>
                  </a:cubicBezTo>
                  <a:cubicBezTo>
                    <a:pt x="28057" y="36586"/>
                    <a:pt x="28461" y="36653"/>
                    <a:pt x="28866" y="36653"/>
                  </a:cubicBezTo>
                  <a:cubicBezTo>
                    <a:pt x="29743" y="36653"/>
                    <a:pt x="30621" y="36336"/>
                    <a:pt x="31275" y="35746"/>
                  </a:cubicBezTo>
                  <a:cubicBezTo>
                    <a:pt x="31470" y="36963"/>
                    <a:pt x="32624" y="37796"/>
                    <a:pt x="33782" y="38198"/>
                  </a:cubicBezTo>
                  <a:cubicBezTo>
                    <a:pt x="34550" y="38466"/>
                    <a:pt x="35359" y="38595"/>
                    <a:pt x="36170" y="38595"/>
                  </a:cubicBezTo>
                  <a:cubicBezTo>
                    <a:pt x="38287" y="38595"/>
                    <a:pt x="40414" y="37716"/>
                    <a:pt x="41845" y="36139"/>
                  </a:cubicBezTo>
                  <a:cubicBezTo>
                    <a:pt x="43068" y="35954"/>
                    <a:pt x="44265" y="35592"/>
                    <a:pt x="45390" y="35071"/>
                  </a:cubicBezTo>
                  <a:cubicBezTo>
                    <a:pt x="46292" y="34651"/>
                    <a:pt x="47275" y="33880"/>
                    <a:pt x="47114" y="32892"/>
                  </a:cubicBezTo>
                  <a:lnTo>
                    <a:pt x="47114" y="32892"/>
                  </a:lnTo>
                  <a:cubicBezTo>
                    <a:pt x="48037" y="33944"/>
                    <a:pt x="49434" y="34491"/>
                    <a:pt x="50825" y="34491"/>
                  </a:cubicBezTo>
                  <a:cubicBezTo>
                    <a:pt x="51907" y="34491"/>
                    <a:pt x="52986" y="34159"/>
                    <a:pt x="53833" y="33476"/>
                  </a:cubicBezTo>
                  <a:cubicBezTo>
                    <a:pt x="54773" y="34494"/>
                    <a:pt x="56092" y="35018"/>
                    <a:pt x="57408" y="35018"/>
                  </a:cubicBezTo>
                  <a:cubicBezTo>
                    <a:pt x="58550" y="35018"/>
                    <a:pt x="59690" y="34623"/>
                    <a:pt x="60577" y="33813"/>
                  </a:cubicBezTo>
                  <a:lnTo>
                    <a:pt x="60579" y="92"/>
                  </a:lnTo>
                  <a:cubicBezTo>
                    <a:pt x="60243" y="30"/>
                    <a:pt x="59906" y="1"/>
                    <a:pt x="595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8"/>
            <p:cNvSpPr/>
            <p:nvPr/>
          </p:nvSpPr>
          <p:spPr>
            <a:xfrm>
              <a:off x="-54850" y="-958750"/>
              <a:ext cx="1180900" cy="914075"/>
            </a:xfrm>
            <a:custGeom>
              <a:avLst/>
              <a:gdLst/>
              <a:ahLst/>
              <a:cxnLst/>
              <a:rect l="l" t="t" r="r" b="b"/>
              <a:pathLst>
                <a:path w="47236" h="36563" extrusionOk="0">
                  <a:moveTo>
                    <a:pt x="27799" y="1"/>
                  </a:moveTo>
                  <a:cubicBezTo>
                    <a:pt x="25737" y="1"/>
                    <a:pt x="23667" y="863"/>
                    <a:pt x="22306" y="2398"/>
                  </a:cubicBezTo>
                  <a:cubicBezTo>
                    <a:pt x="20442" y="4501"/>
                    <a:pt x="20025" y="7740"/>
                    <a:pt x="21298" y="10236"/>
                  </a:cubicBezTo>
                  <a:cubicBezTo>
                    <a:pt x="20655" y="10312"/>
                    <a:pt x="20077" y="10777"/>
                    <a:pt x="19872" y="11383"/>
                  </a:cubicBezTo>
                  <a:cubicBezTo>
                    <a:pt x="19466" y="11273"/>
                    <a:pt x="19048" y="11221"/>
                    <a:pt x="18630" y="11221"/>
                  </a:cubicBezTo>
                  <a:cubicBezTo>
                    <a:pt x="17007" y="11221"/>
                    <a:pt x="15378" y="12011"/>
                    <a:pt x="14455" y="13335"/>
                  </a:cubicBezTo>
                  <a:cubicBezTo>
                    <a:pt x="13291" y="15001"/>
                    <a:pt x="13330" y="17392"/>
                    <a:pt x="14542" y="19022"/>
                  </a:cubicBezTo>
                  <a:cubicBezTo>
                    <a:pt x="14504" y="19021"/>
                    <a:pt x="14467" y="19020"/>
                    <a:pt x="14430" y="19020"/>
                  </a:cubicBezTo>
                  <a:cubicBezTo>
                    <a:pt x="12573" y="19020"/>
                    <a:pt x="10840" y="20592"/>
                    <a:pt x="10709" y="22425"/>
                  </a:cubicBezTo>
                  <a:cubicBezTo>
                    <a:pt x="10377" y="21470"/>
                    <a:pt x="9357" y="20827"/>
                    <a:pt x="8345" y="20827"/>
                  </a:cubicBezTo>
                  <a:cubicBezTo>
                    <a:pt x="8091" y="20827"/>
                    <a:pt x="7836" y="20868"/>
                    <a:pt x="7594" y="20955"/>
                  </a:cubicBezTo>
                  <a:cubicBezTo>
                    <a:pt x="7068" y="21145"/>
                    <a:pt x="6641" y="21537"/>
                    <a:pt x="6365" y="22011"/>
                  </a:cubicBezTo>
                  <a:cubicBezTo>
                    <a:pt x="6045" y="22562"/>
                    <a:pt x="6281" y="23246"/>
                    <a:pt x="6058" y="23711"/>
                  </a:cubicBezTo>
                  <a:cubicBezTo>
                    <a:pt x="5843" y="24158"/>
                    <a:pt x="4991" y="24208"/>
                    <a:pt x="4504" y="24463"/>
                  </a:cubicBezTo>
                  <a:cubicBezTo>
                    <a:pt x="3866" y="24799"/>
                    <a:pt x="3303" y="25277"/>
                    <a:pt x="2881" y="25859"/>
                  </a:cubicBezTo>
                  <a:cubicBezTo>
                    <a:pt x="2099" y="26934"/>
                    <a:pt x="1816" y="28348"/>
                    <a:pt x="2123" y="29636"/>
                  </a:cubicBezTo>
                  <a:cubicBezTo>
                    <a:pt x="999" y="29871"/>
                    <a:pt x="178" y="30964"/>
                    <a:pt x="89" y="32096"/>
                  </a:cubicBezTo>
                  <a:cubicBezTo>
                    <a:pt x="1" y="33227"/>
                    <a:pt x="549" y="34347"/>
                    <a:pt x="1370" y="35143"/>
                  </a:cubicBezTo>
                  <a:cubicBezTo>
                    <a:pt x="2285" y="36031"/>
                    <a:pt x="3559" y="36562"/>
                    <a:pt x="4840" y="36562"/>
                  </a:cubicBezTo>
                  <a:cubicBezTo>
                    <a:pt x="5012" y="36562"/>
                    <a:pt x="5184" y="36553"/>
                    <a:pt x="5356" y="36533"/>
                  </a:cubicBezTo>
                  <a:cubicBezTo>
                    <a:pt x="6804" y="36366"/>
                    <a:pt x="8159" y="35462"/>
                    <a:pt x="8793" y="34167"/>
                  </a:cubicBezTo>
                  <a:cubicBezTo>
                    <a:pt x="9186" y="34872"/>
                    <a:pt x="10031" y="35232"/>
                    <a:pt x="10854" y="35232"/>
                  </a:cubicBezTo>
                  <a:cubicBezTo>
                    <a:pt x="10958" y="35232"/>
                    <a:pt x="11062" y="35226"/>
                    <a:pt x="11164" y="35215"/>
                  </a:cubicBezTo>
                  <a:cubicBezTo>
                    <a:pt x="12627" y="35052"/>
                    <a:pt x="14284" y="34224"/>
                    <a:pt x="14317" y="32648"/>
                  </a:cubicBezTo>
                  <a:cubicBezTo>
                    <a:pt x="14698" y="32788"/>
                    <a:pt x="15103" y="32856"/>
                    <a:pt x="15508" y="32856"/>
                  </a:cubicBezTo>
                  <a:cubicBezTo>
                    <a:pt x="16385" y="32856"/>
                    <a:pt x="17264" y="32538"/>
                    <a:pt x="17918" y="31948"/>
                  </a:cubicBezTo>
                  <a:cubicBezTo>
                    <a:pt x="18112" y="33167"/>
                    <a:pt x="19267" y="33999"/>
                    <a:pt x="20424" y="34401"/>
                  </a:cubicBezTo>
                  <a:cubicBezTo>
                    <a:pt x="21192" y="34669"/>
                    <a:pt x="22002" y="34797"/>
                    <a:pt x="22813" y="34797"/>
                  </a:cubicBezTo>
                  <a:cubicBezTo>
                    <a:pt x="24929" y="34797"/>
                    <a:pt x="27056" y="33919"/>
                    <a:pt x="28488" y="32342"/>
                  </a:cubicBezTo>
                  <a:cubicBezTo>
                    <a:pt x="29711" y="32156"/>
                    <a:pt x="30907" y="31796"/>
                    <a:pt x="32031" y="31273"/>
                  </a:cubicBezTo>
                  <a:cubicBezTo>
                    <a:pt x="32934" y="30855"/>
                    <a:pt x="33916" y="30083"/>
                    <a:pt x="33756" y="29095"/>
                  </a:cubicBezTo>
                  <a:lnTo>
                    <a:pt x="33756" y="29095"/>
                  </a:lnTo>
                  <a:cubicBezTo>
                    <a:pt x="34679" y="30147"/>
                    <a:pt x="36076" y="30695"/>
                    <a:pt x="37466" y="30695"/>
                  </a:cubicBezTo>
                  <a:cubicBezTo>
                    <a:pt x="38549" y="30695"/>
                    <a:pt x="39627" y="30362"/>
                    <a:pt x="40475" y="29678"/>
                  </a:cubicBezTo>
                  <a:cubicBezTo>
                    <a:pt x="41415" y="30695"/>
                    <a:pt x="42734" y="31220"/>
                    <a:pt x="44050" y="31220"/>
                  </a:cubicBezTo>
                  <a:cubicBezTo>
                    <a:pt x="45192" y="31220"/>
                    <a:pt x="46332" y="30825"/>
                    <a:pt x="47219" y="30014"/>
                  </a:cubicBezTo>
                  <a:lnTo>
                    <a:pt x="47236" y="308"/>
                  </a:lnTo>
                  <a:cubicBezTo>
                    <a:pt x="47058" y="286"/>
                    <a:pt x="46879" y="275"/>
                    <a:pt x="46697" y="275"/>
                  </a:cubicBezTo>
                  <a:cubicBezTo>
                    <a:pt x="45370" y="275"/>
                    <a:pt x="43975" y="861"/>
                    <a:pt x="43091" y="1803"/>
                  </a:cubicBezTo>
                  <a:cubicBezTo>
                    <a:pt x="42339" y="2604"/>
                    <a:pt x="41357" y="4335"/>
                    <a:pt x="41969" y="5477"/>
                  </a:cubicBezTo>
                  <a:cubicBezTo>
                    <a:pt x="41364" y="4350"/>
                    <a:pt x="40119" y="3827"/>
                    <a:pt x="38875" y="3827"/>
                  </a:cubicBezTo>
                  <a:cubicBezTo>
                    <a:pt x="38416" y="3827"/>
                    <a:pt x="37957" y="3899"/>
                    <a:pt x="37530" y="4037"/>
                  </a:cubicBezTo>
                  <a:cubicBezTo>
                    <a:pt x="36401" y="4404"/>
                    <a:pt x="34798" y="5305"/>
                    <a:pt x="34874" y="6669"/>
                  </a:cubicBezTo>
                  <a:cubicBezTo>
                    <a:pt x="34719" y="3881"/>
                    <a:pt x="32726" y="1275"/>
                    <a:pt x="30048" y="365"/>
                  </a:cubicBezTo>
                  <a:cubicBezTo>
                    <a:pt x="29324" y="119"/>
                    <a:pt x="28562" y="1"/>
                    <a:pt x="27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6" name="Google Shape;646;p38"/>
          <p:cNvGrpSpPr/>
          <p:nvPr/>
        </p:nvGrpSpPr>
        <p:grpSpPr>
          <a:xfrm>
            <a:off x="3047087" y="-15274"/>
            <a:ext cx="2841961" cy="957144"/>
            <a:chOff x="744050" y="-1549100"/>
            <a:chExt cx="1014950" cy="341825"/>
          </a:xfrm>
        </p:grpSpPr>
        <p:sp>
          <p:nvSpPr>
            <p:cNvPr id="647" name="Google Shape;647;p38"/>
            <p:cNvSpPr/>
            <p:nvPr/>
          </p:nvSpPr>
          <p:spPr>
            <a:xfrm>
              <a:off x="746100" y="-1549100"/>
              <a:ext cx="1012900" cy="341700"/>
            </a:xfrm>
            <a:custGeom>
              <a:avLst/>
              <a:gdLst/>
              <a:ahLst/>
              <a:cxnLst/>
              <a:rect l="l" t="t" r="r" b="b"/>
              <a:pathLst>
                <a:path w="40516" h="13668" extrusionOk="0">
                  <a:moveTo>
                    <a:pt x="10959" y="1"/>
                  </a:moveTo>
                  <a:cubicBezTo>
                    <a:pt x="8739" y="1"/>
                    <a:pt x="6307" y="1140"/>
                    <a:pt x="5018" y="2683"/>
                  </a:cubicBezTo>
                  <a:cubicBezTo>
                    <a:pt x="4049" y="3842"/>
                    <a:pt x="3268" y="5504"/>
                    <a:pt x="3112" y="7009"/>
                  </a:cubicBezTo>
                  <a:cubicBezTo>
                    <a:pt x="2019" y="7179"/>
                    <a:pt x="984" y="7845"/>
                    <a:pt x="492" y="8835"/>
                  </a:cubicBezTo>
                  <a:cubicBezTo>
                    <a:pt x="0" y="9823"/>
                    <a:pt x="126" y="11122"/>
                    <a:pt x="889" y="11922"/>
                  </a:cubicBezTo>
                  <a:cubicBezTo>
                    <a:pt x="1543" y="12605"/>
                    <a:pt x="2603" y="12849"/>
                    <a:pt x="3671" y="12849"/>
                  </a:cubicBezTo>
                  <a:cubicBezTo>
                    <a:pt x="4552" y="12849"/>
                    <a:pt x="5439" y="12683"/>
                    <a:pt x="6108" y="12458"/>
                  </a:cubicBezTo>
                  <a:cubicBezTo>
                    <a:pt x="6414" y="12358"/>
                    <a:pt x="6721" y="12234"/>
                    <a:pt x="7042" y="12234"/>
                  </a:cubicBezTo>
                  <a:cubicBezTo>
                    <a:pt x="7045" y="12234"/>
                    <a:pt x="7049" y="12234"/>
                    <a:pt x="7052" y="12234"/>
                  </a:cubicBezTo>
                  <a:cubicBezTo>
                    <a:pt x="7453" y="12239"/>
                    <a:pt x="7818" y="12440"/>
                    <a:pt x="8189" y="12591"/>
                  </a:cubicBezTo>
                  <a:cubicBezTo>
                    <a:pt x="8908" y="12883"/>
                    <a:pt x="9676" y="12994"/>
                    <a:pt x="10453" y="12994"/>
                  </a:cubicBezTo>
                  <a:cubicBezTo>
                    <a:pt x="11170" y="12994"/>
                    <a:pt x="11895" y="12900"/>
                    <a:pt x="12597" y="12766"/>
                  </a:cubicBezTo>
                  <a:cubicBezTo>
                    <a:pt x="13009" y="12688"/>
                    <a:pt x="13487" y="12547"/>
                    <a:pt x="13985" y="12405"/>
                  </a:cubicBezTo>
                  <a:cubicBezTo>
                    <a:pt x="14741" y="12189"/>
                    <a:pt x="15548" y="11970"/>
                    <a:pt x="16249" y="11970"/>
                  </a:cubicBezTo>
                  <a:cubicBezTo>
                    <a:pt x="16431" y="11970"/>
                    <a:pt x="16607" y="11985"/>
                    <a:pt x="16772" y="12018"/>
                  </a:cubicBezTo>
                  <a:cubicBezTo>
                    <a:pt x="17655" y="12196"/>
                    <a:pt x="18584" y="12946"/>
                    <a:pt x="19511" y="13199"/>
                  </a:cubicBezTo>
                  <a:cubicBezTo>
                    <a:pt x="20586" y="13491"/>
                    <a:pt x="21754" y="13667"/>
                    <a:pt x="22915" y="13667"/>
                  </a:cubicBezTo>
                  <a:cubicBezTo>
                    <a:pt x="23972" y="13667"/>
                    <a:pt x="25023" y="13521"/>
                    <a:pt x="25993" y="13185"/>
                  </a:cubicBezTo>
                  <a:cubicBezTo>
                    <a:pt x="26414" y="13039"/>
                    <a:pt x="26822" y="12852"/>
                    <a:pt x="27258" y="12759"/>
                  </a:cubicBezTo>
                  <a:cubicBezTo>
                    <a:pt x="27985" y="12605"/>
                    <a:pt x="28714" y="12569"/>
                    <a:pt x="29445" y="12569"/>
                  </a:cubicBezTo>
                  <a:cubicBezTo>
                    <a:pt x="30076" y="12569"/>
                    <a:pt x="30707" y="12595"/>
                    <a:pt x="31338" y="12595"/>
                  </a:cubicBezTo>
                  <a:cubicBezTo>
                    <a:pt x="31778" y="12595"/>
                    <a:pt x="32218" y="12582"/>
                    <a:pt x="32658" y="12539"/>
                  </a:cubicBezTo>
                  <a:cubicBezTo>
                    <a:pt x="33006" y="12503"/>
                    <a:pt x="33329" y="12489"/>
                    <a:pt x="33640" y="12489"/>
                  </a:cubicBezTo>
                  <a:cubicBezTo>
                    <a:pt x="34610" y="12489"/>
                    <a:pt x="35455" y="12627"/>
                    <a:pt x="36556" y="12695"/>
                  </a:cubicBezTo>
                  <a:cubicBezTo>
                    <a:pt x="36874" y="12713"/>
                    <a:pt x="37259" y="12733"/>
                    <a:pt x="37659" y="12733"/>
                  </a:cubicBezTo>
                  <a:cubicBezTo>
                    <a:pt x="38373" y="12733"/>
                    <a:pt x="39135" y="12670"/>
                    <a:pt x="39658" y="12422"/>
                  </a:cubicBezTo>
                  <a:cubicBezTo>
                    <a:pt x="40129" y="12198"/>
                    <a:pt x="40515" y="11723"/>
                    <a:pt x="40483" y="11203"/>
                  </a:cubicBezTo>
                  <a:cubicBezTo>
                    <a:pt x="40469" y="10960"/>
                    <a:pt x="40366" y="10730"/>
                    <a:pt x="40244" y="10519"/>
                  </a:cubicBezTo>
                  <a:cubicBezTo>
                    <a:pt x="39944" y="10011"/>
                    <a:pt x="39492" y="9576"/>
                    <a:pt x="38932" y="9391"/>
                  </a:cubicBezTo>
                  <a:cubicBezTo>
                    <a:pt x="38752" y="9331"/>
                    <a:pt x="38560" y="9300"/>
                    <a:pt x="38369" y="9300"/>
                  </a:cubicBezTo>
                  <a:cubicBezTo>
                    <a:pt x="37969" y="9300"/>
                    <a:pt x="37571" y="9435"/>
                    <a:pt x="37284" y="9711"/>
                  </a:cubicBezTo>
                  <a:cubicBezTo>
                    <a:pt x="37368" y="8463"/>
                    <a:pt x="36023" y="7363"/>
                    <a:pt x="34842" y="7363"/>
                  </a:cubicBezTo>
                  <a:cubicBezTo>
                    <a:pt x="34804" y="7363"/>
                    <a:pt x="34766" y="7364"/>
                    <a:pt x="34728" y="7366"/>
                  </a:cubicBezTo>
                  <a:cubicBezTo>
                    <a:pt x="33642" y="7432"/>
                    <a:pt x="32662" y="8333"/>
                    <a:pt x="32507" y="9413"/>
                  </a:cubicBezTo>
                  <a:cubicBezTo>
                    <a:pt x="32118" y="8923"/>
                    <a:pt x="31619" y="8490"/>
                    <a:pt x="31015" y="8329"/>
                  </a:cubicBezTo>
                  <a:cubicBezTo>
                    <a:pt x="30869" y="8290"/>
                    <a:pt x="30716" y="8270"/>
                    <a:pt x="30564" y="8270"/>
                  </a:cubicBezTo>
                  <a:cubicBezTo>
                    <a:pt x="30083" y="8270"/>
                    <a:pt x="29603" y="8465"/>
                    <a:pt x="29335" y="8857"/>
                  </a:cubicBezTo>
                  <a:cubicBezTo>
                    <a:pt x="29259" y="7601"/>
                    <a:pt x="28521" y="6386"/>
                    <a:pt x="27572" y="5588"/>
                  </a:cubicBezTo>
                  <a:cubicBezTo>
                    <a:pt x="27003" y="5110"/>
                    <a:pt x="26302" y="4783"/>
                    <a:pt x="25561" y="4693"/>
                  </a:cubicBezTo>
                  <a:cubicBezTo>
                    <a:pt x="25419" y="4676"/>
                    <a:pt x="25277" y="4667"/>
                    <a:pt x="25135" y="4667"/>
                  </a:cubicBezTo>
                  <a:cubicBezTo>
                    <a:pt x="23673" y="4667"/>
                    <a:pt x="22228" y="5549"/>
                    <a:pt x="21597" y="6875"/>
                  </a:cubicBezTo>
                  <a:cubicBezTo>
                    <a:pt x="21050" y="5854"/>
                    <a:pt x="19954" y="5241"/>
                    <a:pt x="18923" y="5241"/>
                  </a:cubicBezTo>
                  <a:cubicBezTo>
                    <a:pt x="17982" y="5241"/>
                    <a:pt x="17096" y="5751"/>
                    <a:pt x="16727" y="6925"/>
                  </a:cubicBezTo>
                  <a:cubicBezTo>
                    <a:pt x="17445" y="4641"/>
                    <a:pt x="15224" y="1533"/>
                    <a:pt x="13332" y="539"/>
                  </a:cubicBezTo>
                  <a:cubicBezTo>
                    <a:pt x="12622" y="166"/>
                    <a:pt x="11806" y="1"/>
                    <a:pt x="109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8"/>
            <p:cNvSpPr/>
            <p:nvPr/>
          </p:nvSpPr>
          <p:spPr>
            <a:xfrm>
              <a:off x="744050" y="-1459525"/>
              <a:ext cx="982125" cy="252250"/>
            </a:xfrm>
            <a:custGeom>
              <a:avLst/>
              <a:gdLst/>
              <a:ahLst/>
              <a:cxnLst/>
              <a:rect l="l" t="t" r="r" b="b"/>
              <a:pathLst>
                <a:path w="39285" h="10090" extrusionOk="0">
                  <a:moveTo>
                    <a:pt x="9924" y="1"/>
                  </a:moveTo>
                  <a:cubicBezTo>
                    <a:pt x="9547" y="1"/>
                    <a:pt x="9171" y="31"/>
                    <a:pt x="8800" y="92"/>
                  </a:cubicBezTo>
                  <a:cubicBezTo>
                    <a:pt x="6167" y="525"/>
                    <a:pt x="4582" y="2600"/>
                    <a:pt x="4488" y="5215"/>
                  </a:cubicBezTo>
                  <a:cubicBezTo>
                    <a:pt x="4082" y="4795"/>
                    <a:pt x="3549" y="4607"/>
                    <a:pt x="3009" y="4607"/>
                  </a:cubicBezTo>
                  <a:cubicBezTo>
                    <a:pt x="2379" y="4607"/>
                    <a:pt x="1739" y="4863"/>
                    <a:pt x="1276" y="5305"/>
                  </a:cubicBezTo>
                  <a:cubicBezTo>
                    <a:pt x="1" y="6521"/>
                    <a:pt x="476" y="8358"/>
                    <a:pt x="2022" y="8979"/>
                  </a:cubicBezTo>
                  <a:cubicBezTo>
                    <a:pt x="2577" y="9203"/>
                    <a:pt x="3196" y="9297"/>
                    <a:pt x="3824" y="9297"/>
                  </a:cubicBezTo>
                  <a:cubicBezTo>
                    <a:pt x="4661" y="9297"/>
                    <a:pt x="5514" y="9130"/>
                    <a:pt x="6254" y="8882"/>
                  </a:cubicBezTo>
                  <a:cubicBezTo>
                    <a:pt x="6560" y="8782"/>
                    <a:pt x="6867" y="8658"/>
                    <a:pt x="7190" y="8658"/>
                  </a:cubicBezTo>
                  <a:cubicBezTo>
                    <a:pt x="7193" y="8658"/>
                    <a:pt x="7197" y="8658"/>
                    <a:pt x="7200" y="8658"/>
                  </a:cubicBezTo>
                  <a:cubicBezTo>
                    <a:pt x="7601" y="8663"/>
                    <a:pt x="7966" y="8864"/>
                    <a:pt x="8336" y="9015"/>
                  </a:cubicBezTo>
                  <a:cubicBezTo>
                    <a:pt x="9055" y="9307"/>
                    <a:pt x="9823" y="9418"/>
                    <a:pt x="10600" y="9418"/>
                  </a:cubicBezTo>
                  <a:cubicBezTo>
                    <a:pt x="11317" y="9418"/>
                    <a:pt x="12042" y="9324"/>
                    <a:pt x="12745" y="9190"/>
                  </a:cubicBezTo>
                  <a:cubicBezTo>
                    <a:pt x="13156" y="9112"/>
                    <a:pt x="13634" y="8971"/>
                    <a:pt x="14131" y="8829"/>
                  </a:cubicBezTo>
                  <a:cubicBezTo>
                    <a:pt x="14891" y="8612"/>
                    <a:pt x="15699" y="8393"/>
                    <a:pt x="16403" y="8393"/>
                  </a:cubicBezTo>
                  <a:cubicBezTo>
                    <a:pt x="16583" y="8393"/>
                    <a:pt x="16756" y="8407"/>
                    <a:pt x="16920" y="8440"/>
                  </a:cubicBezTo>
                  <a:cubicBezTo>
                    <a:pt x="17801" y="8617"/>
                    <a:pt x="18730" y="9367"/>
                    <a:pt x="19658" y="9620"/>
                  </a:cubicBezTo>
                  <a:cubicBezTo>
                    <a:pt x="20732" y="9913"/>
                    <a:pt x="21900" y="10089"/>
                    <a:pt x="23061" y="10089"/>
                  </a:cubicBezTo>
                  <a:cubicBezTo>
                    <a:pt x="24119" y="10089"/>
                    <a:pt x="25171" y="9943"/>
                    <a:pt x="26141" y="9606"/>
                  </a:cubicBezTo>
                  <a:cubicBezTo>
                    <a:pt x="26562" y="9460"/>
                    <a:pt x="26970" y="9275"/>
                    <a:pt x="27406" y="9182"/>
                  </a:cubicBezTo>
                  <a:cubicBezTo>
                    <a:pt x="28132" y="9027"/>
                    <a:pt x="28862" y="8991"/>
                    <a:pt x="29593" y="8991"/>
                  </a:cubicBezTo>
                  <a:cubicBezTo>
                    <a:pt x="30222" y="8991"/>
                    <a:pt x="30851" y="9017"/>
                    <a:pt x="31481" y="9017"/>
                  </a:cubicBezTo>
                  <a:cubicBezTo>
                    <a:pt x="31922" y="9017"/>
                    <a:pt x="32364" y="9004"/>
                    <a:pt x="32804" y="8960"/>
                  </a:cubicBezTo>
                  <a:cubicBezTo>
                    <a:pt x="33151" y="8925"/>
                    <a:pt x="33472" y="8911"/>
                    <a:pt x="33781" y="8911"/>
                  </a:cubicBezTo>
                  <a:cubicBezTo>
                    <a:pt x="34754" y="8911"/>
                    <a:pt x="35600" y="9050"/>
                    <a:pt x="36704" y="9116"/>
                  </a:cubicBezTo>
                  <a:cubicBezTo>
                    <a:pt x="37004" y="9134"/>
                    <a:pt x="37469" y="9212"/>
                    <a:pt x="37904" y="9212"/>
                  </a:cubicBezTo>
                  <a:cubicBezTo>
                    <a:pt x="38265" y="9212"/>
                    <a:pt x="38605" y="9159"/>
                    <a:pt x="38812" y="8972"/>
                  </a:cubicBezTo>
                  <a:cubicBezTo>
                    <a:pt x="39284" y="8547"/>
                    <a:pt x="39103" y="7640"/>
                    <a:pt x="38587" y="7326"/>
                  </a:cubicBezTo>
                  <a:cubicBezTo>
                    <a:pt x="38374" y="7197"/>
                    <a:pt x="38131" y="7141"/>
                    <a:pt x="37883" y="7141"/>
                  </a:cubicBezTo>
                  <a:cubicBezTo>
                    <a:pt x="37571" y="7141"/>
                    <a:pt x="37251" y="7230"/>
                    <a:pt x="36971" y="7371"/>
                  </a:cubicBezTo>
                  <a:cubicBezTo>
                    <a:pt x="36814" y="6381"/>
                    <a:pt x="35826" y="5635"/>
                    <a:pt x="34825" y="5635"/>
                  </a:cubicBezTo>
                  <a:cubicBezTo>
                    <a:pt x="34810" y="5635"/>
                    <a:pt x="34796" y="5635"/>
                    <a:pt x="34781" y="5636"/>
                  </a:cubicBezTo>
                  <a:cubicBezTo>
                    <a:pt x="33766" y="5658"/>
                    <a:pt x="32833" y="6374"/>
                    <a:pt x="32426" y="7307"/>
                  </a:cubicBezTo>
                  <a:cubicBezTo>
                    <a:pt x="32145" y="6699"/>
                    <a:pt x="31485" y="6290"/>
                    <a:pt x="30818" y="6290"/>
                  </a:cubicBezTo>
                  <a:cubicBezTo>
                    <a:pt x="30770" y="6290"/>
                    <a:pt x="30722" y="6292"/>
                    <a:pt x="30674" y="6296"/>
                  </a:cubicBezTo>
                  <a:cubicBezTo>
                    <a:pt x="29957" y="6364"/>
                    <a:pt x="29312" y="6913"/>
                    <a:pt x="29132" y="7609"/>
                  </a:cubicBezTo>
                  <a:cubicBezTo>
                    <a:pt x="28799" y="5803"/>
                    <a:pt x="27848" y="4379"/>
                    <a:pt x="25955" y="4009"/>
                  </a:cubicBezTo>
                  <a:cubicBezTo>
                    <a:pt x="25694" y="3958"/>
                    <a:pt x="25429" y="3933"/>
                    <a:pt x="25164" y="3933"/>
                  </a:cubicBezTo>
                  <a:cubicBezTo>
                    <a:pt x="24465" y="3933"/>
                    <a:pt x="23766" y="4107"/>
                    <a:pt x="23144" y="4427"/>
                  </a:cubicBezTo>
                  <a:cubicBezTo>
                    <a:pt x="22769" y="4622"/>
                    <a:pt x="21328" y="5591"/>
                    <a:pt x="21433" y="6150"/>
                  </a:cubicBezTo>
                  <a:cubicBezTo>
                    <a:pt x="21224" y="5045"/>
                    <a:pt x="20226" y="4139"/>
                    <a:pt x="19106" y="4039"/>
                  </a:cubicBezTo>
                  <a:cubicBezTo>
                    <a:pt x="19035" y="4033"/>
                    <a:pt x="18965" y="4030"/>
                    <a:pt x="18895" y="4030"/>
                  </a:cubicBezTo>
                  <a:cubicBezTo>
                    <a:pt x="17844" y="4030"/>
                    <a:pt x="16815" y="4717"/>
                    <a:pt x="16438" y="5703"/>
                  </a:cubicBezTo>
                  <a:cubicBezTo>
                    <a:pt x="16297" y="3933"/>
                    <a:pt x="15308" y="2266"/>
                    <a:pt x="13864" y="1233"/>
                  </a:cubicBezTo>
                  <a:cubicBezTo>
                    <a:pt x="12725" y="420"/>
                    <a:pt x="11324" y="1"/>
                    <a:pt x="99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9" name="Google Shape;649;p38"/>
          <p:cNvSpPr/>
          <p:nvPr/>
        </p:nvSpPr>
        <p:spPr>
          <a:xfrm>
            <a:off x="2602816" y="679550"/>
            <a:ext cx="334443" cy="341696"/>
          </a:xfrm>
          <a:custGeom>
            <a:avLst/>
            <a:gdLst/>
            <a:ahLst/>
            <a:cxnLst/>
            <a:rect l="l" t="t" r="r" b="b"/>
            <a:pathLst>
              <a:path w="4565" h="4664" extrusionOk="0">
                <a:moveTo>
                  <a:pt x="3082" y="0"/>
                </a:moveTo>
                <a:lnTo>
                  <a:pt x="1839" y="1064"/>
                </a:lnTo>
                <a:lnTo>
                  <a:pt x="259" y="645"/>
                </a:lnTo>
                <a:lnTo>
                  <a:pt x="889" y="2155"/>
                </a:lnTo>
                <a:lnTo>
                  <a:pt x="1" y="3527"/>
                </a:lnTo>
                <a:lnTo>
                  <a:pt x="1630" y="3394"/>
                </a:lnTo>
                <a:lnTo>
                  <a:pt x="2662" y="4664"/>
                </a:lnTo>
                <a:lnTo>
                  <a:pt x="3041" y="3074"/>
                </a:lnTo>
                <a:lnTo>
                  <a:pt x="4565" y="2485"/>
                </a:lnTo>
                <a:lnTo>
                  <a:pt x="3170" y="1633"/>
                </a:lnTo>
                <a:lnTo>
                  <a:pt x="308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8"/>
          <p:cNvSpPr/>
          <p:nvPr/>
        </p:nvSpPr>
        <p:spPr>
          <a:xfrm>
            <a:off x="2086325" y="539500"/>
            <a:ext cx="795257" cy="956279"/>
          </a:xfrm>
          <a:custGeom>
            <a:avLst/>
            <a:gdLst/>
            <a:ahLst/>
            <a:cxnLst/>
            <a:rect l="l" t="t" r="r" b="b"/>
            <a:pathLst>
              <a:path w="15256" h="18345" extrusionOk="0">
                <a:moveTo>
                  <a:pt x="8596" y="1"/>
                </a:moveTo>
                <a:cubicBezTo>
                  <a:pt x="6911" y="1"/>
                  <a:pt x="4401" y="519"/>
                  <a:pt x="2337" y="3098"/>
                </a:cubicBezTo>
                <a:cubicBezTo>
                  <a:pt x="1191" y="4527"/>
                  <a:pt x="1" y="6908"/>
                  <a:pt x="169" y="9986"/>
                </a:cubicBezTo>
                <a:cubicBezTo>
                  <a:pt x="300" y="12356"/>
                  <a:pt x="1445" y="14205"/>
                  <a:pt x="2542" y="15526"/>
                </a:cubicBezTo>
                <a:cubicBezTo>
                  <a:pt x="4160" y="17477"/>
                  <a:pt x="6470" y="18345"/>
                  <a:pt x="8715" y="18345"/>
                </a:cubicBezTo>
                <a:cubicBezTo>
                  <a:pt x="11443" y="18345"/>
                  <a:pt x="14075" y="17064"/>
                  <a:pt x="15255" y="14892"/>
                </a:cubicBezTo>
                <a:lnTo>
                  <a:pt x="15255" y="14892"/>
                </a:lnTo>
                <a:cubicBezTo>
                  <a:pt x="15255" y="14892"/>
                  <a:pt x="13744" y="16347"/>
                  <a:pt x="11330" y="16548"/>
                </a:cubicBezTo>
                <a:cubicBezTo>
                  <a:pt x="11162" y="16561"/>
                  <a:pt x="10991" y="16568"/>
                  <a:pt x="10818" y="16568"/>
                </a:cubicBezTo>
                <a:cubicBezTo>
                  <a:pt x="9513" y="16568"/>
                  <a:pt x="8059" y="16181"/>
                  <a:pt x="6773" y="15423"/>
                </a:cubicBezTo>
                <a:cubicBezTo>
                  <a:pt x="5581" y="14722"/>
                  <a:pt x="3706" y="12909"/>
                  <a:pt x="3235" y="9658"/>
                </a:cubicBezTo>
                <a:cubicBezTo>
                  <a:pt x="2494" y="4527"/>
                  <a:pt x="5353" y="2011"/>
                  <a:pt x="7703" y="909"/>
                </a:cubicBezTo>
                <a:cubicBezTo>
                  <a:pt x="9090" y="258"/>
                  <a:pt x="10492" y="236"/>
                  <a:pt x="10492" y="236"/>
                </a:cubicBezTo>
                <a:cubicBezTo>
                  <a:pt x="10492" y="236"/>
                  <a:pt x="9731" y="1"/>
                  <a:pt x="85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1" name="Google Shape;651;p38"/>
          <p:cNvGrpSpPr/>
          <p:nvPr/>
        </p:nvGrpSpPr>
        <p:grpSpPr>
          <a:xfrm>
            <a:off x="92937" y="1946960"/>
            <a:ext cx="795248" cy="3196584"/>
            <a:chOff x="2686950" y="3466825"/>
            <a:chExt cx="94350" cy="379250"/>
          </a:xfrm>
        </p:grpSpPr>
        <p:sp>
          <p:nvSpPr>
            <p:cNvPr id="652" name="Google Shape;652;p38"/>
            <p:cNvSpPr/>
            <p:nvPr/>
          </p:nvSpPr>
          <p:spPr>
            <a:xfrm>
              <a:off x="2686950" y="3466825"/>
              <a:ext cx="94350" cy="379250"/>
            </a:xfrm>
            <a:custGeom>
              <a:avLst/>
              <a:gdLst/>
              <a:ahLst/>
              <a:cxnLst/>
              <a:rect l="l" t="t" r="r" b="b"/>
              <a:pathLst>
                <a:path w="3774" h="15170" extrusionOk="0">
                  <a:moveTo>
                    <a:pt x="1942" y="1"/>
                  </a:moveTo>
                  <a:lnTo>
                    <a:pt x="1925" y="375"/>
                  </a:lnTo>
                  <a:cubicBezTo>
                    <a:pt x="1865" y="379"/>
                    <a:pt x="1817" y="400"/>
                    <a:pt x="1817" y="425"/>
                  </a:cubicBezTo>
                  <a:cubicBezTo>
                    <a:pt x="1817" y="452"/>
                    <a:pt x="1863" y="473"/>
                    <a:pt x="1921" y="477"/>
                  </a:cubicBezTo>
                  <a:lnTo>
                    <a:pt x="1912" y="668"/>
                  </a:lnTo>
                  <a:lnTo>
                    <a:pt x="1914" y="668"/>
                  </a:lnTo>
                  <a:cubicBezTo>
                    <a:pt x="1796" y="677"/>
                    <a:pt x="1709" y="720"/>
                    <a:pt x="1709" y="774"/>
                  </a:cubicBezTo>
                  <a:cubicBezTo>
                    <a:pt x="1709" y="826"/>
                    <a:pt x="1799" y="869"/>
                    <a:pt x="1914" y="879"/>
                  </a:cubicBezTo>
                  <a:cubicBezTo>
                    <a:pt x="1763" y="1135"/>
                    <a:pt x="1229" y="1994"/>
                    <a:pt x="557" y="2507"/>
                  </a:cubicBezTo>
                  <a:cubicBezTo>
                    <a:pt x="1" y="2934"/>
                    <a:pt x="1026" y="3530"/>
                    <a:pt x="1026" y="3530"/>
                  </a:cubicBezTo>
                  <a:lnTo>
                    <a:pt x="1035" y="4510"/>
                  </a:lnTo>
                  <a:lnTo>
                    <a:pt x="695" y="4510"/>
                  </a:lnTo>
                  <a:lnTo>
                    <a:pt x="695" y="4767"/>
                  </a:lnTo>
                  <a:lnTo>
                    <a:pt x="1026" y="4916"/>
                  </a:lnTo>
                  <a:lnTo>
                    <a:pt x="706" y="4916"/>
                  </a:lnTo>
                  <a:lnTo>
                    <a:pt x="697" y="5076"/>
                  </a:lnTo>
                  <a:lnTo>
                    <a:pt x="185" y="5076"/>
                  </a:lnTo>
                  <a:lnTo>
                    <a:pt x="185" y="5520"/>
                  </a:lnTo>
                  <a:lnTo>
                    <a:pt x="811" y="6046"/>
                  </a:lnTo>
                  <a:lnTo>
                    <a:pt x="830" y="15170"/>
                  </a:lnTo>
                  <a:lnTo>
                    <a:pt x="1960" y="15170"/>
                  </a:lnTo>
                  <a:lnTo>
                    <a:pt x="1960" y="15167"/>
                  </a:lnTo>
                  <a:lnTo>
                    <a:pt x="3003" y="15167"/>
                  </a:lnTo>
                  <a:lnTo>
                    <a:pt x="3021" y="6043"/>
                  </a:lnTo>
                  <a:lnTo>
                    <a:pt x="3606" y="5518"/>
                  </a:lnTo>
                  <a:lnTo>
                    <a:pt x="3606" y="5073"/>
                  </a:lnTo>
                  <a:lnTo>
                    <a:pt x="3123" y="5073"/>
                  </a:lnTo>
                  <a:lnTo>
                    <a:pt x="3123" y="5075"/>
                  </a:lnTo>
                  <a:lnTo>
                    <a:pt x="3113" y="4915"/>
                  </a:lnTo>
                  <a:lnTo>
                    <a:pt x="2813" y="4915"/>
                  </a:lnTo>
                  <a:lnTo>
                    <a:pt x="3123" y="4766"/>
                  </a:lnTo>
                  <a:lnTo>
                    <a:pt x="3123" y="4508"/>
                  </a:lnTo>
                  <a:lnTo>
                    <a:pt x="2804" y="4508"/>
                  </a:lnTo>
                  <a:lnTo>
                    <a:pt x="2813" y="3529"/>
                  </a:lnTo>
                  <a:cubicBezTo>
                    <a:pt x="2813" y="3529"/>
                    <a:pt x="3773" y="2931"/>
                    <a:pt x="3251" y="2505"/>
                  </a:cubicBezTo>
                  <a:cubicBezTo>
                    <a:pt x="2628" y="1997"/>
                    <a:pt x="2129" y="1142"/>
                    <a:pt x="1984" y="881"/>
                  </a:cubicBezTo>
                  <a:cubicBezTo>
                    <a:pt x="2109" y="875"/>
                    <a:pt x="2206" y="830"/>
                    <a:pt x="2206" y="775"/>
                  </a:cubicBezTo>
                  <a:cubicBezTo>
                    <a:pt x="2206" y="723"/>
                    <a:pt x="2116" y="681"/>
                    <a:pt x="2000" y="670"/>
                  </a:cubicBezTo>
                  <a:lnTo>
                    <a:pt x="2002" y="670"/>
                  </a:lnTo>
                  <a:lnTo>
                    <a:pt x="1984" y="477"/>
                  </a:lnTo>
                  <a:cubicBezTo>
                    <a:pt x="2032" y="470"/>
                    <a:pt x="2067" y="451"/>
                    <a:pt x="2067" y="428"/>
                  </a:cubicBezTo>
                  <a:cubicBezTo>
                    <a:pt x="2067" y="403"/>
                    <a:pt x="2028" y="383"/>
                    <a:pt x="1976" y="376"/>
                  </a:cubicBezTo>
                  <a:lnTo>
                    <a:pt x="194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8"/>
            <p:cNvSpPr/>
            <p:nvPr/>
          </p:nvSpPr>
          <p:spPr>
            <a:xfrm>
              <a:off x="2695425" y="3826025"/>
              <a:ext cx="78000" cy="10000"/>
            </a:xfrm>
            <a:custGeom>
              <a:avLst/>
              <a:gdLst/>
              <a:ahLst/>
              <a:cxnLst/>
              <a:rect l="l" t="t" r="r" b="b"/>
              <a:pathLst>
                <a:path w="3120" h="400" extrusionOk="0">
                  <a:moveTo>
                    <a:pt x="1" y="1"/>
                  </a:moveTo>
                  <a:lnTo>
                    <a:pt x="1" y="400"/>
                  </a:lnTo>
                  <a:lnTo>
                    <a:pt x="3120" y="400"/>
                  </a:lnTo>
                  <a:lnTo>
                    <a:pt x="312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8"/>
            <p:cNvSpPr/>
            <p:nvPr/>
          </p:nvSpPr>
          <p:spPr>
            <a:xfrm>
              <a:off x="2713675" y="3555625"/>
              <a:ext cx="5700" cy="23650"/>
            </a:xfrm>
            <a:custGeom>
              <a:avLst/>
              <a:gdLst/>
              <a:ahLst/>
              <a:cxnLst/>
              <a:rect l="l" t="t" r="r" b="b"/>
              <a:pathLst>
                <a:path w="228" h="946" extrusionOk="0">
                  <a:moveTo>
                    <a:pt x="114" y="1"/>
                  </a:moveTo>
                  <a:cubicBezTo>
                    <a:pt x="0" y="1"/>
                    <a:pt x="0" y="280"/>
                    <a:pt x="0" y="280"/>
                  </a:cubicBezTo>
                  <a:lnTo>
                    <a:pt x="0" y="945"/>
                  </a:lnTo>
                  <a:lnTo>
                    <a:pt x="228" y="945"/>
                  </a:lnTo>
                  <a:lnTo>
                    <a:pt x="228" y="245"/>
                  </a:lnTo>
                  <a:cubicBezTo>
                    <a:pt x="228" y="245"/>
                    <a:pt x="228" y="1"/>
                    <a:pt x="1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8"/>
            <p:cNvSpPr/>
            <p:nvPr/>
          </p:nvSpPr>
          <p:spPr>
            <a:xfrm>
              <a:off x="2724200" y="3555375"/>
              <a:ext cx="9175" cy="23600"/>
            </a:xfrm>
            <a:custGeom>
              <a:avLst/>
              <a:gdLst/>
              <a:ahLst/>
              <a:cxnLst/>
              <a:rect l="l" t="t" r="r" b="b"/>
              <a:pathLst>
                <a:path w="367" h="944" extrusionOk="0">
                  <a:moveTo>
                    <a:pt x="184" y="1"/>
                  </a:moveTo>
                  <a:cubicBezTo>
                    <a:pt x="1" y="1"/>
                    <a:pt x="1" y="281"/>
                    <a:pt x="1" y="281"/>
                  </a:cubicBezTo>
                  <a:lnTo>
                    <a:pt x="1" y="944"/>
                  </a:lnTo>
                  <a:lnTo>
                    <a:pt x="366" y="944"/>
                  </a:lnTo>
                  <a:lnTo>
                    <a:pt x="366" y="245"/>
                  </a:lnTo>
                  <a:cubicBezTo>
                    <a:pt x="366" y="245"/>
                    <a:pt x="366" y="1"/>
                    <a:pt x="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8"/>
            <p:cNvSpPr/>
            <p:nvPr/>
          </p:nvSpPr>
          <p:spPr>
            <a:xfrm>
              <a:off x="2737250" y="3555100"/>
              <a:ext cx="9150" cy="23650"/>
            </a:xfrm>
            <a:custGeom>
              <a:avLst/>
              <a:gdLst/>
              <a:ahLst/>
              <a:cxnLst/>
              <a:rect l="l" t="t" r="r" b="b"/>
              <a:pathLst>
                <a:path w="366" h="946" extrusionOk="0">
                  <a:moveTo>
                    <a:pt x="183" y="1"/>
                  </a:moveTo>
                  <a:cubicBezTo>
                    <a:pt x="0" y="1"/>
                    <a:pt x="0" y="280"/>
                    <a:pt x="0" y="280"/>
                  </a:cubicBezTo>
                  <a:lnTo>
                    <a:pt x="0" y="945"/>
                  </a:lnTo>
                  <a:lnTo>
                    <a:pt x="366" y="945"/>
                  </a:lnTo>
                  <a:lnTo>
                    <a:pt x="366" y="245"/>
                  </a:lnTo>
                  <a:cubicBezTo>
                    <a:pt x="366" y="245"/>
                    <a:pt x="366" y="1"/>
                    <a:pt x="1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8"/>
            <p:cNvSpPr/>
            <p:nvPr/>
          </p:nvSpPr>
          <p:spPr>
            <a:xfrm>
              <a:off x="2750350" y="3555375"/>
              <a:ext cx="5725" cy="23600"/>
            </a:xfrm>
            <a:custGeom>
              <a:avLst/>
              <a:gdLst/>
              <a:ahLst/>
              <a:cxnLst/>
              <a:rect l="l" t="t" r="r" b="b"/>
              <a:pathLst>
                <a:path w="229" h="944" extrusionOk="0">
                  <a:moveTo>
                    <a:pt x="114" y="1"/>
                  </a:moveTo>
                  <a:cubicBezTo>
                    <a:pt x="1" y="1"/>
                    <a:pt x="1" y="281"/>
                    <a:pt x="1" y="281"/>
                  </a:cubicBezTo>
                  <a:lnTo>
                    <a:pt x="1" y="944"/>
                  </a:lnTo>
                  <a:lnTo>
                    <a:pt x="228" y="944"/>
                  </a:lnTo>
                  <a:lnTo>
                    <a:pt x="228" y="245"/>
                  </a:lnTo>
                  <a:cubicBezTo>
                    <a:pt x="228" y="245"/>
                    <a:pt x="228" y="1"/>
                    <a:pt x="1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8" name="Google Shape;658;p38"/>
          <p:cNvGrpSpPr/>
          <p:nvPr/>
        </p:nvGrpSpPr>
        <p:grpSpPr>
          <a:xfrm>
            <a:off x="1396642" y="3212511"/>
            <a:ext cx="670496" cy="1950845"/>
            <a:chOff x="2871700" y="3513775"/>
            <a:chExt cx="83475" cy="242875"/>
          </a:xfrm>
        </p:grpSpPr>
        <p:sp>
          <p:nvSpPr>
            <p:cNvPr id="659" name="Google Shape;659;p38"/>
            <p:cNvSpPr/>
            <p:nvPr/>
          </p:nvSpPr>
          <p:spPr>
            <a:xfrm>
              <a:off x="2871700" y="3513775"/>
              <a:ext cx="83475" cy="242875"/>
            </a:xfrm>
            <a:custGeom>
              <a:avLst/>
              <a:gdLst/>
              <a:ahLst/>
              <a:cxnLst/>
              <a:rect l="l" t="t" r="r" b="b"/>
              <a:pathLst>
                <a:path w="3339" h="9715" extrusionOk="0">
                  <a:moveTo>
                    <a:pt x="1643" y="1"/>
                  </a:moveTo>
                  <a:lnTo>
                    <a:pt x="1535" y="1190"/>
                  </a:lnTo>
                  <a:lnTo>
                    <a:pt x="1261" y="1190"/>
                  </a:lnTo>
                  <a:lnTo>
                    <a:pt x="1261" y="1700"/>
                  </a:lnTo>
                  <a:cubicBezTo>
                    <a:pt x="1261" y="1700"/>
                    <a:pt x="83" y="2124"/>
                    <a:pt x="221" y="3399"/>
                  </a:cubicBezTo>
                  <a:lnTo>
                    <a:pt x="0" y="3569"/>
                  </a:lnTo>
                  <a:lnTo>
                    <a:pt x="165" y="3739"/>
                  </a:lnTo>
                  <a:lnTo>
                    <a:pt x="165" y="4985"/>
                  </a:lnTo>
                  <a:lnTo>
                    <a:pt x="0" y="4985"/>
                  </a:lnTo>
                  <a:lnTo>
                    <a:pt x="0" y="5411"/>
                  </a:lnTo>
                  <a:lnTo>
                    <a:pt x="366" y="5411"/>
                  </a:lnTo>
                  <a:lnTo>
                    <a:pt x="384" y="9715"/>
                  </a:lnTo>
                  <a:lnTo>
                    <a:pt x="2955" y="9715"/>
                  </a:lnTo>
                  <a:lnTo>
                    <a:pt x="2971" y="5411"/>
                  </a:lnTo>
                  <a:lnTo>
                    <a:pt x="3337" y="5411"/>
                  </a:lnTo>
                  <a:lnTo>
                    <a:pt x="3337" y="4985"/>
                  </a:lnTo>
                  <a:lnTo>
                    <a:pt x="3167" y="4985"/>
                  </a:lnTo>
                  <a:lnTo>
                    <a:pt x="3167" y="3739"/>
                  </a:lnTo>
                  <a:lnTo>
                    <a:pt x="3168" y="3739"/>
                  </a:lnTo>
                  <a:lnTo>
                    <a:pt x="3338" y="3569"/>
                  </a:lnTo>
                  <a:lnTo>
                    <a:pt x="3112" y="3399"/>
                  </a:lnTo>
                  <a:cubicBezTo>
                    <a:pt x="3253" y="2124"/>
                    <a:pt x="2038" y="1700"/>
                    <a:pt x="2038" y="1700"/>
                  </a:cubicBezTo>
                  <a:lnTo>
                    <a:pt x="2038" y="1190"/>
                  </a:lnTo>
                  <a:lnTo>
                    <a:pt x="1756" y="1190"/>
                  </a:lnTo>
                  <a:lnTo>
                    <a:pt x="164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8"/>
            <p:cNvSpPr/>
            <p:nvPr/>
          </p:nvSpPr>
          <p:spPr>
            <a:xfrm>
              <a:off x="2899725" y="3597100"/>
              <a:ext cx="27325" cy="40400"/>
            </a:xfrm>
            <a:custGeom>
              <a:avLst/>
              <a:gdLst/>
              <a:ahLst/>
              <a:cxnLst/>
              <a:rect l="l" t="t" r="r" b="b"/>
              <a:pathLst>
                <a:path w="1093" h="1616" extrusionOk="0">
                  <a:moveTo>
                    <a:pt x="547" y="0"/>
                  </a:moveTo>
                  <a:cubicBezTo>
                    <a:pt x="1" y="0"/>
                    <a:pt x="1" y="478"/>
                    <a:pt x="1" y="478"/>
                  </a:cubicBezTo>
                  <a:lnTo>
                    <a:pt x="1" y="1615"/>
                  </a:lnTo>
                  <a:lnTo>
                    <a:pt x="1093" y="1615"/>
                  </a:lnTo>
                  <a:lnTo>
                    <a:pt x="1093" y="419"/>
                  </a:lnTo>
                  <a:cubicBezTo>
                    <a:pt x="1093" y="419"/>
                    <a:pt x="1093" y="0"/>
                    <a:pt x="5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8"/>
            <p:cNvSpPr/>
            <p:nvPr/>
          </p:nvSpPr>
          <p:spPr>
            <a:xfrm>
              <a:off x="2880800" y="3599275"/>
              <a:ext cx="7575" cy="38250"/>
            </a:xfrm>
            <a:custGeom>
              <a:avLst/>
              <a:gdLst/>
              <a:ahLst/>
              <a:cxnLst/>
              <a:rect l="l" t="t" r="r" b="b"/>
              <a:pathLst>
                <a:path w="303" h="1530" extrusionOk="0">
                  <a:moveTo>
                    <a:pt x="152" y="0"/>
                  </a:moveTo>
                  <a:cubicBezTo>
                    <a:pt x="0" y="0"/>
                    <a:pt x="0" y="453"/>
                    <a:pt x="0" y="453"/>
                  </a:cubicBezTo>
                  <a:lnTo>
                    <a:pt x="0" y="1528"/>
                  </a:lnTo>
                  <a:lnTo>
                    <a:pt x="0" y="1530"/>
                  </a:lnTo>
                  <a:lnTo>
                    <a:pt x="302" y="1530"/>
                  </a:lnTo>
                  <a:lnTo>
                    <a:pt x="302" y="397"/>
                  </a:lnTo>
                  <a:cubicBezTo>
                    <a:pt x="302" y="397"/>
                    <a:pt x="302" y="0"/>
                    <a:pt x="1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8"/>
            <p:cNvSpPr/>
            <p:nvPr/>
          </p:nvSpPr>
          <p:spPr>
            <a:xfrm>
              <a:off x="2937825" y="3599700"/>
              <a:ext cx="7575" cy="38275"/>
            </a:xfrm>
            <a:custGeom>
              <a:avLst/>
              <a:gdLst/>
              <a:ahLst/>
              <a:cxnLst/>
              <a:rect l="l" t="t" r="r" b="b"/>
              <a:pathLst>
                <a:path w="303" h="1531" extrusionOk="0">
                  <a:moveTo>
                    <a:pt x="151" y="0"/>
                  </a:moveTo>
                  <a:cubicBezTo>
                    <a:pt x="0" y="0"/>
                    <a:pt x="0" y="454"/>
                    <a:pt x="0" y="454"/>
                  </a:cubicBezTo>
                  <a:lnTo>
                    <a:pt x="0" y="1530"/>
                  </a:lnTo>
                  <a:lnTo>
                    <a:pt x="0" y="1531"/>
                  </a:lnTo>
                  <a:lnTo>
                    <a:pt x="303" y="1531"/>
                  </a:lnTo>
                  <a:lnTo>
                    <a:pt x="303" y="398"/>
                  </a:lnTo>
                  <a:cubicBezTo>
                    <a:pt x="303" y="398"/>
                    <a:pt x="303" y="0"/>
                    <a:pt x="1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5566905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696"/>
        <p:cNvGrpSpPr/>
        <p:nvPr/>
      </p:nvGrpSpPr>
      <p:grpSpPr>
        <a:xfrm>
          <a:off x="0" y="0"/>
          <a:ext cx="0" cy="0"/>
          <a:chOff x="0" y="0"/>
          <a:chExt cx="0" cy="0"/>
        </a:xfrm>
      </p:grpSpPr>
      <p:sp>
        <p:nvSpPr>
          <p:cNvPr id="1802" name="Google Shape;1802;p64"/>
          <p:cNvSpPr/>
          <p:nvPr/>
        </p:nvSpPr>
        <p:spPr>
          <a:xfrm>
            <a:off x="0" y="4762650"/>
            <a:ext cx="9144000" cy="399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Box 3">
            <a:extLst>
              <a:ext uri="{FF2B5EF4-FFF2-40B4-BE49-F238E27FC236}">
                <a16:creationId xmlns:a16="http://schemas.microsoft.com/office/drawing/2014/main" id="{B8827054-74A2-9564-F64D-7A115702FAB4}"/>
              </a:ext>
            </a:extLst>
          </p:cNvPr>
          <p:cNvSpPr txBox="1"/>
          <p:nvPr/>
        </p:nvSpPr>
        <p:spPr>
          <a:xfrm>
            <a:off x="172720" y="894080"/>
            <a:ext cx="8798560" cy="369332"/>
          </a:xfrm>
          <a:prstGeom prst="rect">
            <a:avLst/>
          </a:prstGeom>
          <a:noFill/>
        </p:spPr>
        <p:txBody>
          <a:bodyPr wrap="square" rtlCol="0">
            <a:spAutoFit/>
          </a:bodyPr>
          <a:lstStyle/>
          <a:p>
            <a:pPr marL="457200" indent="-457200">
              <a:buFont typeface="+mj-lt"/>
              <a:buAutoNum type="arabicPeriod"/>
            </a:pPr>
            <a:endParaRPr lang="en-US" sz="1800" dirty="0">
              <a:cs typeface="+mj-cs"/>
            </a:endParaRPr>
          </a:p>
        </p:txBody>
      </p:sp>
      <p:sp>
        <p:nvSpPr>
          <p:cNvPr id="5" name="TextBox 4">
            <a:extLst>
              <a:ext uri="{FF2B5EF4-FFF2-40B4-BE49-F238E27FC236}">
                <a16:creationId xmlns:a16="http://schemas.microsoft.com/office/drawing/2014/main" id="{664DA561-54FE-B022-E520-3C50BDC46F61}"/>
              </a:ext>
            </a:extLst>
          </p:cNvPr>
          <p:cNvSpPr txBox="1"/>
          <p:nvPr/>
        </p:nvSpPr>
        <p:spPr>
          <a:xfrm>
            <a:off x="172720" y="263138"/>
            <a:ext cx="8798560" cy="630942"/>
          </a:xfrm>
          <a:prstGeom prst="rect">
            <a:avLst/>
          </a:prstGeom>
          <a:noFill/>
        </p:spPr>
        <p:txBody>
          <a:bodyPr wrap="square" rtlCol="0">
            <a:spAutoFit/>
          </a:bodyPr>
          <a:lstStyle/>
          <a:p>
            <a:r>
              <a:rPr lang="en-US" sz="3500" dirty="0">
                <a:solidFill>
                  <a:schemeClr val="tx1"/>
                </a:solidFill>
                <a:cs typeface="+mj-cs"/>
              </a:rPr>
              <a:t>We can conclude that :</a:t>
            </a:r>
          </a:p>
        </p:txBody>
      </p:sp>
      <p:sp>
        <p:nvSpPr>
          <p:cNvPr id="3" name="TextBox 2">
            <a:extLst>
              <a:ext uri="{FF2B5EF4-FFF2-40B4-BE49-F238E27FC236}">
                <a16:creationId xmlns:a16="http://schemas.microsoft.com/office/drawing/2014/main" id="{1504FEEF-CDC6-20CE-D5C0-73EFD5C75346}"/>
              </a:ext>
            </a:extLst>
          </p:cNvPr>
          <p:cNvSpPr txBox="1"/>
          <p:nvPr/>
        </p:nvSpPr>
        <p:spPr>
          <a:xfrm>
            <a:off x="151386" y="1089428"/>
            <a:ext cx="5473897" cy="3477875"/>
          </a:xfrm>
          <a:prstGeom prst="rect">
            <a:avLst/>
          </a:prstGeom>
          <a:noFill/>
        </p:spPr>
        <p:txBody>
          <a:bodyPr wrap="square" rtlCol="0">
            <a:spAutoFit/>
          </a:bodyPr>
          <a:lstStyle/>
          <a:p>
            <a:pPr marL="285750" indent="-285750">
              <a:buFont typeface="Arial" panose="020B0604020202020204" pitchFamily="34" charset="0"/>
              <a:buChar char="•"/>
            </a:pPr>
            <a:r>
              <a:rPr lang="en-US" sz="2000" dirty="0"/>
              <a:t>Hadith focuses on instructions, rules, and methods. While Quran focuses on concepts and events of the prayer.</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There are similarities and differences between both the linguist and contextual sides of the representation of the prayer in the Quran.</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ar-SA" sz="2000" dirty="0"/>
              <a:t>الصلاة والزكاة</a:t>
            </a:r>
            <a:r>
              <a:rPr lang="en-US" sz="2000" dirty="0"/>
              <a:t> are both two important pillars of the Islamic religion. </a:t>
            </a:r>
          </a:p>
        </p:txBody>
      </p:sp>
      <p:grpSp>
        <p:nvGrpSpPr>
          <p:cNvPr id="7" name="Google Shape;1716;p64">
            <a:extLst>
              <a:ext uri="{FF2B5EF4-FFF2-40B4-BE49-F238E27FC236}">
                <a16:creationId xmlns:a16="http://schemas.microsoft.com/office/drawing/2014/main" id="{30F8F828-6DB2-12D5-D56E-E41C2F756407}"/>
              </a:ext>
            </a:extLst>
          </p:cNvPr>
          <p:cNvGrpSpPr/>
          <p:nvPr/>
        </p:nvGrpSpPr>
        <p:grpSpPr>
          <a:xfrm>
            <a:off x="6666777" y="2093781"/>
            <a:ext cx="2475197" cy="2664875"/>
            <a:chOff x="2114341" y="-4495787"/>
            <a:chExt cx="3868099" cy="4164518"/>
          </a:xfrm>
        </p:grpSpPr>
        <p:sp>
          <p:nvSpPr>
            <p:cNvPr id="8" name="Google Shape;1717;p64">
              <a:extLst>
                <a:ext uri="{FF2B5EF4-FFF2-40B4-BE49-F238E27FC236}">
                  <a16:creationId xmlns:a16="http://schemas.microsoft.com/office/drawing/2014/main" id="{E7119820-7C3B-5FB4-6744-6EE0D0948C8D}"/>
                </a:ext>
              </a:extLst>
            </p:cNvPr>
            <p:cNvSpPr/>
            <p:nvPr/>
          </p:nvSpPr>
          <p:spPr>
            <a:xfrm>
              <a:off x="2343003" y="-2200463"/>
              <a:ext cx="31339" cy="439913"/>
            </a:xfrm>
            <a:custGeom>
              <a:avLst/>
              <a:gdLst/>
              <a:ahLst/>
              <a:cxnLst/>
              <a:rect l="l" t="t" r="r" b="b"/>
              <a:pathLst>
                <a:path w="216" h="3032" extrusionOk="0">
                  <a:moveTo>
                    <a:pt x="0" y="1"/>
                  </a:moveTo>
                  <a:lnTo>
                    <a:pt x="0" y="3031"/>
                  </a:lnTo>
                  <a:lnTo>
                    <a:pt x="215" y="3031"/>
                  </a:lnTo>
                  <a:lnTo>
                    <a:pt x="21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718;p64">
              <a:extLst>
                <a:ext uri="{FF2B5EF4-FFF2-40B4-BE49-F238E27FC236}">
                  <a16:creationId xmlns:a16="http://schemas.microsoft.com/office/drawing/2014/main" id="{F4813862-3059-1D84-AF7F-F83AF9A6E633}"/>
                </a:ext>
              </a:extLst>
            </p:cNvPr>
            <p:cNvSpPr/>
            <p:nvPr/>
          </p:nvSpPr>
          <p:spPr>
            <a:xfrm>
              <a:off x="2317322" y="-2339459"/>
              <a:ext cx="73706" cy="74576"/>
            </a:xfrm>
            <a:custGeom>
              <a:avLst/>
              <a:gdLst/>
              <a:ahLst/>
              <a:cxnLst/>
              <a:rect l="l" t="t" r="r" b="b"/>
              <a:pathLst>
                <a:path w="508" h="514" extrusionOk="0">
                  <a:moveTo>
                    <a:pt x="253" y="0"/>
                  </a:moveTo>
                  <a:cubicBezTo>
                    <a:pt x="253" y="0"/>
                    <a:pt x="235" y="221"/>
                    <a:pt x="184" y="350"/>
                  </a:cubicBezTo>
                  <a:lnTo>
                    <a:pt x="114" y="395"/>
                  </a:lnTo>
                  <a:cubicBezTo>
                    <a:pt x="66" y="422"/>
                    <a:pt x="26" y="462"/>
                    <a:pt x="0" y="509"/>
                  </a:cubicBezTo>
                  <a:cubicBezTo>
                    <a:pt x="91" y="460"/>
                    <a:pt x="176" y="442"/>
                    <a:pt x="251" y="442"/>
                  </a:cubicBezTo>
                  <a:cubicBezTo>
                    <a:pt x="358" y="442"/>
                    <a:pt x="446" y="478"/>
                    <a:pt x="508" y="513"/>
                  </a:cubicBezTo>
                  <a:cubicBezTo>
                    <a:pt x="480" y="462"/>
                    <a:pt x="376" y="385"/>
                    <a:pt x="325" y="358"/>
                  </a:cubicBezTo>
                  <a:cubicBezTo>
                    <a:pt x="256" y="283"/>
                    <a:pt x="253" y="0"/>
                    <a:pt x="25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19;p64">
              <a:extLst>
                <a:ext uri="{FF2B5EF4-FFF2-40B4-BE49-F238E27FC236}">
                  <a16:creationId xmlns:a16="http://schemas.microsoft.com/office/drawing/2014/main" id="{3B9806A7-9ED7-6E8F-626D-FC48AA39DB1C}"/>
                </a:ext>
              </a:extLst>
            </p:cNvPr>
            <p:cNvSpPr/>
            <p:nvPr/>
          </p:nvSpPr>
          <p:spPr>
            <a:xfrm>
              <a:off x="2311519" y="-2275329"/>
              <a:ext cx="84878" cy="73416"/>
            </a:xfrm>
            <a:custGeom>
              <a:avLst/>
              <a:gdLst/>
              <a:ahLst/>
              <a:cxnLst/>
              <a:rect l="l" t="t" r="r" b="b"/>
              <a:pathLst>
                <a:path w="585" h="506" extrusionOk="0">
                  <a:moveTo>
                    <a:pt x="292" y="0"/>
                  </a:moveTo>
                  <a:cubicBezTo>
                    <a:pt x="216" y="0"/>
                    <a:pt x="131" y="18"/>
                    <a:pt x="40" y="67"/>
                  </a:cubicBezTo>
                  <a:cubicBezTo>
                    <a:pt x="15" y="109"/>
                    <a:pt x="1" y="158"/>
                    <a:pt x="1" y="212"/>
                  </a:cubicBezTo>
                  <a:cubicBezTo>
                    <a:pt x="1" y="373"/>
                    <a:pt x="132" y="505"/>
                    <a:pt x="293" y="505"/>
                  </a:cubicBezTo>
                  <a:cubicBezTo>
                    <a:pt x="455" y="505"/>
                    <a:pt x="584" y="373"/>
                    <a:pt x="584" y="212"/>
                  </a:cubicBezTo>
                  <a:cubicBezTo>
                    <a:pt x="584" y="158"/>
                    <a:pt x="570" y="112"/>
                    <a:pt x="548" y="70"/>
                  </a:cubicBezTo>
                  <a:cubicBezTo>
                    <a:pt x="486" y="35"/>
                    <a:pt x="398" y="0"/>
                    <a:pt x="2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20;p64">
              <a:extLst>
                <a:ext uri="{FF2B5EF4-FFF2-40B4-BE49-F238E27FC236}">
                  <a16:creationId xmlns:a16="http://schemas.microsoft.com/office/drawing/2014/main" id="{E0F2F461-F0F5-DA7E-E1F0-971E48A46159}"/>
                </a:ext>
              </a:extLst>
            </p:cNvPr>
            <p:cNvSpPr/>
            <p:nvPr/>
          </p:nvSpPr>
          <p:spPr>
            <a:xfrm>
              <a:off x="2347066" y="-2351356"/>
              <a:ext cx="14799" cy="15089"/>
            </a:xfrm>
            <a:custGeom>
              <a:avLst/>
              <a:gdLst/>
              <a:ahLst/>
              <a:cxnLst/>
              <a:rect l="l" t="t" r="r" b="b"/>
              <a:pathLst>
                <a:path w="102" h="104" extrusionOk="0">
                  <a:moveTo>
                    <a:pt x="51" y="1"/>
                  </a:moveTo>
                  <a:cubicBezTo>
                    <a:pt x="23" y="1"/>
                    <a:pt x="1" y="24"/>
                    <a:pt x="1" y="53"/>
                  </a:cubicBezTo>
                  <a:cubicBezTo>
                    <a:pt x="1" y="81"/>
                    <a:pt x="23" y="103"/>
                    <a:pt x="51" y="103"/>
                  </a:cubicBezTo>
                  <a:cubicBezTo>
                    <a:pt x="79" y="103"/>
                    <a:pt x="102" y="81"/>
                    <a:pt x="102" y="53"/>
                  </a:cubicBezTo>
                  <a:cubicBezTo>
                    <a:pt x="102" y="24"/>
                    <a:pt x="79" y="1"/>
                    <a:pt x="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21;p64">
              <a:extLst>
                <a:ext uri="{FF2B5EF4-FFF2-40B4-BE49-F238E27FC236}">
                  <a16:creationId xmlns:a16="http://schemas.microsoft.com/office/drawing/2014/main" id="{66CAFCF3-9283-DD12-FEFF-F5B2450F4946}"/>
                </a:ext>
              </a:extLst>
            </p:cNvPr>
            <p:cNvSpPr/>
            <p:nvPr/>
          </p:nvSpPr>
          <p:spPr>
            <a:xfrm>
              <a:off x="2327043" y="-2215987"/>
              <a:ext cx="62969" cy="31630"/>
            </a:xfrm>
            <a:custGeom>
              <a:avLst/>
              <a:gdLst/>
              <a:ahLst/>
              <a:cxnLst/>
              <a:rect l="l" t="t" r="r" b="b"/>
              <a:pathLst>
                <a:path w="434" h="218" extrusionOk="0">
                  <a:moveTo>
                    <a:pt x="20" y="1"/>
                  </a:moveTo>
                  <a:cubicBezTo>
                    <a:pt x="5" y="1"/>
                    <a:pt x="1" y="56"/>
                    <a:pt x="1" y="71"/>
                  </a:cubicBezTo>
                  <a:lnTo>
                    <a:pt x="1" y="143"/>
                  </a:lnTo>
                  <a:cubicBezTo>
                    <a:pt x="1" y="160"/>
                    <a:pt x="5" y="217"/>
                    <a:pt x="20" y="217"/>
                  </a:cubicBezTo>
                  <a:lnTo>
                    <a:pt x="351" y="217"/>
                  </a:lnTo>
                  <a:cubicBezTo>
                    <a:pt x="366" y="217"/>
                    <a:pt x="434" y="161"/>
                    <a:pt x="434" y="143"/>
                  </a:cubicBezTo>
                  <a:lnTo>
                    <a:pt x="434" y="71"/>
                  </a:lnTo>
                  <a:cubicBezTo>
                    <a:pt x="434" y="56"/>
                    <a:pt x="366" y="1"/>
                    <a:pt x="3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722;p64">
              <a:extLst>
                <a:ext uri="{FF2B5EF4-FFF2-40B4-BE49-F238E27FC236}">
                  <a16:creationId xmlns:a16="http://schemas.microsoft.com/office/drawing/2014/main" id="{66AD0A20-8272-506C-D33C-9EAD2D705BA8}"/>
                </a:ext>
              </a:extLst>
            </p:cNvPr>
            <p:cNvSpPr/>
            <p:nvPr/>
          </p:nvSpPr>
          <p:spPr>
            <a:xfrm>
              <a:off x="2562670" y="-2200463"/>
              <a:ext cx="47444" cy="439913"/>
            </a:xfrm>
            <a:custGeom>
              <a:avLst/>
              <a:gdLst/>
              <a:ahLst/>
              <a:cxnLst/>
              <a:rect l="l" t="t" r="r" b="b"/>
              <a:pathLst>
                <a:path w="327" h="3032" extrusionOk="0">
                  <a:moveTo>
                    <a:pt x="0" y="1"/>
                  </a:moveTo>
                  <a:lnTo>
                    <a:pt x="0" y="3031"/>
                  </a:lnTo>
                  <a:lnTo>
                    <a:pt x="326" y="3031"/>
                  </a:lnTo>
                  <a:lnTo>
                    <a:pt x="32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723;p64">
              <a:extLst>
                <a:ext uri="{FF2B5EF4-FFF2-40B4-BE49-F238E27FC236}">
                  <a16:creationId xmlns:a16="http://schemas.microsoft.com/office/drawing/2014/main" id="{61B2B6AB-2AB5-89E0-D357-BC2B7BEB168F}"/>
                </a:ext>
              </a:extLst>
            </p:cNvPr>
            <p:cNvSpPr/>
            <p:nvPr/>
          </p:nvSpPr>
          <p:spPr>
            <a:xfrm>
              <a:off x="2552078" y="-2339459"/>
              <a:ext cx="73851" cy="74576"/>
            </a:xfrm>
            <a:custGeom>
              <a:avLst/>
              <a:gdLst/>
              <a:ahLst/>
              <a:cxnLst/>
              <a:rect l="l" t="t" r="r" b="b"/>
              <a:pathLst>
                <a:path w="509" h="514" extrusionOk="0">
                  <a:moveTo>
                    <a:pt x="255" y="0"/>
                  </a:moveTo>
                  <a:cubicBezTo>
                    <a:pt x="255" y="0"/>
                    <a:pt x="238" y="221"/>
                    <a:pt x="186" y="350"/>
                  </a:cubicBezTo>
                  <a:lnTo>
                    <a:pt x="114" y="395"/>
                  </a:lnTo>
                  <a:cubicBezTo>
                    <a:pt x="66" y="422"/>
                    <a:pt x="27" y="462"/>
                    <a:pt x="0" y="509"/>
                  </a:cubicBezTo>
                  <a:cubicBezTo>
                    <a:pt x="91" y="460"/>
                    <a:pt x="176" y="442"/>
                    <a:pt x="252" y="442"/>
                  </a:cubicBezTo>
                  <a:cubicBezTo>
                    <a:pt x="358" y="442"/>
                    <a:pt x="447" y="478"/>
                    <a:pt x="509" y="513"/>
                  </a:cubicBezTo>
                  <a:cubicBezTo>
                    <a:pt x="481" y="462"/>
                    <a:pt x="378" y="385"/>
                    <a:pt x="326" y="358"/>
                  </a:cubicBezTo>
                  <a:cubicBezTo>
                    <a:pt x="259" y="283"/>
                    <a:pt x="255" y="0"/>
                    <a:pt x="2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24;p64">
              <a:extLst>
                <a:ext uri="{FF2B5EF4-FFF2-40B4-BE49-F238E27FC236}">
                  <a16:creationId xmlns:a16="http://schemas.microsoft.com/office/drawing/2014/main" id="{A2DFADB4-66EB-59B5-278E-3347085F336B}"/>
                </a:ext>
              </a:extLst>
            </p:cNvPr>
            <p:cNvSpPr/>
            <p:nvPr/>
          </p:nvSpPr>
          <p:spPr>
            <a:xfrm>
              <a:off x="2546274" y="-2275329"/>
              <a:ext cx="84878" cy="73416"/>
            </a:xfrm>
            <a:custGeom>
              <a:avLst/>
              <a:gdLst/>
              <a:ahLst/>
              <a:cxnLst/>
              <a:rect l="l" t="t" r="r" b="b"/>
              <a:pathLst>
                <a:path w="585" h="506" extrusionOk="0">
                  <a:moveTo>
                    <a:pt x="292" y="0"/>
                  </a:moveTo>
                  <a:cubicBezTo>
                    <a:pt x="217" y="0"/>
                    <a:pt x="132" y="18"/>
                    <a:pt x="40" y="67"/>
                  </a:cubicBezTo>
                  <a:cubicBezTo>
                    <a:pt x="15" y="109"/>
                    <a:pt x="1" y="158"/>
                    <a:pt x="1" y="212"/>
                  </a:cubicBezTo>
                  <a:cubicBezTo>
                    <a:pt x="1" y="373"/>
                    <a:pt x="132" y="505"/>
                    <a:pt x="293" y="505"/>
                  </a:cubicBezTo>
                  <a:cubicBezTo>
                    <a:pt x="455" y="505"/>
                    <a:pt x="584" y="373"/>
                    <a:pt x="584" y="212"/>
                  </a:cubicBezTo>
                  <a:cubicBezTo>
                    <a:pt x="584" y="158"/>
                    <a:pt x="570" y="112"/>
                    <a:pt x="548" y="70"/>
                  </a:cubicBezTo>
                  <a:cubicBezTo>
                    <a:pt x="486" y="35"/>
                    <a:pt x="398" y="0"/>
                    <a:pt x="2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25;p64">
              <a:extLst>
                <a:ext uri="{FF2B5EF4-FFF2-40B4-BE49-F238E27FC236}">
                  <a16:creationId xmlns:a16="http://schemas.microsoft.com/office/drawing/2014/main" id="{AF6F0A4A-BB7E-6258-A65C-DB869CE7504B}"/>
                </a:ext>
              </a:extLst>
            </p:cNvPr>
            <p:cNvSpPr/>
            <p:nvPr/>
          </p:nvSpPr>
          <p:spPr>
            <a:xfrm>
              <a:off x="2581821" y="-2351356"/>
              <a:ext cx="14944" cy="15089"/>
            </a:xfrm>
            <a:custGeom>
              <a:avLst/>
              <a:gdLst/>
              <a:ahLst/>
              <a:cxnLst/>
              <a:rect l="l" t="t" r="r" b="b"/>
              <a:pathLst>
                <a:path w="103" h="104" extrusionOk="0">
                  <a:moveTo>
                    <a:pt x="51" y="1"/>
                  </a:moveTo>
                  <a:cubicBezTo>
                    <a:pt x="23" y="1"/>
                    <a:pt x="0" y="24"/>
                    <a:pt x="0" y="53"/>
                  </a:cubicBezTo>
                  <a:cubicBezTo>
                    <a:pt x="0" y="81"/>
                    <a:pt x="23" y="103"/>
                    <a:pt x="51" y="103"/>
                  </a:cubicBezTo>
                  <a:cubicBezTo>
                    <a:pt x="79" y="103"/>
                    <a:pt x="103" y="81"/>
                    <a:pt x="103" y="53"/>
                  </a:cubicBezTo>
                  <a:cubicBezTo>
                    <a:pt x="103" y="24"/>
                    <a:pt x="79" y="1"/>
                    <a:pt x="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26;p64">
              <a:extLst>
                <a:ext uri="{FF2B5EF4-FFF2-40B4-BE49-F238E27FC236}">
                  <a16:creationId xmlns:a16="http://schemas.microsoft.com/office/drawing/2014/main" id="{328FD687-98D4-0519-C9E8-D8FFF795EE17}"/>
                </a:ext>
              </a:extLst>
            </p:cNvPr>
            <p:cNvSpPr/>
            <p:nvPr/>
          </p:nvSpPr>
          <p:spPr>
            <a:xfrm>
              <a:off x="2563105" y="-2216133"/>
              <a:ext cx="62679" cy="16250"/>
            </a:xfrm>
            <a:custGeom>
              <a:avLst/>
              <a:gdLst/>
              <a:ahLst/>
              <a:cxnLst/>
              <a:rect l="l" t="t" r="r" b="b"/>
              <a:pathLst>
                <a:path w="432" h="112" extrusionOk="0">
                  <a:moveTo>
                    <a:pt x="28" y="0"/>
                  </a:moveTo>
                  <a:cubicBezTo>
                    <a:pt x="11" y="0"/>
                    <a:pt x="0" y="13"/>
                    <a:pt x="0" y="30"/>
                  </a:cubicBezTo>
                  <a:lnTo>
                    <a:pt x="0" y="81"/>
                  </a:lnTo>
                  <a:cubicBezTo>
                    <a:pt x="0" y="97"/>
                    <a:pt x="11" y="111"/>
                    <a:pt x="28" y="111"/>
                  </a:cubicBezTo>
                  <a:lnTo>
                    <a:pt x="403" y="111"/>
                  </a:lnTo>
                  <a:cubicBezTo>
                    <a:pt x="419" y="111"/>
                    <a:pt x="432" y="99"/>
                    <a:pt x="432" y="81"/>
                  </a:cubicBezTo>
                  <a:lnTo>
                    <a:pt x="432" y="30"/>
                  </a:lnTo>
                  <a:cubicBezTo>
                    <a:pt x="432" y="14"/>
                    <a:pt x="419" y="0"/>
                    <a:pt x="4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727;p64">
              <a:extLst>
                <a:ext uri="{FF2B5EF4-FFF2-40B4-BE49-F238E27FC236}">
                  <a16:creationId xmlns:a16="http://schemas.microsoft.com/office/drawing/2014/main" id="{40B22B3E-7C4E-6D60-D4A0-34DDF4B9003C}"/>
                </a:ext>
              </a:extLst>
            </p:cNvPr>
            <p:cNvSpPr/>
            <p:nvPr/>
          </p:nvSpPr>
          <p:spPr>
            <a:xfrm>
              <a:off x="5719538" y="-2200463"/>
              <a:ext cx="47299" cy="439913"/>
            </a:xfrm>
            <a:custGeom>
              <a:avLst/>
              <a:gdLst/>
              <a:ahLst/>
              <a:cxnLst/>
              <a:rect l="l" t="t" r="r" b="b"/>
              <a:pathLst>
                <a:path w="326" h="3032" extrusionOk="0">
                  <a:moveTo>
                    <a:pt x="1" y="1"/>
                  </a:moveTo>
                  <a:lnTo>
                    <a:pt x="1" y="3031"/>
                  </a:lnTo>
                  <a:lnTo>
                    <a:pt x="325" y="3031"/>
                  </a:lnTo>
                  <a:lnTo>
                    <a:pt x="3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728;p64">
              <a:extLst>
                <a:ext uri="{FF2B5EF4-FFF2-40B4-BE49-F238E27FC236}">
                  <a16:creationId xmlns:a16="http://schemas.microsoft.com/office/drawing/2014/main" id="{BC0B7E61-9C62-320A-6E4F-34F97064FB08}"/>
                </a:ext>
              </a:extLst>
            </p:cNvPr>
            <p:cNvSpPr/>
            <p:nvPr/>
          </p:nvSpPr>
          <p:spPr>
            <a:xfrm>
              <a:off x="5705899" y="-2339459"/>
              <a:ext cx="73706" cy="74576"/>
            </a:xfrm>
            <a:custGeom>
              <a:avLst/>
              <a:gdLst/>
              <a:ahLst/>
              <a:cxnLst/>
              <a:rect l="l" t="t" r="r" b="b"/>
              <a:pathLst>
                <a:path w="508" h="514" extrusionOk="0">
                  <a:moveTo>
                    <a:pt x="255" y="0"/>
                  </a:moveTo>
                  <a:cubicBezTo>
                    <a:pt x="255" y="0"/>
                    <a:pt x="252" y="283"/>
                    <a:pt x="183" y="358"/>
                  </a:cubicBezTo>
                  <a:cubicBezTo>
                    <a:pt x="133" y="385"/>
                    <a:pt x="29" y="462"/>
                    <a:pt x="1" y="513"/>
                  </a:cubicBezTo>
                  <a:cubicBezTo>
                    <a:pt x="62" y="478"/>
                    <a:pt x="150" y="442"/>
                    <a:pt x="256" y="442"/>
                  </a:cubicBezTo>
                  <a:cubicBezTo>
                    <a:pt x="332" y="442"/>
                    <a:pt x="417" y="460"/>
                    <a:pt x="508" y="509"/>
                  </a:cubicBezTo>
                  <a:cubicBezTo>
                    <a:pt x="481" y="462"/>
                    <a:pt x="440" y="422"/>
                    <a:pt x="394" y="395"/>
                  </a:cubicBezTo>
                  <a:lnTo>
                    <a:pt x="324" y="350"/>
                  </a:lnTo>
                  <a:cubicBezTo>
                    <a:pt x="273" y="221"/>
                    <a:pt x="255" y="0"/>
                    <a:pt x="2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29;p64">
              <a:extLst>
                <a:ext uri="{FF2B5EF4-FFF2-40B4-BE49-F238E27FC236}">
                  <a16:creationId xmlns:a16="http://schemas.microsoft.com/office/drawing/2014/main" id="{3A379F89-12EB-22E7-409C-F5CDDB214F60}"/>
                </a:ext>
              </a:extLst>
            </p:cNvPr>
            <p:cNvSpPr/>
            <p:nvPr/>
          </p:nvSpPr>
          <p:spPr>
            <a:xfrm>
              <a:off x="5700531" y="-2275329"/>
              <a:ext cx="84878" cy="73416"/>
            </a:xfrm>
            <a:custGeom>
              <a:avLst/>
              <a:gdLst/>
              <a:ahLst/>
              <a:cxnLst/>
              <a:rect l="l" t="t" r="r" b="b"/>
              <a:pathLst>
                <a:path w="585" h="506" extrusionOk="0">
                  <a:moveTo>
                    <a:pt x="293" y="0"/>
                  </a:moveTo>
                  <a:cubicBezTo>
                    <a:pt x="187" y="0"/>
                    <a:pt x="99" y="35"/>
                    <a:pt x="38" y="70"/>
                  </a:cubicBezTo>
                  <a:cubicBezTo>
                    <a:pt x="15" y="112"/>
                    <a:pt x="1" y="158"/>
                    <a:pt x="1" y="212"/>
                  </a:cubicBezTo>
                  <a:cubicBezTo>
                    <a:pt x="1" y="373"/>
                    <a:pt x="130" y="505"/>
                    <a:pt x="292" y="505"/>
                  </a:cubicBezTo>
                  <a:cubicBezTo>
                    <a:pt x="454" y="505"/>
                    <a:pt x="584" y="373"/>
                    <a:pt x="584" y="212"/>
                  </a:cubicBezTo>
                  <a:cubicBezTo>
                    <a:pt x="584" y="158"/>
                    <a:pt x="570" y="109"/>
                    <a:pt x="545" y="67"/>
                  </a:cubicBezTo>
                  <a:cubicBezTo>
                    <a:pt x="454" y="18"/>
                    <a:pt x="368" y="0"/>
                    <a:pt x="2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730;p64">
              <a:extLst>
                <a:ext uri="{FF2B5EF4-FFF2-40B4-BE49-F238E27FC236}">
                  <a16:creationId xmlns:a16="http://schemas.microsoft.com/office/drawing/2014/main" id="{8EA7E90C-126B-C572-AD88-B424F34A1E44}"/>
                </a:ext>
              </a:extLst>
            </p:cNvPr>
            <p:cNvSpPr/>
            <p:nvPr/>
          </p:nvSpPr>
          <p:spPr>
            <a:xfrm>
              <a:off x="5734917" y="-2351356"/>
              <a:ext cx="14944" cy="15089"/>
            </a:xfrm>
            <a:custGeom>
              <a:avLst/>
              <a:gdLst/>
              <a:ahLst/>
              <a:cxnLst/>
              <a:rect l="l" t="t" r="r" b="b"/>
              <a:pathLst>
                <a:path w="103" h="104" extrusionOk="0">
                  <a:moveTo>
                    <a:pt x="52" y="1"/>
                  </a:moveTo>
                  <a:cubicBezTo>
                    <a:pt x="24" y="1"/>
                    <a:pt x="0" y="24"/>
                    <a:pt x="0" y="53"/>
                  </a:cubicBezTo>
                  <a:cubicBezTo>
                    <a:pt x="0" y="81"/>
                    <a:pt x="24" y="103"/>
                    <a:pt x="52" y="103"/>
                  </a:cubicBezTo>
                  <a:cubicBezTo>
                    <a:pt x="80" y="103"/>
                    <a:pt x="103" y="81"/>
                    <a:pt x="103" y="53"/>
                  </a:cubicBezTo>
                  <a:cubicBezTo>
                    <a:pt x="103" y="24"/>
                    <a:pt x="80" y="1"/>
                    <a:pt x="5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731;p64">
              <a:extLst>
                <a:ext uri="{FF2B5EF4-FFF2-40B4-BE49-F238E27FC236}">
                  <a16:creationId xmlns:a16="http://schemas.microsoft.com/office/drawing/2014/main" id="{E8259990-47C0-FD17-2C21-AA23627F4A3E}"/>
                </a:ext>
              </a:extLst>
            </p:cNvPr>
            <p:cNvSpPr/>
            <p:nvPr/>
          </p:nvSpPr>
          <p:spPr>
            <a:xfrm>
              <a:off x="5719973" y="-2216133"/>
              <a:ext cx="62824" cy="16250"/>
            </a:xfrm>
            <a:custGeom>
              <a:avLst/>
              <a:gdLst/>
              <a:ahLst/>
              <a:cxnLst/>
              <a:rect l="l" t="t" r="r" b="b"/>
              <a:pathLst>
                <a:path w="433" h="112" extrusionOk="0">
                  <a:moveTo>
                    <a:pt x="29" y="0"/>
                  </a:moveTo>
                  <a:cubicBezTo>
                    <a:pt x="12" y="0"/>
                    <a:pt x="1" y="14"/>
                    <a:pt x="1" y="30"/>
                  </a:cubicBezTo>
                  <a:lnTo>
                    <a:pt x="1" y="81"/>
                  </a:lnTo>
                  <a:cubicBezTo>
                    <a:pt x="1" y="99"/>
                    <a:pt x="12" y="111"/>
                    <a:pt x="29" y="111"/>
                  </a:cubicBezTo>
                  <a:lnTo>
                    <a:pt x="404" y="111"/>
                  </a:lnTo>
                  <a:cubicBezTo>
                    <a:pt x="419" y="111"/>
                    <a:pt x="432" y="97"/>
                    <a:pt x="432" y="81"/>
                  </a:cubicBezTo>
                  <a:lnTo>
                    <a:pt x="432" y="30"/>
                  </a:lnTo>
                  <a:cubicBezTo>
                    <a:pt x="432" y="13"/>
                    <a:pt x="419" y="0"/>
                    <a:pt x="4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732;p64">
              <a:extLst>
                <a:ext uri="{FF2B5EF4-FFF2-40B4-BE49-F238E27FC236}">
                  <a16:creationId xmlns:a16="http://schemas.microsoft.com/office/drawing/2014/main" id="{DCCE09CF-5A47-93AA-1F00-502E05574D6D}"/>
                </a:ext>
              </a:extLst>
            </p:cNvPr>
            <p:cNvSpPr/>
            <p:nvPr/>
          </p:nvSpPr>
          <p:spPr>
            <a:xfrm>
              <a:off x="5484057" y="-2200463"/>
              <a:ext cx="47444" cy="439913"/>
            </a:xfrm>
            <a:custGeom>
              <a:avLst/>
              <a:gdLst/>
              <a:ahLst/>
              <a:cxnLst/>
              <a:rect l="l" t="t" r="r" b="b"/>
              <a:pathLst>
                <a:path w="327" h="3032" extrusionOk="0">
                  <a:moveTo>
                    <a:pt x="0" y="1"/>
                  </a:moveTo>
                  <a:lnTo>
                    <a:pt x="0" y="3031"/>
                  </a:lnTo>
                  <a:lnTo>
                    <a:pt x="326" y="3031"/>
                  </a:lnTo>
                  <a:lnTo>
                    <a:pt x="32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733;p64">
              <a:extLst>
                <a:ext uri="{FF2B5EF4-FFF2-40B4-BE49-F238E27FC236}">
                  <a16:creationId xmlns:a16="http://schemas.microsoft.com/office/drawing/2014/main" id="{A1E9CED6-C4B4-1AA2-C0BD-A97466ECA9AB}"/>
                </a:ext>
              </a:extLst>
            </p:cNvPr>
            <p:cNvSpPr/>
            <p:nvPr/>
          </p:nvSpPr>
          <p:spPr>
            <a:xfrm>
              <a:off x="5471144" y="-2339459"/>
              <a:ext cx="73851" cy="74576"/>
            </a:xfrm>
            <a:custGeom>
              <a:avLst/>
              <a:gdLst/>
              <a:ahLst/>
              <a:cxnLst/>
              <a:rect l="l" t="t" r="r" b="b"/>
              <a:pathLst>
                <a:path w="509" h="514" extrusionOk="0">
                  <a:moveTo>
                    <a:pt x="255" y="0"/>
                  </a:moveTo>
                  <a:cubicBezTo>
                    <a:pt x="255" y="0"/>
                    <a:pt x="251" y="283"/>
                    <a:pt x="183" y="358"/>
                  </a:cubicBezTo>
                  <a:cubicBezTo>
                    <a:pt x="131" y="385"/>
                    <a:pt x="29" y="462"/>
                    <a:pt x="1" y="513"/>
                  </a:cubicBezTo>
                  <a:cubicBezTo>
                    <a:pt x="62" y="478"/>
                    <a:pt x="150" y="442"/>
                    <a:pt x="256" y="442"/>
                  </a:cubicBezTo>
                  <a:cubicBezTo>
                    <a:pt x="332" y="442"/>
                    <a:pt x="417" y="460"/>
                    <a:pt x="508" y="509"/>
                  </a:cubicBezTo>
                  <a:cubicBezTo>
                    <a:pt x="481" y="462"/>
                    <a:pt x="441" y="422"/>
                    <a:pt x="394" y="395"/>
                  </a:cubicBezTo>
                  <a:lnTo>
                    <a:pt x="324" y="350"/>
                  </a:lnTo>
                  <a:cubicBezTo>
                    <a:pt x="272" y="221"/>
                    <a:pt x="255" y="0"/>
                    <a:pt x="2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734;p64">
              <a:extLst>
                <a:ext uri="{FF2B5EF4-FFF2-40B4-BE49-F238E27FC236}">
                  <a16:creationId xmlns:a16="http://schemas.microsoft.com/office/drawing/2014/main" id="{B48D988E-E4B8-D224-741A-C73B74D34EB0}"/>
                </a:ext>
              </a:extLst>
            </p:cNvPr>
            <p:cNvSpPr/>
            <p:nvPr/>
          </p:nvSpPr>
          <p:spPr>
            <a:xfrm>
              <a:off x="5465485" y="-2275329"/>
              <a:ext cx="84733" cy="73416"/>
            </a:xfrm>
            <a:custGeom>
              <a:avLst/>
              <a:gdLst/>
              <a:ahLst/>
              <a:cxnLst/>
              <a:rect l="l" t="t" r="r" b="b"/>
              <a:pathLst>
                <a:path w="584" h="506" extrusionOk="0">
                  <a:moveTo>
                    <a:pt x="294" y="0"/>
                  </a:moveTo>
                  <a:cubicBezTo>
                    <a:pt x="188" y="0"/>
                    <a:pt x="100" y="35"/>
                    <a:pt x="37" y="70"/>
                  </a:cubicBezTo>
                  <a:cubicBezTo>
                    <a:pt x="14" y="112"/>
                    <a:pt x="0" y="158"/>
                    <a:pt x="0" y="212"/>
                  </a:cubicBezTo>
                  <a:cubicBezTo>
                    <a:pt x="0" y="373"/>
                    <a:pt x="131" y="505"/>
                    <a:pt x="293" y="505"/>
                  </a:cubicBezTo>
                  <a:cubicBezTo>
                    <a:pt x="454" y="505"/>
                    <a:pt x="584" y="373"/>
                    <a:pt x="584" y="212"/>
                  </a:cubicBezTo>
                  <a:cubicBezTo>
                    <a:pt x="584" y="158"/>
                    <a:pt x="570" y="109"/>
                    <a:pt x="546" y="67"/>
                  </a:cubicBezTo>
                  <a:cubicBezTo>
                    <a:pt x="455" y="18"/>
                    <a:pt x="370" y="0"/>
                    <a:pt x="2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735;p64">
              <a:extLst>
                <a:ext uri="{FF2B5EF4-FFF2-40B4-BE49-F238E27FC236}">
                  <a16:creationId xmlns:a16="http://schemas.microsoft.com/office/drawing/2014/main" id="{DF2BE486-E203-FDE0-3330-4D325FC192C4}"/>
                </a:ext>
              </a:extLst>
            </p:cNvPr>
            <p:cNvSpPr/>
            <p:nvPr/>
          </p:nvSpPr>
          <p:spPr>
            <a:xfrm>
              <a:off x="5500162" y="-2351356"/>
              <a:ext cx="14944" cy="15089"/>
            </a:xfrm>
            <a:custGeom>
              <a:avLst/>
              <a:gdLst/>
              <a:ahLst/>
              <a:cxnLst/>
              <a:rect l="l" t="t" r="r" b="b"/>
              <a:pathLst>
                <a:path w="103" h="104" extrusionOk="0">
                  <a:moveTo>
                    <a:pt x="51" y="1"/>
                  </a:moveTo>
                  <a:cubicBezTo>
                    <a:pt x="23" y="1"/>
                    <a:pt x="0" y="24"/>
                    <a:pt x="0" y="53"/>
                  </a:cubicBezTo>
                  <a:cubicBezTo>
                    <a:pt x="0" y="81"/>
                    <a:pt x="23" y="103"/>
                    <a:pt x="51" y="103"/>
                  </a:cubicBezTo>
                  <a:cubicBezTo>
                    <a:pt x="79" y="103"/>
                    <a:pt x="103" y="81"/>
                    <a:pt x="103" y="53"/>
                  </a:cubicBezTo>
                  <a:cubicBezTo>
                    <a:pt x="103" y="24"/>
                    <a:pt x="79" y="1"/>
                    <a:pt x="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736;p64">
              <a:extLst>
                <a:ext uri="{FF2B5EF4-FFF2-40B4-BE49-F238E27FC236}">
                  <a16:creationId xmlns:a16="http://schemas.microsoft.com/office/drawing/2014/main" id="{B55D0737-DDF3-C876-7DD1-65F2A8772B35}"/>
                </a:ext>
              </a:extLst>
            </p:cNvPr>
            <p:cNvSpPr/>
            <p:nvPr/>
          </p:nvSpPr>
          <p:spPr>
            <a:xfrm>
              <a:off x="5484492" y="-2216133"/>
              <a:ext cx="62679" cy="16250"/>
            </a:xfrm>
            <a:custGeom>
              <a:avLst/>
              <a:gdLst/>
              <a:ahLst/>
              <a:cxnLst/>
              <a:rect l="l" t="t" r="r" b="b"/>
              <a:pathLst>
                <a:path w="432" h="112" extrusionOk="0">
                  <a:moveTo>
                    <a:pt x="28" y="0"/>
                  </a:moveTo>
                  <a:cubicBezTo>
                    <a:pt x="11" y="0"/>
                    <a:pt x="0" y="14"/>
                    <a:pt x="0" y="30"/>
                  </a:cubicBezTo>
                  <a:lnTo>
                    <a:pt x="0" y="81"/>
                  </a:lnTo>
                  <a:cubicBezTo>
                    <a:pt x="0" y="99"/>
                    <a:pt x="11" y="111"/>
                    <a:pt x="28" y="111"/>
                  </a:cubicBezTo>
                  <a:lnTo>
                    <a:pt x="403" y="111"/>
                  </a:lnTo>
                  <a:cubicBezTo>
                    <a:pt x="419" y="111"/>
                    <a:pt x="432" y="97"/>
                    <a:pt x="432" y="81"/>
                  </a:cubicBezTo>
                  <a:lnTo>
                    <a:pt x="432" y="30"/>
                  </a:lnTo>
                  <a:cubicBezTo>
                    <a:pt x="432" y="13"/>
                    <a:pt x="419" y="0"/>
                    <a:pt x="4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737;p64">
              <a:extLst>
                <a:ext uri="{FF2B5EF4-FFF2-40B4-BE49-F238E27FC236}">
                  <a16:creationId xmlns:a16="http://schemas.microsoft.com/office/drawing/2014/main" id="{41D2ED4E-9C4E-320F-992E-895E7FE9DFDC}"/>
                </a:ext>
              </a:extLst>
            </p:cNvPr>
            <p:cNvSpPr/>
            <p:nvPr/>
          </p:nvSpPr>
          <p:spPr>
            <a:xfrm>
              <a:off x="5468532" y="-1870528"/>
              <a:ext cx="455728" cy="1539260"/>
            </a:xfrm>
            <a:custGeom>
              <a:avLst/>
              <a:gdLst/>
              <a:ahLst/>
              <a:cxnLst/>
              <a:rect l="l" t="t" r="r" b="b"/>
              <a:pathLst>
                <a:path w="3141" h="10609" extrusionOk="0">
                  <a:moveTo>
                    <a:pt x="0" y="1"/>
                  </a:moveTo>
                  <a:lnTo>
                    <a:pt x="0" y="10609"/>
                  </a:lnTo>
                  <a:lnTo>
                    <a:pt x="3141" y="10609"/>
                  </a:lnTo>
                  <a:lnTo>
                    <a:pt x="314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738;p64">
              <a:extLst>
                <a:ext uri="{FF2B5EF4-FFF2-40B4-BE49-F238E27FC236}">
                  <a16:creationId xmlns:a16="http://schemas.microsoft.com/office/drawing/2014/main" id="{7A619348-B4B8-1AF4-56C2-3890E590CA5C}"/>
                </a:ext>
              </a:extLst>
            </p:cNvPr>
            <p:cNvSpPr/>
            <p:nvPr/>
          </p:nvSpPr>
          <p:spPr>
            <a:xfrm>
              <a:off x="2170056" y="-1870528"/>
              <a:ext cx="455728" cy="1539260"/>
            </a:xfrm>
            <a:custGeom>
              <a:avLst/>
              <a:gdLst/>
              <a:ahLst/>
              <a:cxnLst/>
              <a:rect l="l" t="t" r="r" b="b"/>
              <a:pathLst>
                <a:path w="3141" h="10609" extrusionOk="0">
                  <a:moveTo>
                    <a:pt x="0" y="1"/>
                  </a:moveTo>
                  <a:lnTo>
                    <a:pt x="0" y="10609"/>
                  </a:lnTo>
                  <a:lnTo>
                    <a:pt x="3141" y="10609"/>
                  </a:lnTo>
                  <a:lnTo>
                    <a:pt x="314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739;p64">
              <a:extLst>
                <a:ext uri="{FF2B5EF4-FFF2-40B4-BE49-F238E27FC236}">
                  <a16:creationId xmlns:a16="http://schemas.microsoft.com/office/drawing/2014/main" id="{34F7DA98-4C66-8650-F76C-68FFB990AC5A}"/>
                </a:ext>
              </a:extLst>
            </p:cNvPr>
            <p:cNvSpPr/>
            <p:nvPr/>
          </p:nvSpPr>
          <p:spPr>
            <a:xfrm>
              <a:off x="5100584" y="-2924462"/>
              <a:ext cx="9141" cy="190213"/>
            </a:xfrm>
            <a:custGeom>
              <a:avLst/>
              <a:gdLst/>
              <a:ahLst/>
              <a:cxnLst/>
              <a:rect l="l" t="t" r="r" b="b"/>
              <a:pathLst>
                <a:path w="63" h="1311" extrusionOk="0">
                  <a:moveTo>
                    <a:pt x="46" y="1"/>
                  </a:moveTo>
                  <a:lnTo>
                    <a:pt x="1" y="1311"/>
                  </a:lnTo>
                  <a:lnTo>
                    <a:pt x="63" y="1311"/>
                  </a:lnTo>
                  <a:lnTo>
                    <a:pt x="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740;p64">
              <a:extLst>
                <a:ext uri="{FF2B5EF4-FFF2-40B4-BE49-F238E27FC236}">
                  <a16:creationId xmlns:a16="http://schemas.microsoft.com/office/drawing/2014/main" id="{B8CE78E0-9E25-45D4-89C8-0198DBEBA16A}"/>
                </a:ext>
              </a:extLst>
            </p:cNvPr>
            <p:cNvSpPr/>
            <p:nvPr/>
          </p:nvSpPr>
          <p:spPr>
            <a:xfrm>
              <a:off x="4744098" y="-2742519"/>
              <a:ext cx="722548" cy="511007"/>
            </a:xfrm>
            <a:custGeom>
              <a:avLst/>
              <a:gdLst/>
              <a:ahLst/>
              <a:cxnLst/>
              <a:rect l="l" t="t" r="r" b="b"/>
              <a:pathLst>
                <a:path w="4980" h="3522" extrusionOk="0">
                  <a:moveTo>
                    <a:pt x="2491" y="1"/>
                  </a:moveTo>
                  <a:cubicBezTo>
                    <a:pt x="2251" y="397"/>
                    <a:pt x="1985" y="627"/>
                    <a:pt x="1205" y="1163"/>
                  </a:cubicBezTo>
                  <a:cubicBezTo>
                    <a:pt x="1" y="1990"/>
                    <a:pt x="496" y="3350"/>
                    <a:pt x="496" y="3350"/>
                  </a:cubicBezTo>
                  <a:lnTo>
                    <a:pt x="556" y="3522"/>
                  </a:lnTo>
                  <a:lnTo>
                    <a:pt x="4424" y="3522"/>
                  </a:lnTo>
                  <a:lnTo>
                    <a:pt x="4485" y="3350"/>
                  </a:lnTo>
                  <a:cubicBezTo>
                    <a:pt x="4482" y="3350"/>
                    <a:pt x="4979" y="1990"/>
                    <a:pt x="3776" y="1163"/>
                  </a:cubicBezTo>
                  <a:cubicBezTo>
                    <a:pt x="2996" y="627"/>
                    <a:pt x="2732" y="397"/>
                    <a:pt x="2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741;p64">
              <a:extLst>
                <a:ext uri="{FF2B5EF4-FFF2-40B4-BE49-F238E27FC236}">
                  <a16:creationId xmlns:a16="http://schemas.microsoft.com/office/drawing/2014/main" id="{890176DE-0D54-F82D-D567-F733D0DAB35A}"/>
                </a:ext>
              </a:extLst>
            </p:cNvPr>
            <p:cNvSpPr/>
            <p:nvPr/>
          </p:nvSpPr>
          <p:spPr>
            <a:xfrm>
              <a:off x="4962893" y="-2650387"/>
              <a:ext cx="289600" cy="36708"/>
            </a:xfrm>
            <a:custGeom>
              <a:avLst/>
              <a:gdLst/>
              <a:ahLst/>
              <a:cxnLst/>
              <a:rect l="l" t="t" r="r" b="b"/>
              <a:pathLst>
                <a:path w="1996" h="253" extrusionOk="0">
                  <a:moveTo>
                    <a:pt x="905" y="1"/>
                  </a:moveTo>
                  <a:cubicBezTo>
                    <a:pt x="682" y="1"/>
                    <a:pt x="447" y="21"/>
                    <a:pt x="234" y="78"/>
                  </a:cubicBezTo>
                  <a:cubicBezTo>
                    <a:pt x="234" y="78"/>
                    <a:pt x="234" y="78"/>
                    <a:pt x="234" y="78"/>
                  </a:cubicBezTo>
                  <a:cubicBezTo>
                    <a:pt x="228" y="78"/>
                    <a:pt x="1" y="126"/>
                    <a:pt x="82" y="253"/>
                  </a:cubicBezTo>
                  <a:cubicBezTo>
                    <a:pt x="82" y="253"/>
                    <a:pt x="401" y="99"/>
                    <a:pt x="930" y="99"/>
                  </a:cubicBezTo>
                  <a:cubicBezTo>
                    <a:pt x="1194" y="99"/>
                    <a:pt x="1512" y="138"/>
                    <a:pt x="1868" y="253"/>
                  </a:cubicBezTo>
                  <a:cubicBezTo>
                    <a:pt x="1868" y="253"/>
                    <a:pt x="1996" y="127"/>
                    <a:pt x="1726" y="78"/>
                  </a:cubicBezTo>
                  <a:cubicBezTo>
                    <a:pt x="1561" y="48"/>
                    <a:pt x="1247" y="1"/>
                    <a:pt x="9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742;p64">
              <a:extLst>
                <a:ext uri="{FF2B5EF4-FFF2-40B4-BE49-F238E27FC236}">
                  <a16:creationId xmlns:a16="http://schemas.microsoft.com/office/drawing/2014/main" id="{01C6B2B5-C9C6-3135-4C37-178E0679ADE8}"/>
                </a:ext>
              </a:extLst>
            </p:cNvPr>
            <p:cNvSpPr/>
            <p:nvPr/>
          </p:nvSpPr>
          <p:spPr>
            <a:xfrm>
              <a:off x="5085059" y="-2822899"/>
              <a:ext cx="40045" cy="55279"/>
            </a:xfrm>
            <a:custGeom>
              <a:avLst/>
              <a:gdLst/>
              <a:ahLst/>
              <a:cxnLst/>
              <a:rect l="l" t="t" r="r" b="b"/>
              <a:pathLst>
                <a:path w="276" h="381" extrusionOk="0">
                  <a:moveTo>
                    <a:pt x="139" y="1"/>
                  </a:moveTo>
                  <a:cubicBezTo>
                    <a:pt x="63" y="1"/>
                    <a:pt x="1" y="85"/>
                    <a:pt x="1" y="191"/>
                  </a:cubicBezTo>
                  <a:cubicBezTo>
                    <a:pt x="1" y="295"/>
                    <a:pt x="63" y="380"/>
                    <a:pt x="139" y="380"/>
                  </a:cubicBezTo>
                  <a:cubicBezTo>
                    <a:pt x="213" y="380"/>
                    <a:pt x="275" y="296"/>
                    <a:pt x="275" y="191"/>
                  </a:cubicBezTo>
                  <a:cubicBezTo>
                    <a:pt x="275" y="87"/>
                    <a:pt x="213" y="1"/>
                    <a:pt x="1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743;p64">
              <a:extLst>
                <a:ext uri="{FF2B5EF4-FFF2-40B4-BE49-F238E27FC236}">
                  <a16:creationId xmlns:a16="http://schemas.microsoft.com/office/drawing/2014/main" id="{2AFE94DA-C2BE-7A55-804C-5A0040D24DB6}"/>
                </a:ext>
              </a:extLst>
            </p:cNvPr>
            <p:cNvSpPr/>
            <p:nvPr/>
          </p:nvSpPr>
          <p:spPr>
            <a:xfrm>
              <a:off x="5094345" y="-2882676"/>
              <a:ext cx="21473" cy="36563"/>
            </a:xfrm>
            <a:custGeom>
              <a:avLst/>
              <a:gdLst/>
              <a:ahLst/>
              <a:cxnLst/>
              <a:rect l="l" t="t" r="r" b="b"/>
              <a:pathLst>
                <a:path w="148" h="252" extrusionOk="0">
                  <a:moveTo>
                    <a:pt x="75" y="1"/>
                  </a:moveTo>
                  <a:cubicBezTo>
                    <a:pt x="34" y="1"/>
                    <a:pt x="0" y="57"/>
                    <a:pt x="0" y="126"/>
                  </a:cubicBezTo>
                  <a:cubicBezTo>
                    <a:pt x="0" y="195"/>
                    <a:pt x="34" y="251"/>
                    <a:pt x="75" y="251"/>
                  </a:cubicBezTo>
                  <a:cubicBezTo>
                    <a:pt x="114" y="251"/>
                    <a:pt x="148" y="196"/>
                    <a:pt x="148" y="126"/>
                  </a:cubicBezTo>
                  <a:cubicBezTo>
                    <a:pt x="148" y="57"/>
                    <a:pt x="117" y="1"/>
                    <a:pt x="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744;p64">
              <a:extLst>
                <a:ext uri="{FF2B5EF4-FFF2-40B4-BE49-F238E27FC236}">
                  <a16:creationId xmlns:a16="http://schemas.microsoft.com/office/drawing/2014/main" id="{9925BC9A-A9C5-E43B-379E-91A975817825}"/>
                </a:ext>
              </a:extLst>
            </p:cNvPr>
            <p:cNvSpPr/>
            <p:nvPr/>
          </p:nvSpPr>
          <p:spPr>
            <a:xfrm>
              <a:off x="5094345" y="-2749774"/>
              <a:ext cx="28438" cy="28873"/>
            </a:xfrm>
            <a:custGeom>
              <a:avLst/>
              <a:gdLst/>
              <a:ahLst/>
              <a:cxnLst/>
              <a:rect l="l" t="t" r="r" b="b"/>
              <a:pathLst>
                <a:path w="196" h="199" extrusionOk="0">
                  <a:moveTo>
                    <a:pt x="24" y="0"/>
                  </a:moveTo>
                  <a:cubicBezTo>
                    <a:pt x="10" y="0"/>
                    <a:pt x="0" y="11"/>
                    <a:pt x="0" y="25"/>
                  </a:cubicBezTo>
                  <a:lnTo>
                    <a:pt x="0" y="173"/>
                  </a:lnTo>
                  <a:cubicBezTo>
                    <a:pt x="0" y="187"/>
                    <a:pt x="10" y="198"/>
                    <a:pt x="24" y="198"/>
                  </a:cubicBezTo>
                  <a:lnTo>
                    <a:pt x="170" y="198"/>
                  </a:lnTo>
                  <a:cubicBezTo>
                    <a:pt x="184" y="198"/>
                    <a:pt x="196" y="187"/>
                    <a:pt x="196" y="173"/>
                  </a:cubicBezTo>
                  <a:lnTo>
                    <a:pt x="196" y="25"/>
                  </a:lnTo>
                  <a:cubicBezTo>
                    <a:pt x="196" y="11"/>
                    <a:pt x="184" y="0"/>
                    <a:pt x="1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745;p64">
              <a:extLst>
                <a:ext uri="{FF2B5EF4-FFF2-40B4-BE49-F238E27FC236}">
                  <a16:creationId xmlns:a16="http://schemas.microsoft.com/office/drawing/2014/main" id="{B574E60D-0FE7-7967-68FE-83F8544D16FA}"/>
                </a:ext>
              </a:extLst>
            </p:cNvPr>
            <p:cNvSpPr/>
            <p:nvPr/>
          </p:nvSpPr>
          <p:spPr>
            <a:xfrm>
              <a:off x="4824623" y="-2297383"/>
              <a:ext cx="580940" cy="65871"/>
            </a:xfrm>
            <a:custGeom>
              <a:avLst/>
              <a:gdLst/>
              <a:ahLst/>
              <a:cxnLst/>
              <a:rect l="l" t="t" r="r" b="b"/>
              <a:pathLst>
                <a:path w="4004" h="454" extrusionOk="0">
                  <a:moveTo>
                    <a:pt x="2025" y="1"/>
                  </a:moveTo>
                  <a:cubicBezTo>
                    <a:pt x="2019" y="1"/>
                    <a:pt x="2013" y="1"/>
                    <a:pt x="2007" y="1"/>
                  </a:cubicBezTo>
                  <a:cubicBezTo>
                    <a:pt x="54" y="5"/>
                    <a:pt x="1" y="454"/>
                    <a:pt x="1" y="454"/>
                  </a:cubicBezTo>
                  <a:lnTo>
                    <a:pt x="3869" y="454"/>
                  </a:lnTo>
                  <a:cubicBezTo>
                    <a:pt x="3869" y="454"/>
                    <a:pt x="4003" y="1"/>
                    <a:pt x="20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746;p64">
              <a:extLst>
                <a:ext uri="{FF2B5EF4-FFF2-40B4-BE49-F238E27FC236}">
                  <a16:creationId xmlns:a16="http://schemas.microsoft.com/office/drawing/2014/main" id="{C7960F25-BDDD-4454-1813-873B26CE3667}"/>
                </a:ext>
              </a:extLst>
            </p:cNvPr>
            <p:cNvSpPr/>
            <p:nvPr/>
          </p:nvSpPr>
          <p:spPr>
            <a:xfrm>
              <a:off x="4824623" y="-2231657"/>
              <a:ext cx="565561" cy="534076"/>
            </a:xfrm>
            <a:custGeom>
              <a:avLst/>
              <a:gdLst/>
              <a:ahLst/>
              <a:cxnLst/>
              <a:rect l="l" t="t" r="r" b="b"/>
              <a:pathLst>
                <a:path w="3898" h="3681" extrusionOk="0">
                  <a:moveTo>
                    <a:pt x="1" y="1"/>
                  </a:moveTo>
                  <a:lnTo>
                    <a:pt x="1" y="3680"/>
                  </a:lnTo>
                  <a:lnTo>
                    <a:pt x="109" y="3680"/>
                  </a:lnTo>
                  <a:lnTo>
                    <a:pt x="109" y="1815"/>
                  </a:lnTo>
                  <a:lnTo>
                    <a:pt x="109" y="868"/>
                  </a:lnTo>
                  <a:cubicBezTo>
                    <a:pt x="109" y="538"/>
                    <a:pt x="590" y="426"/>
                    <a:pt x="590" y="426"/>
                  </a:cubicBezTo>
                  <a:cubicBezTo>
                    <a:pt x="590" y="426"/>
                    <a:pt x="1082" y="536"/>
                    <a:pt x="1082" y="868"/>
                  </a:cubicBezTo>
                  <a:lnTo>
                    <a:pt x="1082" y="1814"/>
                  </a:lnTo>
                  <a:lnTo>
                    <a:pt x="1082" y="3679"/>
                  </a:lnTo>
                  <a:lnTo>
                    <a:pt x="1408" y="3679"/>
                  </a:lnTo>
                  <a:lnTo>
                    <a:pt x="1408" y="1814"/>
                  </a:lnTo>
                  <a:lnTo>
                    <a:pt x="1408" y="868"/>
                  </a:lnTo>
                  <a:cubicBezTo>
                    <a:pt x="1408" y="538"/>
                    <a:pt x="1889" y="426"/>
                    <a:pt x="1889" y="426"/>
                  </a:cubicBezTo>
                  <a:cubicBezTo>
                    <a:pt x="1889" y="426"/>
                    <a:pt x="2381" y="536"/>
                    <a:pt x="2381" y="868"/>
                  </a:cubicBezTo>
                  <a:lnTo>
                    <a:pt x="2381" y="1814"/>
                  </a:lnTo>
                  <a:lnTo>
                    <a:pt x="2381" y="3679"/>
                  </a:lnTo>
                  <a:lnTo>
                    <a:pt x="2815" y="3679"/>
                  </a:lnTo>
                  <a:lnTo>
                    <a:pt x="2815" y="1814"/>
                  </a:lnTo>
                  <a:lnTo>
                    <a:pt x="2815" y="868"/>
                  </a:lnTo>
                  <a:cubicBezTo>
                    <a:pt x="2815" y="538"/>
                    <a:pt x="3296" y="426"/>
                    <a:pt x="3296" y="426"/>
                  </a:cubicBezTo>
                  <a:cubicBezTo>
                    <a:pt x="3296" y="426"/>
                    <a:pt x="3788" y="536"/>
                    <a:pt x="3788" y="868"/>
                  </a:cubicBezTo>
                  <a:lnTo>
                    <a:pt x="3788" y="1814"/>
                  </a:lnTo>
                  <a:lnTo>
                    <a:pt x="3788" y="3679"/>
                  </a:lnTo>
                  <a:lnTo>
                    <a:pt x="3897" y="3679"/>
                  </a:lnTo>
                  <a:lnTo>
                    <a:pt x="389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747;p64">
              <a:extLst>
                <a:ext uri="{FF2B5EF4-FFF2-40B4-BE49-F238E27FC236}">
                  <a16:creationId xmlns:a16="http://schemas.microsoft.com/office/drawing/2014/main" id="{778266A8-BB30-CAF2-F654-CD0FAEC40FA0}"/>
                </a:ext>
              </a:extLst>
            </p:cNvPr>
            <p:cNvSpPr/>
            <p:nvPr/>
          </p:nvSpPr>
          <p:spPr>
            <a:xfrm>
              <a:off x="4824623" y="-1870528"/>
              <a:ext cx="644055" cy="1539260"/>
            </a:xfrm>
            <a:custGeom>
              <a:avLst/>
              <a:gdLst/>
              <a:ahLst/>
              <a:cxnLst/>
              <a:rect l="l" t="t" r="r" b="b"/>
              <a:pathLst>
                <a:path w="4439" h="10609" extrusionOk="0">
                  <a:moveTo>
                    <a:pt x="1" y="1"/>
                  </a:moveTo>
                  <a:lnTo>
                    <a:pt x="1" y="10609"/>
                  </a:lnTo>
                  <a:lnTo>
                    <a:pt x="4438" y="10609"/>
                  </a:lnTo>
                  <a:lnTo>
                    <a:pt x="44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748;p64">
              <a:extLst>
                <a:ext uri="{FF2B5EF4-FFF2-40B4-BE49-F238E27FC236}">
                  <a16:creationId xmlns:a16="http://schemas.microsoft.com/office/drawing/2014/main" id="{AE376907-20CB-AB19-E07E-2BB63E096AAD}"/>
                </a:ext>
              </a:extLst>
            </p:cNvPr>
            <p:cNvSpPr/>
            <p:nvPr/>
          </p:nvSpPr>
          <p:spPr>
            <a:xfrm>
              <a:off x="5531356" y="-1649846"/>
              <a:ext cx="298450" cy="564835"/>
            </a:xfrm>
            <a:custGeom>
              <a:avLst/>
              <a:gdLst/>
              <a:ahLst/>
              <a:cxnLst/>
              <a:rect l="l" t="t" r="r" b="b"/>
              <a:pathLst>
                <a:path w="2057" h="3893" extrusionOk="0">
                  <a:moveTo>
                    <a:pt x="1008" y="1"/>
                  </a:moveTo>
                  <a:cubicBezTo>
                    <a:pt x="1008" y="1"/>
                    <a:pt x="0" y="535"/>
                    <a:pt x="0" y="921"/>
                  </a:cubicBezTo>
                  <a:lnTo>
                    <a:pt x="0" y="3893"/>
                  </a:lnTo>
                  <a:lnTo>
                    <a:pt x="2057" y="3893"/>
                  </a:lnTo>
                  <a:lnTo>
                    <a:pt x="2057" y="878"/>
                  </a:lnTo>
                  <a:cubicBezTo>
                    <a:pt x="2057" y="490"/>
                    <a:pt x="1008" y="1"/>
                    <a:pt x="100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749;p64">
              <a:extLst>
                <a:ext uri="{FF2B5EF4-FFF2-40B4-BE49-F238E27FC236}">
                  <a16:creationId xmlns:a16="http://schemas.microsoft.com/office/drawing/2014/main" id="{5FCDA449-984E-1916-08CA-74A0B98841DC}"/>
                </a:ext>
              </a:extLst>
            </p:cNvPr>
            <p:cNvSpPr/>
            <p:nvPr/>
          </p:nvSpPr>
          <p:spPr>
            <a:xfrm>
              <a:off x="5044289" y="-1649846"/>
              <a:ext cx="298740" cy="564835"/>
            </a:xfrm>
            <a:custGeom>
              <a:avLst/>
              <a:gdLst/>
              <a:ahLst/>
              <a:cxnLst/>
              <a:rect l="l" t="t" r="r" b="b"/>
              <a:pathLst>
                <a:path w="2059" h="3893" extrusionOk="0">
                  <a:moveTo>
                    <a:pt x="1010" y="1"/>
                  </a:moveTo>
                  <a:cubicBezTo>
                    <a:pt x="1010" y="1"/>
                    <a:pt x="1" y="535"/>
                    <a:pt x="1" y="921"/>
                  </a:cubicBezTo>
                  <a:lnTo>
                    <a:pt x="1" y="3893"/>
                  </a:lnTo>
                  <a:lnTo>
                    <a:pt x="2059" y="3893"/>
                  </a:lnTo>
                  <a:lnTo>
                    <a:pt x="2059" y="878"/>
                  </a:lnTo>
                  <a:cubicBezTo>
                    <a:pt x="2059" y="490"/>
                    <a:pt x="1010" y="1"/>
                    <a:pt x="10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750;p64">
              <a:extLst>
                <a:ext uri="{FF2B5EF4-FFF2-40B4-BE49-F238E27FC236}">
                  <a16:creationId xmlns:a16="http://schemas.microsoft.com/office/drawing/2014/main" id="{E0ED1A7A-01FD-8C50-3552-D8D9818D1F92}"/>
                </a:ext>
              </a:extLst>
            </p:cNvPr>
            <p:cNvSpPr/>
            <p:nvPr/>
          </p:nvSpPr>
          <p:spPr>
            <a:xfrm>
              <a:off x="5531356" y="-925992"/>
              <a:ext cx="298450" cy="578909"/>
            </a:xfrm>
            <a:custGeom>
              <a:avLst/>
              <a:gdLst/>
              <a:ahLst/>
              <a:cxnLst/>
              <a:rect l="l" t="t" r="r" b="b"/>
              <a:pathLst>
                <a:path w="2057" h="3990" extrusionOk="0">
                  <a:moveTo>
                    <a:pt x="1008" y="0"/>
                  </a:moveTo>
                  <a:cubicBezTo>
                    <a:pt x="1008" y="0"/>
                    <a:pt x="0" y="533"/>
                    <a:pt x="0" y="921"/>
                  </a:cubicBezTo>
                  <a:lnTo>
                    <a:pt x="0" y="3989"/>
                  </a:lnTo>
                  <a:lnTo>
                    <a:pt x="2057" y="3989"/>
                  </a:lnTo>
                  <a:lnTo>
                    <a:pt x="2057" y="877"/>
                  </a:lnTo>
                  <a:cubicBezTo>
                    <a:pt x="2057" y="491"/>
                    <a:pt x="1008" y="0"/>
                    <a:pt x="10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751;p64">
              <a:extLst>
                <a:ext uri="{FF2B5EF4-FFF2-40B4-BE49-F238E27FC236}">
                  <a16:creationId xmlns:a16="http://schemas.microsoft.com/office/drawing/2014/main" id="{45BE6E10-4E1B-81C8-0A6C-FB767CEC91DF}"/>
                </a:ext>
              </a:extLst>
            </p:cNvPr>
            <p:cNvSpPr/>
            <p:nvPr/>
          </p:nvSpPr>
          <p:spPr>
            <a:xfrm>
              <a:off x="5044289" y="-925992"/>
              <a:ext cx="298740" cy="578909"/>
            </a:xfrm>
            <a:custGeom>
              <a:avLst/>
              <a:gdLst/>
              <a:ahLst/>
              <a:cxnLst/>
              <a:rect l="l" t="t" r="r" b="b"/>
              <a:pathLst>
                <a:path w="2059" h="3990" extrusionOk="0">
                  <a:moveTo>
                    <a:pt x="1010" y="0"/>
                  </a:moveTo>
                  <a:cubicBezTo>
                    <a:pt x="1010" y="0"/>
                    <a:pt x="1" y="533"/>
                    <a:pt x="1" y="921"/>
                  </a:cubicBezTo>
                  <a:lnTo>
                    <a:pt x="1" y="3989"/>
                  </a:lnTo>
                  <a:lnTo>
                    <a:pt x="2059" y="3989"/>
                  </a:lnTo>
                  <a:lnTo>
                    <a:pt x="2059" y="877"/>
                  </a:lnTo>
                  <a:cubicBezTo>
                    <a:pt x="2059" y="491"/>
                    <a:pt x="1010" y="0"/>
                    <a:pt x="10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752;p64">
              <a:extLst>
                <a:ext uri="{FF2B5EF4-FFF2-40B4-BE49-F238E27FC236}">
                  <a16:creationId xmlns:a16="http://schemas.microsoft.com/office/drawing/2014/main" id="{33D4A210-5CAF-92E8-B7C0-06586B218709}"/>
                </a:ext>
              </a:extLst>
            </p:cNvPr>
            <p:cNvSpPr/>
            <p:nvPr/>
          </p:nvSpPr>
          <p:spPr>
            <a:xfrm>
              <a:off x="5923970" y="-2011991"/>
              <a:ext cx="31339" cy="1680577"/>
            </a:xfrm>
            <a:custGeom>
              <a:avLst/>
              <a:gdLst/>
              <a:ahLst/>
              <a:cxnLst/>
              <a:rect l="l" t="t" r="r" b="b"/>
              <a:pathLst>
                <a:path w="216" h="11583" extrusionOk="0">
                  <a:moveTo>
                    <a:pt x="0" y="0"/>
                  </a:moveTo>
                  <a:lnTo>
                    <a:pt x="0" y="11582"/>
                  </a:lnTo>
                  <a:lnTo>
                    <a:pt x="215" y="11582"/>
                  </a:lnTo>
                  <a:lnTo>
                    <a:pt x="21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753;p64">
              <a:extLst>
                <a:ext uri="{FF2B5EF4-FFF2-40B4-BE49-F238E27FC236}">
                  <a16:creationId xmlns:a16="http://schemas.microsoft.com/office/drawing/2014/main" id="{955AC55D-B090-F3B2-EC3E-396D163EC64D}"/>
                </a:ext>
              </a:extLst>
            </p:cNvPr>
            <p:cNvSpPr/>
            <p:nvPr/>
          </p:nvSpPr>
          <p:spPr>
            <a:xfrm>
              <a:off x="5902932" y="-2150117"/>
              <a:ext cx="74141" cy="74576"/>
            </a:xfrm>
            <a:custGeom>
              <a:avLst/>
              <a:gdLst/>
              <a:ahLst/>
              <a:cxnLst/>
              <a:rect l="l" t="t" r="r" b="b"/>
              <a:pathLst>
                <a:path w="511" h="514" extrusionOk="0">
                  <a:moveTo>
                    <a:pt x="255" y="1"/>
                  </a:moveTo>
                  <a:cubicBezTo>
                    <a:pt x="255" y="1"/>
                    <a:pt x="252" y="283"/>
                    <a:pt x="183" y="359"/>
                  </a:cubicBezTo>
                  <a:cubicBezTo>
                    <a:pt x="132" y="385"/>
                    <a:pt x="28" y="462"/>
                    <a:pt x="0" y="514"/>
                  </a:cubicBezTo>
                  <a:cubicBezTo>
                    <a:pt x="63" y="478"/>
                    <a:pt x="151" y="442"/>
                    <a:pt x="257" y="442"/>
                  </a:cubicBezTo>
                  <a:cubicBezTo>
                    <a:pt x="333" y="442"/>
                    <a:pt x="419" y="460"/>
                    <a:pt x="511" y="510"/>
                  </a:cubicBezTo>
                  <a:cubicBezTo>
                    <a:pt x="484" y="462"/>
                    <a:pt x="443" y="422"/>
                    <a:pt x="395" y="396"/>
                  </a:cubicBezTo>
                  <a:lnTo>
                    <a:pt x="324" y="349"/>
                  </a:lnTo>
                  <a:cubicBezTo>
                    <a:pt x="273" y="222"/>
                    <a:pt x="255" y="1"/>
                    <a:pt x="2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754;p64">
              <a:extLst>
                <a:ext uri="{FF2B5EF4-FFF2-40B4-BE49-F238E27FC236}">
                  <a16:creationId xmlns:a16="http://schemas.microsoft.com/office/drawing/2014/main" id="{251F409A-A744-F3DF-CAE5-8DAC2C645FB8}"/>
                </a:ext>
              </a:extLst>
            </p:cNvPr>
            <p:cNvSpPr/>
            <p:nvPr/>
          </p:nvSpPr>
          <p:spPr>
            <a:xfrm>
              <a:off x="5897563" y="-2085987"/>
              <a:ext cx="84878" cy="73270"/>
            </a:xfrm>
            <a:custGeom>
              <a:avLst/>
              <a:gdLst/>
              <a:ahLst/>
              <a:cxnLst/>
              <a:rect l="l" t="t" r="r" b="b"/>
              <a:pathLst>
                <a:path w="585" h="505" extrusionOk="0">
                  <a:moveTo>
                    <a:pt x="292" y="0"/>
                  </a:moveTo>
                  <a:cubicBezTo>
                    <a:pt x="187" y="0"/>
                    <a:pt x="99" y="35"/>
                    <a:pt x="37" y="69"/>
                  </a:cubicBezTo>
                  <a:cubicBezTo>
                    <a:pt x="15" y="111"/>
                    <a:pt x="1" y="159"/>
                    <a:pt x="1" y="212"/>
                  </a:cubicBezTo>
                  <a:cubicBezTo>
                    <a:pt x="1" y="373"/>
                    <a:pt x="130" y="505"/>
                    <a:pt x="292" y="505"/>
                  </a:cubicBezTo>
                  <a:cubicBezTo>
                    <a:pt x="453" y="505"/>
                    <a:pt x="584" y="373"/>
                    <a:pt x="584" y="212"/>
                  </a:cubicBezTo>
                  <a:cubicBezTo>
                    <a:pt x="584" y="159"/>
                    <a:pt x="570" y="110"/>
                    <a:pt x="545" y="68"/>
                  </a:cubicBezTo>
                  <a:cubicBezTo>
                    <a:pt x="453" y="18"/>
                    <a:pt x="368" y="0"/>
                    <a:pt x="2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755;p64">
              <a:extLst>
                <a:ext uri="{FF2B5EF4-FFF2-40B4-BE49-F238E27FC236}">
                  <a16:creationId xmlns:a16="http://schemas.microsoft.com/office/drawing/2014/main" id="{5BEF973A-87CD-A2D4-914C-9CF70FC47E87}"/>
                </a:ext>
              </a:extLst>
            </p:cNvPr>
            <p:cNvSpPr/>
            <p:nvPr/>
          </p:nvSpPr>
          <p:spPr>
            <a:xfrm>
              <a:off x="5932240" y="-2161869"/>
              <a:ext cx="14799" cy="14944"/>
            </a:xfrm>
            <a:custGeom>
              <a:avLst/>
              <a:gdLst/>
              <a:ahLst/>
              <a:cxnLst/>
              <a:rect l="l" t="t" r="r" b="b"/>
              <a:pathLst>
                <a:path w="102" h="103" extrusionOk="0">
                  <a:moveTo>
                    <a:pt x="51" y="0"/>
                  </a:moveTo>
                  <a:cubicBezTo>
                    <a:pt x="23" y="0"/>
                    <a:pt x="1" y="23"/>
                    <a:pt x="1" y="51"/>
                  </a:cubicBezTo>
                  <a:cubicBezTo>
                    <a:pt x="1" y="79"/>
                    <a:pt x="23" y="103"/>
                    <a:pt x="51" y="103"/>
                  </a:cubicBezTo>
                  <a:cubicBezTo>
                    <a:pt x="79" y="103"/>
                    <a:pt x="102" y="79"/>
                    <a:pt x="102" y="51"/>
                  </a:cubicBezTo>
                  <a:cubicBezTo>
                    <a:pt x="102" y="23"/>
                    <a:pt x="79" y="0"/>
                    <a:pt x="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756;p64">
              <a:extLst>
                <a:ext uri="{FF2B5EF4-FFF2-40B4-BE49-F238E27FC236}">
                  <a16:creationId xmlns:a16="http://schemas.microsoft.com/office/drawing/2014/main" id="{E629674B-F040-CDFD-D13A-B2D01BFA33DC}"/>
                </a:ext>
              </a:extLst>
            </p:cNvPr>
            <p:cNvSpPr/>
            <p:nvPr/>
          </p:nvSpPr>
          <p:spPr>
            <a:xfrm>
              <a:off x="5908155" y="-2027515"/>
              <a:ext cx="62969" cy="15815"/>
            </a:xfrm>
            <a:custGeom>
              <a:avLst/>
              <a:gdLst/>
              <a:ahLst/>
              <a:cxnLst/>
              <a:rect l="l" t="t" r="r" b="b"/>
              <a:pathLst>
                <a:path w="434" h="109" extrusionOk="0">
                  <a:moveTo>
                    <a:pt x="29" y="1"/>
                  </a:moveTo>
                  <a:cubicBezTo>
                    <a:pt x="14" y="1"/>
                    <a:pt x="1" y="12"/>
                    <a:pt x="1" y="29"/>
                  </a:cubicBezTo>
                  <a:lnTo>
                    <a:pt x="1" y="79"/>
                  </a:lnTo>
                  <a:cubicBezTo>
                    <a:pt x="1" y="98"/>
                    <a:pt x="14" y="109"/>
                    <a:pt x="29" y="109"/>
                  </a:cubicBezTo>
                  <a:lnTo>
                    <a:pt x="406" y="109"/>
                  </a:lnTo>
                  <a:cubicBezTo>
                    <a:pt x="421" y="109"/>
                    <a:pt x="434" y="95"/>
                    <a:pt x="434" y="79"/>
                  </a:cubicBezTo>
                  <a:lnTo>
                    <a:pt x="434" y="29"/>
                  </a:lnTo>
                  <a:cubicBezTo>
                    <a:pt x="434" y="12"/>
                    <a:pt x="421" y="1"/>
                    <a:pt x="4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757;p64">
              <a:extLst>
                <a:ext uri="{FF2B5EF4-FFF2-40B4-BE49-F238E27FC236}">
                  <a16:creationId xmlns:a16="http://schemas.microsoft.com/office/drawing/2014/main" id="{A49FFE9B-CF16-8EC3-792B-A2101337F899}"/>
                </a:ext>
              </a:extLst>
            </p:cNvPr>
            <p:cNvSpPr/>
            <p:nvPr/>
          </p:nvSpPr>
          <p:spPr>
            <a:xfrm>
              <a:off x="4824332" y="-1886343"/>
              <a:ext cx="1146791" cy="47444"/>
            </a:xfrm>
            <a:custGeom>
              <a:avLst/>
              <a:gdLst/>
              <a:ahLst/>
              <a:cxnLst/>
              <a:rect l="l" t="t" r="r" b="b"/>
              <a:pathLst>
                <a:path w="7904" h="327" extrusionOk="0">
                  <a:moveTo>
                    <a:pt x="48" y="0"/>
                  </a:moveTo>
                  <a:cubicBezTo>
                    <a:pt x="13" y="0"/>
                    <a:pt x="0" y="19"/>
                    <a:pt x="0" y="54"/>
                  </a:cubicBezTo>
                  <a:lnTo>
                    <a:pt x="0" y="249"/>
                  </a:lnTo>
                  <a:cubicBezTo>
                    <a:pt x="0" y="286"/>
                    <a:pt x="13" y="326"/>
                    <a:pt x="48" y="326"/>
                  </a:cubicBezTo>
                  <a:lnTo>
                    <a:pt x="7819" y="326"/>
                  </a:lnTo>
                  <a:cubicBezTo>
                    <a:pt x="7855" y="326"/>
                    <a:pt x="7904" y="284"/>
                    <a:pt x="7904" y="249"/>
                  </a:cubicBezTo>
                  <a:lnTo>
                    <a:pt x="7904" y="54"/>
                  </a:lnTo>
                  <a:cubicBezTo>
                    <a:pt x="7904" y="17"/>
                    <a:pt x="7855" y="0"/>
                    <a:pt x="78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758;p64">
              <a:extLst>
                <a:ext uri="{FF2B5EF4-FFF2-40B4-BE49-F238E27FC236}">
                  <a16:creationId xmlns:a16="http://schemas.microsoft.com/office/drawing/2014/main" id="{6758D5BF-8A4F-DA8B-44C3-1C2E8D5E3D84}"/>
                </a:ext>
              </a:extLst>
            </p:cNvPr>
            <p:cNvSpPr/>
            <p:nvPr/>
          </p:nvSpPr>
          <p:spPr>
            <a:xfrm>
              <a:off x="4824623" y="-488401"/>
              <a:ext cx="1146791" cy="157132"/>
            </a:xfrm>
            <a:custGeom>
              <a:avLst/>
              <a:gdLst/>
              <a:ahLst/>
              <a:cxnLst/>
              <a:rect l="l" t="t" r="r" b="b"/>
              <a:pathLst>
                <a:path w="7904" h="1083" extrusionOk="0">
                  <a:moveTo>
                    <a:pt x="1" y="1"/>
                  </a:moveTo>
                  <a:lnTo>
                    <a:pt x="1" y="1083"/>
                  </a:lnTo>
                  <a:lnTo>
                    <a:pt x="7903" y="1083"/>
                  </a:lnTo>
                  <a:lnTo>
                    <a:pt x="790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759;p64">
              <a:extLst>
                <a:ext uri="{FF2B5EF4-FFF2-40B4-BE49-F238E27FC236}">
                  <a16:creationId xmlns:a16="http://schemas.microsoft.com/office/drawing/2014/main" id="{9DCC7082-5A96-06F1-7F76-6786BB57F4DD}"/>
                </a:ext>
              </a:extLst>
            </p:cNvPr>
            <p:cNvSpPr/>
            <p:nvPr/>
          </p:nvSpPr>
          <p:spPr>
            <a:xfrm>
              <a:off x="2987203" y="-2924462"/>
              <a:ext cx="8996" cy="190213"/>
            </a:xfrm>
            <a:custGeom>
              <a:avLst/>
              <a:gdLst/>
              <a:ahLst/>
              <a:cxnLst/>
              <a:rect l="l" t="t" r="r" b="b"/>
              <a:pathLst>
                <a:path w="62" h="1311" extrusionOk="0">
                  <a:moveTo>
                    <a:pt x="18" y="1"/>
                  </a:moveTo>
                  <a:lnTo>
                    <a:pt x="1" y="1311"/>
                  </a:lnTo>
                  <a:lnTo>
                    <a:pt x="61" y="1311"/>
                  </a:lnTo>
                  <a:lnTo>
                    <a:pt x="1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760;p64">
              <a:extLst>
                <a:ext uri="{FF2B5EF4-FFF2-40B4-BE49-F238E27FC236}">
                  <a16:creationId xmlns:a16="http://schemas.microsoft.com/office/drawing/2014/main" id="{10B85BDC-4EE4-771E-122B-67C6897D46D7}"/>
                </a:ext>
              </a:extLst>
            </p:cNvPr>
            <p:cNvSpPr/>
            <p:nvPr/>
          </p:nvSpPr>
          <p:spPr>
            <a:xfrm>
              <a:off x="2630281" y="-2742519"/>
              <a:ext cx="722548" cy="511007"/>
            </a:xfrm>
            <a:custGeom>
              <a:avLst/>
              <a:gdLst/>
              <a:ahLst/>
              <a:cxnLst/>
              <a:rect l="l" t="t" r="r" b="b"/>
              <a:pathLst>
                <a:path w="4980" h="3522" extrusionOk="0">
                  <a:moveTo>
                    <a:pt x="2489" y="1"/>
                  </a:moveTo>
                  <a:cubicBezTo>
                    <a:pt x="2247" y="397"/>
                    <a:pt x="1984" y="627"/>
                    <a:pt x="1204" y="1163"/>
                  </a:cubicBezTo>
                  <a:cubicBezTo>
                    <a:pt x="1" y="1990"/>
                    <a:pt x="496" y="3350"/>
                    <a:pt x="496" y="3350"/>
                  </a:cubicBezTo>
                  <a:lnTo>
                    <a:pt x="556" y="3522"/>
                  </a:lnTo>
                  <a:lnTo>
                    <a:pt x="4424" y="3522"/>
                  </a:lnTo>
                  <a:lnTo>
                    <a:pt x="4485" y="3350"/>
                  </a:lnTo>
                  <a:cubicBezTo>
                    <a:pt x="4485" y="3350"/>
                    <a:pt x="4979" y="1990"/>
                    <a:pt x="3775" y="1163"/>
                  </a:cubicBezTo>
                  <a:cubicBezTo>
                    <a:pt x="2996" y="627"/>
                    <a:pt x="2729" y="397"/>
                    <a:pt x="248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761;p64">
              <a:extLst>
                <a:ext uri="{FF2B5EF4-FFF2-40B4-BE49-F238E27FC236}">
                  <a16:creationId xmlns:a16="http://schemas.microsoft.com/office/drawing/2014/main" id="{C455A146-7C1B-2104-E953-1CFD0D9CD60B}"/>
                </a:ext>
              </a:extLst>
            </p:cNvPr>
            <p:cNvSpPr/>
            <p:nvPr/>
          </p:nvSpPr>
          <p:spPr>
            <a:xfrm>
              <a:off x="2844434" y="-2650387"/>
              <a:ext cx="289600" cy="36708"/>
            </a:xfrm>
            <a:custGeom>
              <a:avLst/>
              <a:gdLst/>
              <a:ahLst/>
              <a:cxnLst/>
              <a:rect l="l" t="t" r="r" b="b"/>
              <a:pathLst>
                <a:path w="1996" h="253" extrusionOk="0">
                  <a:moveTo>
                    <a:pt x="1091" y="1"/>
                  </a:moveTo>
                  <a:cubicBezTo>
                    <a:pt x="749" y="1"/>
                    <a:pt x="435" y="48"/>
                    <a:pt x="271" y="78"/>
                  </a:cubicBezTo>
                  <a:cubicBezTo>
                    <a:pt x="1" y="127"/>
                    <a:pt x="129" y="253"/>
                    <a:pt x="129" y="253"/>
                  </a:cubicBezTo>
                  <a:cubicBezTo>
                    <a:pt x="485" y="138"/>
                    <a:pt x="802" y="99"/>
                    <a:pt x="1066" y="99"/>
                  </a:cubicBezTo>
                  <a:cubicBezTo>
                    <a:pt x="1595" y="99"/>
                    <a:pt x="1914" y="253"/>
                    <a:pt x="1914" y="253"/>
                  </a:cubicBezTo>
                  <a:cubicBezTo>
                    <a:pt x="1996" y="126"/>
                    <a:pt x="1766" y="78"/>
                    <a:pt x="1759" y="78"/>
                  </a:cubicBezTo>
                  <a:cubicBezTo>
                    <a:pt x="1759" y="78"/>
                    <a:pt x="1759" y="78"/>
                    <a:pt x="1759" y="78"/>
                  </a:cubicBezTo>
                  <a:cubicBezTo>
                    <a:pt x="1548" y="21"/>
                    <a:pt x="1314" y="1"/>
                    <a:pt x="10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762;p64">
              <a:extLst>
                <a:ext uri="{FF2B5EF4-FFF2-40B4-BE49-F238E27FC236}">
                  <a16:creationId xmlns:a16="http://schemas.microsoft.com/office/drawing/2014/main" id="{112FA177-71C1-48B4-D1ED-BB5FF42FF336}"/>
                </a:ext>
              </a:extLst>
            </p:cNvPr>
            <p:cNvSpPr/>
            <p:nvPr/>
          </p:nvSpPr>
          <p:spPr>
            <a:xfrm>
              <a:off x="2971968" y="-2822899"/>
              <a:ext cx="39464" cy="55279"/>
            </a:xfrm>
            <a:custGeom>
              <a:avLst/>
              <a:gdLst/>
              <a:ahLst/>
              <a:cxnLst/>
              <a:rect l="l" t="t" r="r" b="b"/>
              <a:pathLst>
                <a:path w="272" h="381" extrusionOk="0">
                  <a:moveTo>
                    <a:pt x="137" y="1"/>
                  </a:moveTo>
                  <a:cubicBezTo>
                    <a:pt x="59" y="1"/>
                    <a:pt x="0" y="87"/>
                    <a:pt x="0" y="191"/>
                  </a:cubicBezTo>
                  <a:cubicBezTo>
                    <a:pt x="0" y="296"/>
                    <a:pt x="61" y="380"/>
                    <a:pt x="137" y="380"/>
                  </a:cubicBezTo>
                  <a:cubicBezTo>
                    <a:pt x="212" y="380"/>
                    <a:pt x="272" y="295"/>
                    <a:pt x="272" y="191"/>
                  </a:cubicBezTo>
                  <a:cubicBezTo>
                    <a:pt x="272" y="85"/>
                    <a:pt x="211" y="1"/>
                    <a:pt x="1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763;p64">
              <a:extLst>
                <a:ext uri="{FF2B5EF4-FFF2-40B4-BE49-F238E27FC236}">
                  <a16:creationId xmlns:a16="http://schemas.microsoft.com/office/drawing/2014/main" id="{85A9C07B-0AF1-ED6E-B8F0-E2ECD339B0F1}"/>
                </a:ext>
              </a:extLst>
            </p:cNvPr>
            <p:cNvSpPr/>
            <p:nvPr/>
          </p:nvSpPr>
          <p:spPr>
            <a:xfrm>
              <a:off x="2980674" y="-2882676"/>
              <a:ext cx="21618" cy="36563"/>
            </a:xfrm>
            <a:custGeom>
              <a:avLst/>
              <a:gdLst/>
              <a:ahLst/>
              <a:cxnLst/>
              <a:rect l="l" t="t" r="r" b="b"/>
              <a:pathLst>
                <a:path w="149" h="252" extrusionOk="0">
                  <a:moveTo>
                    <a:pt x="75" y="1"/>
                  </a:moveTo>
                  <a:cubicBezTo>
                    <a:pt x="34" y="1"/>
                    <a:pt x="1" y="57"/>
                    <a:pt x="1" y="126"/>
                  </a:cubicBezTo>
                  <a:cubicBezTo>
                    <a:pt x="1" y="196"/>
                    <a:pt x="34" y="251"/>
                    <a:pt x="75" y="251"/>
                  </a:cubicBezTo>
                  <a:cubicBezTo>
                    <a:pt x="116" y="251"/>
                    <a:pt x="148" y="195"/>
                    <a:pt x="148" y="126"/>
                  </a:cubicBezTo>
                  <a:cubicBezTo>
                    <a:pt x="148" y="57"/>
                    <a:pt x="116" y="1"/>
                    <a:pt x="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764;p64">
              <a:extLst>
                <a:ext uri="{FF2B5EF4-FFF2-40B4-BE49-F238E27FC236}">
                  <a16:creationId xmlns:a16="http://schemas.microsoft.com/office/drawing/2014/main" id="{97F645BB-C09F-7A6B-CD20-9A28BB9ED7E0}"/>
                </a:ext>
              </a:extLst>
            </p:cNvPr>
            <p:cNvSpPr/>
            <p:nvPr/>
          </p:nvSpPr>
          <p:spPr>
            <a:xfrm>
              <a:off x="2974000" y="-2749774"/>
              <a:ext cx="28293" cy="28873"/>
            </a:xfrm>
            <a:custGeom>
              <a:avLst/>
              <a:gdLst/>
              <a:ahLst/>
              <a:cxnLst/>
              <a:rect l="l" t="t" r="r" b="b"/>
              <a:pathLst>
                <a:path w="195" h="199" extrusionOk="0">
                  <a:moveTo>
                    <a:pt x="24" y="0"/>
                  </a:moveTo>
                  <a:cubicBezTo>
                    <a:pt x="10" y="0"/>
                    <a:pt x="0" y="11"/>
                    <a:pt x="0" y="25"/>
                  </a:cubicBezTo>
                  <a:lnTo>
                    <a:pt x="0" y="173"/>
                  </a:lnTo>
                  <a:cubicBezTo>
                    <a:pt x="0" y="187"/>
                    <a:pt x="10" y="198"/>
                    <a:pt x="24" y="198"/>
                  </a:cubicBezTo>
                  <a:lnTo>
                    <a:pt x="170" y="198"/>
                  </a:lnTo>
                  <a:cubicBezTo>
                    <a:pt x="184" y="198"/>
                    <a:pt x="194" y="187"/>
                    <a:pt x="194" y="173"/>
                  </a:cubicBezTo>
                  <a:lnTo>
                    <a:pt x="194" y="25"/>
                  </a:lnTo>
                  <a:cubicBezTo>
                    <a:pt x="194" y="11"/>
                    <a:pt x="184" y="0"/>
                    <a:pt x="1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765;p64">
              <a:extLst>
                <a:ext uri="{FF2B5EF4-FFF2-40B4-BE49-F238E27FC236}">
                  <a16:creationId xmlns:a16="http://schemas.microsoft.com/office/drawing/2014/main" id="{45BFE4F0-E238-D308-CA6D-DB7D1DC6441D}"/>
                </a:ext>
              </a:extLst>
            </p:cNvPr>
            <p:cNvSpPr/>
            <p:nvPr/>
          </p:nvSpPr>
          <p:spPr>
            <a:xfrm>
              <a:off x="2691219" y="-2297383"/>
              <a:ext cx="581085" cy="65871"/>
            </a:xfrm>
            <a:custGeom>
              <a:avLst/>
              <a:gdLst/>
              <a:ahLst/>
              <a:cxnLst/>
              <a:rect l="l" t="t" r="r" b="b"/>
              <a:pathLst>
                <a:path w="4005" h="454" extrusionOk="0">
                  <a:moveTo>
                    <a:pt x="1980" y="1"/>
                  </a:moveTo>
                  <a:cubicBezTo>
                    <a:pt x="1" y="1"/>
                    <a:pt x="136" y="454"/>
                    <a:pt x="136" y="454"/>
                  </a:cubicBezTo>
                  <a:lnTo>
                    <a:pt x="4004" y="454"/>
                  </a:lnTo>
                  <a:cubicBezTo>
                    <a:pt x="4004" y="454"/>
                    <a:pt x="3949" y="5"/>
                    <a:pt x="1998" y="1"/>
                  </a:cubicBezTo>
                  <a:cubicBezTo>
                    <a:pt x="1992" y="1"/>
                    <a:pt x="1986" y="1"/>
                    <a:pt x="198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766;p64">
              <a:extLst>
                <a:ext uri="{FF2B5EF4-FFF2-40B4-BE49-F238E27FC236}">
                  <a16:creationId xmlns:a16="http://schemas.microsoft.com/office/drawing/2014/main" id="{27CC428B-35DE-11FC-91C5-E29DD7DB98FA}"/>
                </a:ext>
              </a:extLst>
            </p:cNvPr>
            <p:cNvSpPr/>
            <p:nvPr/>
          </p:nvSpPr>
          <p:spPr>
            <a:xfrm>
              <a:off x="2704422" y="-2231657"/>
              <a:ext cx="565416" cy="534076"/>
            </a:xfrm>
            <a:custGeom>
              <a:avLst/>
              <a:gdLst/>
              <a:ahLst/>
              <a:cxnLst/>
              <a:rect l="l" t="t" r="r" b="b"/>
              <a:pathLst>
                <a:path w="3897" h="3681" extrusionOk="0">
                  <a:moveTo>
                    <a:pt x="0" y="1"/>
                  </a:moveTo>
                  <a:lnTo>
                    <a:pt x="0" y="3679"/>
                  </a:lnTo>
                  <a:lnTo>
                    <a:pt x="217" y="3679"/>
                  </a:lnTo>
                  <a:lnTo>
                    <a:pt x="217" y="1814"/>
                  </a:lnTo>
                  <a:lnTo>
                    <a:pt x="217" y="868"/>
                  </a:lnTo>
                  <a:cubicBezTo>
                    <a:pt x="217" y="536"/>
                    <a:pt x="709" y="426"/>
                    <a:pt x="709" y="426"/>
                  </a:cubicBezTo>
                  <a:cubicBezTo>
                    <a:pt x="709" y="426"/>
                    <a:pt x="1189" y="538"/>
                    <a:pt x="1189" y="868"/>
                  </a:cubicBezTo>
                  <a:lnTo>
                    <a:pt x="1189" y="1814"/>
                  </a:lnTo>
                  <a:lnTo>
                    <a:pt x="1189" y="3679"/>
                  </a:lnTo>
                  <a:lnTo>
                    <a:pt x="1515" y="3679"/>
                  </a:lnTo>
                  <a:lnTo>
                    <a:pt x="1515" y="1814"/>
                  </a:lnTo>
                  <a:lnTo>
                    <a:pt x="1515" y="868"/>
                  </a:lnTo>
                  <a:cubicBezTo>
                    <a:pt x="1515" y="536"/>
                    <a:pt x="2007" y="426"/>
                    <a:pt x="2007" y="426"/>
                  </a:cubicBezTo>
                  <a:cubicBezTo>
                    <a:pt x="2007" y="426"/>
                    <a:pt x="2488" y="538"/>
                    <a:pt x="2488" y="868"/>
                  </a:cubicBezTo>
                  <a:lnTo>
                    <a:pt x="2488" y="1814"/>
                  </a:lnTo>
                  <a:lnTo>
                    <a:pt x="2488" y="3679"/>
                  </a:lnTo>
                  <a:lnTo>
                    <a:pt x="2813" y="3679"/>
                  </a:lnTo>
                  <a:lnTo>
                    <a:pt x="2813" y="1814"/>
                  </a:lnTo>
                  <a:lnTo>
                    <a:pt x="2813" y="868"/>
                  </a:lnTo>
                  <a:cubicBezTo>
                    <a:pt x="2813" y="536"/>
                    <a:pt x="3305" y="426"/>
                    <a:pt x="3305" y="426"/>
                  </a:cubicBezTo>
                  <a:cubicBezTo>
                    <a:pt x="3305" y="426"/>
                    <a:pt x="3787" y="538"/>
                    <a:pt x="3787" y="868"/>
                  </a:cubicBezTo>
                  <a:lnTo>
                    <a:pt x="3787" y="1815"/>
                  </a:lnTo>
                  <a:lnTo>
                    <a:pt x="3787" y="3680"/>
                  </a:lnTo>
                  <a:lnTo>
                    <a:pt x="3896" y="3680"/>
                  </a:lnTo>
                  <a:lnTo>
                    <a:pt x="389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767;p64">
              <a:extLst>
                <a:ext uri="{FF2B5EF4-FFF2-40B4-BE49-F238E27FC236}">
                  <a16:creationId xmlns:a16="http://schemas.microsoft.com/office/drawing/2014/main" id="{E3370BA9-5FBD-F60C-2463-A4C98A08A0C3}"/>
                </a:ext>
              </a:extLst>
            </p:cNvPr>
            <p:cNvSpPr/>
            <p:nvPr/>
          </p:nvSpPr>
          <p:spPr>
            <a:xfrm>
              <a:off x="2625639" y="-1870528"/>
              <a:ext cx="644200" cy="1539260"/>
            </a:xfrm>
            <a:custGeom>
              <a:avLst/>
              <a:gdLst/>
              <a:ahLst/>
              <a:cxnLst/>
              <a:rect l="l" t="t" r="r" b="b"/>
              <a:pathLst>
                <a:path w="4440" h="10609" extrusionOk="0">
                  <a:moveTo>
                    <a:pt x="1" y="1"/>
                  </a:moveTo>
                  <a:lnTo>
                    <a:pt x="1" y="10609"/>
                  </a:lnTo>
                  <a:lnTo>
                    <a:pt x="4439" y="10609"/>
                  </a:lnTo>
                  <a:lnTo>
                    <a:pt x="443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768;p64">
              <a:extLst>
                <a:ext uri="{FF2B5EF4-FFF2-40B4-BE49-F238E27FC236}">
                  <a16:creationId xmlns:a16="http://schemas.microsoft.com/office/drawing/2014/main" id="{25B12F7C-A3EF-632F-9CE4-4964831310E0}"/>
                </a:ext>
              </a:extLst>
            </p:cNvPr>
            <p:cNvSpPr/>
            <p:nvPr/>
          </p:nvSpPr>
          <p:spPr>
            <a:xfrm>
              <a:off x="2264510" y="-1649846"/>
              <a:ext cx="298305" cy="564835"/>
            </a:xfrm>
            <a:custGeom>
              <a:avLst/>
              <a:gdLst/>
              <a:ahLst/>
              <a:cxnLst/>
              <a:rect l="l" t="t" r="r" b="b"/>
              <a:pathLst>
                <a:path w="2056" h="3893" extrusionOk="0">
                  <a:moveTo>
                    <a:pt x="1049" y="1"/>
                  </a:moveTo>
                  <a:cubicBezTo>
                    <a:pt x="1049" y="1"/>
                    <a:pt x="0" y="490"/>
                    <a:pt x="0" y="878"/>
                  </a:cubicBezTo>
                  <a:lnTo>
                    <a:pt x="0" y="3893"/>
                  </a:lnTo>
                  <a:lnTo>
                    <a:pt x="2055" y="3893"/>
                  </a:lnTo>
                  <a:lnTo>
                    <a:pt x="2055" y="921"/>
                  </a:lnTo>
                  <a:cubicBezTo>
                    <a:pt x="2055" y="535"/>
                    <a:pt x="1049" y="1"/>
                    <a:pt x="104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769;p64">
              <a:extLst>
                <a:ext uri="{FF2B5EF4-FFF2-40B4-BE49-F238E27FC236}">
                  <a16:creationId xmlns:a16="http://schemas.microsoft.com/office/drawing/2014/main" id="{5F912A00-70BB-F841-AF58-67BDCB15AA9F}"/>
                </a:ext>
              </a:extLst>
            </p:cNvPr>
            <p:cNvSpPr/>
            <p:nvPr/>
          </p:nvSpPr>
          <p:spPr>
            <a:xfrm>
              <a:off x="2751287" y="-1649846"/>
              <a:ext cx="314120" cy="564835"/>
            </a:xfrm>
            <a:custGeom>
              <a:avLst/>
              <a:gdLst/>
              <a:ahLst/>
              <a:cxnLst/>
              <a:rect l="l" t="t" r="r" b="b"/>
              <a:pathLst>
                <a:path w="2165" h="3893" extrusionOk="0">
                  <a:moveTo>
                    <a:pt x="1104" y="1"/>
                  </a:moveTo>
                  <a:cubicBezTo>
                    <a:pt x="1104" y="1"/>
                    <a:pt x="0" y="490"/>
                    <a:pt x="0" y="878"/>
                  </a:cubicBezTo>
                  <a:lnTo>
                    <a:pt x="0" y="3893"/>
                  </a:lnTo>
                  <a:lnTo>
                    <a:pt x="2165" y="3893"/>
                  </a:lnTo>
                  <a:lnTo>
                    <a:pt x="2165" y="921"/>
                  </a:lnTo>
                  <a:cubicBezTo>
                    <a:pt x="2165" y="535"/>
                    <a:pt x="1104" y="1"/>
                    <a:pt x="11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770;p64">
              <a:extLst>
                <a:ext uri="{FF2B5EF4-FFF2-40B4-BE49-F238E27FC236}">
                  <a16:creationId xmlns:a16="http://schemas.microsoft.com/office/drawing/2014/main" id="{B72310D8-5A86-9FFA-2F75-04BDD4B4F58F}"/>
                </a:ext>
              </a:extLst>
            </p:cNvPr>
            <p:cNvSpPr/>
            <p:nvPr/>
          </p:nvSpPr>
          <p:spPr>
            <a:xfrm>
              <a:off x="2264510" y="-925992"/>
              <a:ext cx="298305" cy="578909"/>
            </a:xfrm>
            <a:custGeom>
              <a:avLst/>
              <a:gdLst/>
              <a:ahLst/>
              <a:cxnLst/>
              <a:rect l="l" t="t" r="r" b="b"/>
              <a:pathLst>
                <a:path w="2056" h="3990" extrusionOk="0">
                  <a:moveTo>
                    <a:pt x="1049" y="0"/>
                  </a:moveTo>
                  <a:cubicBezTo>
                    <a:pt x="1049" y="0"/>
                    <a:pt x="0" y="491"/>
                    <a:pt x="0" y="877"/>
                  </a:cubicBezTo>
                  <a:lnTo>
                    <a:pt x="0" y="3989"/>
                  </a:lnTo>
                  <a:lnTo>
                    <a:pt x="2055" y="3989"/>
                  </a:lnTo>
                  <a:lnTo>
                    <a:pt x="2055" y="921"/>
                  </a:lnTo>
                  <a:cubicBezTo>
                    <a:pt x="2055" y="533"/>
                    <a:pt x="1049" y="0"/>
                    <a:pt x="104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771;p64">
              <a:extLst>
                <a:ext uri="{FF2B5EF4-FFF2-40B4-BE49-F238E27FC236}">
                  <a16:creationId xmlns:a16="http://schemas.microsoft.com/office/drawing/2014/main" id="{2C1D1BB5-1605-B6FC-EBCA-22CC902FBCFB}"/>
                </a:ext>
              </a:extLst>
            </p:cNvPr>
            <p:cNvSpPr/>
            <p:nvPr/>
          </p:nvSpPr>
          <p:spPr>
            <a:xfrm>
              <a:off x="2751287" y="-925992"/>
              <a:ext cx="314120" cy="578909"/>
            </a:xfrm>
            <a:custGeom>
              <a:avLst/>
              <a:gdLst/>
              <a:ahLst/>
              <a:cxnLst/>
              <a:rect l="l" t="t" r="r" b="b"/>
              <a:pathLst>
                <a:path w="2165" h="3990" extrusionOk="0">
                  <a:moveTo>
                    <a:pt x="1104" y="0"/>
                  </a:moveTo>
                  <a:cubicBezTo>
                    <a:pt x="1104" y="0"/>
                    <a:pt x="0" y="491"/>
                    <a:pt x="0" y="877"/>
                  </a:cubicBezTo>
                  <a:lnTo>
                    <a:pt x="0" y="3989"/>
                  </a:lnTo>
                  <a:lnTo>
                    <a:pt x="2165" y="3989"/>
                  </a:lnTo>
                  <a:lnTo>
                    <a:pt x="2165" y="921"/>
                  </a:lnTo>
                  <a:cubicBezTo>
                    <a:pt x="2165" y="533"/>
                    <a:pt x="1104" y="0"/>
                    <a:pt x="11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772;p64">
              <a:extLst>
                <a:ext uri="{FF2B5EF4-FFF2-40B4-BE49-F238E27FC236}">
                  <a16:creationId xmlns:a16="http://schemas.microsoft.com/office/drawing/2014/main" id="{99FC54E9-7EC5-925D-7FED-D6C2BF2CCE33}"/>
                </a:ext>
              </a:extLst>
            </p:cNvPr>
            <p:cNvSpPr/>
            <p:nvPr/>
          </p:nvSpPr>
          <p:spPr>
            <a:xfrm>
              <a:off x="2138862" y="-2011991"/>
              <a:ext cx="31339" cy="1680577"/>
            </a:xfrm>
            <a:custGeom>
              <a:avLst/>
              <a:gdLst/>
              <a:ahLst/>
              <a:cxnLst/>
              <a:rect l="l" t="t" r="r" b="b"/>
              <a:pathLst>
                <a:path w="216" h="11583" extrusionOk="0">
                  <a:moveTo>
                    <a:pt x="0" y="0"/>
                  </a:moveTo>
                  <a:lnTo>
                    <a:pt x="0" y="11582"/>
                  </a:lnTo>
                  <a:lnTo>
                    <a:pt x="215" y="11582"/>
                  </a:lnTo>
                  <a:lnTo>
                    <a:pt x="21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73;p64">
              <a:extLst>
                <a:ext uri="{FF2B5EF4-FFF2-40B4-BE49-F238E27FC236}">
                  <a16:creationId xmlns:a16="http://schemas.microsoft.com/office/drawing/2014/main" id="{FF711B88-BCDF-EB25-B5D1-1CCBB80984FB}"/>
                </a:ext>
              </a:extLst>
            </p:cNvPr>
            <p:cNvSpPr/>
            <p:nvPr/>
          </p:nvSpPr>
          <p:spPr>
            <a:xfrm>
              <a:off x="2119855" y="-2150117"/>
              <a:ext cx="74141" cy="74576"/>
            </a:xfrm>
            <a:custGeom>
              <a:avLst/>
              <a:gdLst/>
              <a:ahLst/>
              <a:cxnLst/>
              <a:rect l="l" t="t" r="r" b="b"/>
              <a:pathLst>
                <a:path w="511" h="514" extrusionOk="0">
                  <a:moveTo>
                    <a:pt x="255" y="1"/>
                  </a:moveTo>
                  <a:cubicBezTo>
                    <a:pt x="255" y="1"/>
                    <a:pt x="238" y="222"/>
                    <a:pt x="186" y="349"/>
                  </a:cubicBezTo>
                  <a:lnTo>
                    <a:pt x="115" y="396"/>
                  </a:lnTo>
                  <a:cubicBezTo>
                    <a:pt x="68" y="422"/>
                    <a:pt x="27" y="462"/>
                    <a:pt x="1" y="510"/>
                  </a:cubicBezTo>
                  <a:cubicBezTo>
                    <a:pt x="92" y="460"/>
                    <a:pt x="177" y="442"/>
                    <a:pt x="253" y="442"/>
                  </a:cubicBezTo>
                  <a:cubicBezTo>
                    <a:pt x="359" y="442"/>
                    <a:pt x="448" y="478"/>
                    <a:pt x="511" y="514"/>
                  </a:cubicBezTo>
                  <a:cubicBezTo>
                    <a:pt x="481" y="462"/>
                    <a:pt x="379" y="385"/>
                    <a:pt x="327" y="359"/>
                  </a:cubicBezTo>
                  <a:cubicBezTo>
                    <a:pt x="259" y="283"/>
                    <a:pt x="255" y="1"/>
                    <a:pt x="2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74;p64">
              <a:extLst>
                <a:ext uri="{FF2B5EF4-FFF2-40B4-BE49-F238E27FC236}">
                  <a16:creationId xmlns:a16="http://schemas.microsoft.com/office/drawing/2014/main" id="{88F08E3B-DF6B-0ACE-9ADE-2DBE237D6CD5}"/>
                </a:ext>
              </a:extLst>
            </p:cNvPr>
            <p:cNvSpPr/>
            <p:nvPr/>
          </p:nvSpPr>
          <p:spPr>
            <a:xfrm>
              <a:off x="2114341" y="-2085987"/>
              <a:ext cx="84878" cy="73270"/>
            </a:xfrm>
            <a:custGeom>
              <a:avLst/>
              <a:gdLst/>
              <a:ahLst/>
              <a:cxnLst/>
              <a:rect l="l" t="t" r="r" b="b"/>
              <a:pathLst>
                <a:path w="585" h="505" extrusionOk="0">
                  <a:moveTo>
                    <a:pt x="292" y="0"/>
                  </a:moveTo>
                  <a:cubicBezTo>
                    <a:pt x="216" y="0"/>
                    <a:pt x="131" y="18"/>
                    <a:pt x="39" y="68"/>
                  </a:cubicBezTo>
                  <a:cubicBezTo>
                    <a:pt x="15" y="110"/>
                    <a:pt x="1" y="159"/>
                    <a:pt x="1" y="212"/>
                  </a:cubicBezTo>
                  <a:cubicBezTo>
                    <a:pt x="1" y="373"/>
                    <a:pt x="130" y="505"/>
                    <a:pt x="292" y="505"/>
                  </a:cubicBezTo>
                  <a:cubicBezTo>
                    <a:pt x="453" y="505"/>
                    <a:pt x="584" y="373"/>
                    <a:pt x="584" y="212"/>
                  </a:cubicBezTo>
                  <a:cubicBezTo>
                    <a:pt x="584" y="159"/>
                    <a:pt x="570" y="111"/>
                    <a:pt x="546" y="69"/>
                  </a:cubicBezTo>
                  <a:cubicBezTo>
                    <a:pt x="485" y="35"/>
                    <a:pt x="398" y="0"/>
                    <a:pt x="2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75;p64">
              <a:extLst>
                <a:ext uri="{FF2B5EF4-FFF2-40B4-BE49-F238E27FC236}">
                  <a16:creationId xmlns:a16="http://schemas.microsoft.com/office/drawing/2014/main" id="{DC91709C-8227-AF3A-6AAE-506EA612BF36}"/>
                </a:ext>
              </a:extLst>
            </p:cNvPr>
            <p:cNvSpPr/>
            <p:nvPr/>
          </p:nvSpPr>
          <p:spPr>
            <a:xfrm>
              <a:off x="2149598" y="-2161869"/>
              <a:ext cx="15089" cy="14944"/>
            </a:xfrm>
            <a:custGeom>
              <a:avLst/>
              <a:gdLst/>
              <a:ahLst/>
              <a:cxnLst/>
              <a:rect l="l" t="t" r="r" b="b"/>
              <a:pathLst>
                <a:path w="104" h="103" extrusionOk="0">
                  <a:moveTo>
                    <a:pt x="53" y="0"/>
                  </a:moveTo>
                  <a:cubicBezTo>
                    <a:pt x="25" y="0"/>
                    <a:pt x="1" y="23"/>
                    <a:pt x="1" y="51"/>
                  </a:cubicBezTo>
                  <a:cubicBezTo>
                    <a:pt x="1" y="79"/>
                    <a:pt x="25" y="103"/>
                    <a:pt x="53" y="103"/>
                  </a:cubicBezTo>
                  <a:cubicBezTo>
                    <a:pt x="81" y="103"/>
                    <a:pt x="104" y="79"/>
                    <a:pt x="104" y="51"/>
                  </a:cubicBezTo>
                  <a:cubicBezTo>
                    <a:pt x="104" y="23"/>
                    <a:pt x="81" y="0"/>
                    <a:pt x="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76;p64">
              <a:extLst>
                <a:ext uri="{FF2B5EF4-FFF2-40B4-BE49-F238E27FC236}">
                  <a16:creationId xmlns:a16="http://schemas.microsoft.com/office/drawing/2014/main" id="{E2D744C7-6EED-B930-1FAA-82F7DAFA3F54}"/>
                </a:ext>
              </a:extLst>
            </p:cNvPr>
            <p:cNvSpPr/>
            <p:nvPr/>
          </p:nvSpPr>
          <p:spPr>
            <a:xfrm>
              <a:off x="2123192" y="-2027515"/>
              <a:ext cx="62969" cy="15815"/>
            </a:xfrm>
            <a:custGeom>
              <a:avLst/>
              <a:gdLst/>
              <a:ahLst/>
              <a:cxnLst/>
              <a:rect l="l" t="t" r="r" b="b"/>
              <a:pathLst>
                <a:path w="434" h="109" extrusionOk="0">
                  <a:moveTo>
                    <a:pt x="28" y="1"/>
                  </a:moveTo>
                  <a:cubicBezTo>
                    <a:pt x="13" y="1"/>
                    <a:pt x="0" y="13"/>
                    <a:pt x="0" y="29"/>
                  </a:cubicBezTo>
                  <a:lnTo>
                    <a:pt x="0" y="79"/>
                  </a:lnTo>
                  <a:cubicBezTo>
                    <a:pt x="0" y="95"/>
                    <a:pt x="13" y="109"/>
                    <a:pt x="28" y="109"/>
                  </a:cubicBezTo>
                  <a:lnTo>
                    <a:pt x="405" y="109"/>
                  </a:lnTo>
                  <a:cubicBezTo>
                    <a:pt x="420" y="109"/>
                    <a:pt x="433" y="98"/>
                    <a:pt x="433" y="79"/>
                  </a:cubicBezTo>
                  <a:lnTo>
                    <a:pt x="433" y="29"/>
                  </a:lnTo>
                  <a:cubicBezTo>
                    <a:pt x="433" y="13"/>
                    <a:pt x="420" y="1"/>
                    <a:pt x="4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77;p64">
              <a:extLst>
                <a:ext uri="{FF2B5EF4-FFF2-40B4-BE49-F238E27FC236}">
                  <a16:creationId xmlns:a16="http://schemas.microsoft.com/office/drawing/2014/main" id="{7F2E1ACE-9540-CBF5-7CB7-9D3A3AEE453B}"/>
                </a:ext>
              </a:extLst>
            </p:cNvPr>
            <p:cNvSpPr/>
            <p:nvPr/>
          </p:nvSpPr>
          <p:spPr>
            <a:xfrm>
              <a:off x="2122902" y="-1886343"/>
              <a:ext cx="1147952" cy="47444"/>
            </a:xfrm>
            <a:custGeom>
              <a:avLst/>
              <a:gdLst/>
              <a:ahLst/>
              <a:cxnLst/>
              <a:rect l="l" t="t" r="r" b="b"/>
              <a:pathLst>
                <a:path w="7912" h="327" extrusionOk="0">
                  <a:moveTo>
                    <a:pt x="103" y="0"/>
                  </a:moveTo>
                  <a:cubicBezTo>
                    <a:pt x="68" y="0"/>
                    <a:pt x="1" y="17"/>
                    <a:pt x="1" y="54"/>
                  </a:cubicBezTo>
                  <a:lnTo>
                    <a:pt x="1" y="249"/>
                  </a:lnTo>
                  <a:cubicBezTo>
                    <a:pt x="1" y="284"/>
                    <a:pt x="68" y="326"/>
                    <a:pt x="103" y="326"/>
                  </a:cubicBezTo>
                  <a:lnTo>
                    <a:pt x="7873" y="326"/>
                  </a:lnTo>
                  <a:cubicBezTo>
                    <a:pt x="7909" y="326"/>
                    <a:pt x="7904" y="286"/>
                    <a:pt x="7904" y="249"/>
                  </a:cubicBezTo>
                  <a:lnTo>
                    <a:pt x="7904" y="54"/>
                  </a:lnTo>
                  <a:cubicBezTo>
                    <a:pt x="7904" y="19"/>
                    <a:pt x="7911" y="0"/>
                    <a:pt x="78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78;p64">
              <a:extLst>
                <a:ext uri="{FF2B5EF4-FFF2-40B4-BE49-F238E27FC236}">
                  <a16:creationId xmlns:a16="http://schemas.microsoft.com/office/drawing/2014/main" id="{D822376A-E649-0DDC-6D08-3C18F4DB212E}"/>
                </a:ext>
              </a:extLst>
            </p:cNvPr>
            <p:cNvSpPr/>
            <p:nvPr/>
          </p:nvSpPr>
          <p:spPr>
            <a:xfrm>
              <a:off x="2122902" y="-488401"/>
              <a:ext cx="1146936" cy="157132"/>
            </a:xfrm>
            <a:custGeom>
              <a:avLst/>
              <a:gdLst/>
              <a:ahLst/>
              <a:cxnLst/>
              <a:rect l="l" t="t" r="r" b="b"/>
              <a:pathLst>
                <a:path w="7905" h="1083" extrusionOk="0">
                  <a:moveTo>
                    <a:pt x="1" y="1"/>
                  </a:moveTo>
                  <a:lnTo>
                    <a:pt x="1" y="1083"/>
                  </a:lnTo>
                  <a:lnTo>
                    <a:pt x="7904" y="1083"/>
                  </a:lnTo>
                  <a:lnTo>
                    <a:pt x="79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79;p64">
              <a:extLst>
                <a:ext uri="{FF2B5EF4-FFF2-40B4-BE49-F238E27FC236}">
                  <a16:creationId xmlns:a16="http://schemas.microsoft.com/office/drawing/2014/main" id="{07C36211-F74A-52B1-4BB2-76A09931851A}"/>
                </a:ext>
              </a:extLst>
            </p:cNvPr>
            <p:cNvSpPr/>
            <p:nvPr/>
          </p:nvSpPr>
          <p:spPr>
            <a:xfrm>
              <a:off x="3300887" y="-2121969"/>
              <a:ext cx="1523590" cy="1727732"/>
            </a:xfrm>
            <a:custGeom>
              <a:avLst/>
              <a:gdLst/>
              <a:ahLst/>
              <a:cxnLst/>
              <a:rect l="l" t="t" r="r" b="b"/>
              <a:pathLst>
                <a:path w="10501" h="11908" extrusionOk="0">
                  <a:moveTo>
                    <a:pt x="0" y="1"/>
                  </a:moveTo>
                  <a:lnTo>
                    <a:pt x="0" y="11907"/>
                  </a:lnTo>
                  <a:lnTo>
                    <a:pt x="10500" y="11907"/>
                  </a:lnTo>
                  <a:lnTo>
                    <a:pt x="1050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80;p64">
              <a:extLst>
                <a:ext uri="{FF2B5EF4-FFF2-40B4-BE49-F238E27FC236}">
                  <a16:creationId xmlns:a16="http://schemas.microsoft.com/office/drawing/2014/main" id="{E0F23DA6-DDCD-DDBF-ECFE-57F4235AC8DE}"/>
                </a:ext>
              </a:extLst>
            </p:cNvPr>
            <p:cNvSpPr/>
            <p:nvPr/>
          </p:nvSpPr>
          <p:spPr>
            <a:xfrm>
              <a:off x="3300887" y="-2451759"/>
              <a:ext cx="1523590" cy="251441"/>
            </a:xfrm>
            <a:custGeom>
              <a:avLst/>
              <a:gdLst/>
              <a:ahLst/>
              <a:cxnLst/>
              <a:rect l="l" t="t" r="r" b="b"/>
              <a:pathLst>
                <a:path w="10501" h="1733" extrusionOk="0">
                  <a:moveTo>
                    <a:pt x="0" y="1"/>
                  </a:moveTo>
                  <a:lnTo>
                    <a:pt x="0" y="1733"/>
                  </a:lnTo>
                  <a:lnTo>
                    <a:pt x="10500" y="1733"/>
                  </a:lnTo>
                  <a:lnTo>
                    <a:pt x="1050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781;p64">
              <a:extLst>
                <a:ext uri="{FF2B5EF4-FFF2-40B4-BE49-F238E27FC236}">
                  <a16:creationId xmlns:a16="http://schemas.microsoft.com/office/drawing/2014/main" id="{F75AB5B1-5BC2-F138-5CB3-07F24AF691A9}"/>
                </a:ext>
              </a:extLst>
            </p:cNvPr>
            <p:cNvSpPr/>
            <p:nvPr/>
          </p:nvSpPr>
          <p:spPr>
            <a:xfrm>
              <a:off x="3316847" y="-2200463"/>
              <a:ext cx="1507775" cy="78639"/>
            </a:xfrm>
            <a:custGeom>
              <a:avLst/>
              <a:gdLst/>
              <a:ahLst/>
              <a:cxnLst/>
              <a:rect l="l" t="t" r="r" b="b"/>
              <a:pathLst>
                <a:path w="10392" h="542" extrusionOk="0">
                  <a:moveTo>
                    <a:pt x="0" y="1"/>
                  </a:moveTo>
                  <a:lnTo>
                    <a:pt x="0" y="542"/>
                  </a:lnTo>
                  <a:lnTo>
                    <a:pt x="10392" y="542"/>
                  </a:lnTo>
                  <a:lnTo>
                    <a:pt x="103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782;p64">
              <a:extLst>
                <a:ext uri="{FF2B5EF4-FFF2-40B4-BE49-F238E27FC236}">
                  <a16:creationId xmlns:a16="http://schemas.microsoft.com/office/drawing/2014/main" id="{7B15D9BA-8E38-2970-313F-D32C3C2B133B}"/>
                </a:ext>
              </a:extLst>
            </p:cNvPr>
            <p:cNvSpPr/>
            <p:nvPr/>
          </p:nvSpPr>
          <p:spPr>
            <a:xfrm>
              <a:off x="3913457" y="-1476464"/>
              <a:ext cx="282780" cy="454277"/>
            </a:xfrm>
            <a:custGeom>
              <a:avLst/>
              <a:gdLst/>
              <a:ahLst/>
              <a:cxnLst/>
              <a:rect l="l" t="t" r="r" b="b"/>
              <a:pathLst>
                <a:path w="1949" h="3131" extrusionOk="0">
                  <a:moveTo>
                    <a:pt x="957" y="0"/>
                  </a:moveTo>
                  <a:cubicBezTo>
                    <a:pt x="957" y="0"/>
                    <a:pt x="1" y="488"/>
                    <a:pt x="1" y="842"/>
                  </a:cubicBezTo>
                  <a:lnTo>
                    <a:pt x="1" y="3131"/>
                  </a:lnTo>
                  <a:lnTo>
                    <a:pt x="1949" y="3131"/>
                  </a:lnTo>
                  <a:lnTo>
                    <a:pt x="1949" y="804"/>
                  </a:lnTo>
                  <a:cubicBezTo>
                    <a:pt x="1949" y="449"/>
                    <a:pt x="957" y="0"/>
                    <a:pt x="95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783;p64">
              <a:extLst>
                <a:ext uri="{FF2B5EF4-FFF2-40B4-BE49-F238E27FC236}">
                  <a16:creationId xmlns:a16="http://schemas.microsoft.com/office/drawing/2014/main" id="{1E9FD16C-2976-5235-8A22-DCE77FE17FB4}"/>
                </a:ext>
              </a:extLst>
            </p:cNvPr>
            <p:cNvSpPr/>
            <p:nvPr/>
          </p:nvSpPr>
          <p:spPr>
            <a:xfrm>
              <a:off x="3913457" y="-880144"/>
              <a:ext cx="282780" cy="454712"/>
            </a:xfrm>
            <a:custGeom>
              <a:avLst/>
              <a:gdLst/>
              <a:ahLst/>
              <a:cxnLst/>
              <a:rect l="l" t="t" r="r" b="b"/>
              <a:pathLst>
                <a:path w="1949" h="3134" extrusionOk="0">
                  <a:moveTo>
                    <a:pt x="957" y="0"/>
                  </a:moveTo>
                  <a:cubicBezTo>
                    <a:pt x="957" y="0"/>
                    <a:pt x="1" y="487"/>
                    <a:pt x="1" y="842"/>
                  </a:cubicBezTo>
                  <a:lnTo>
                    <a:pt x="1" y="3133"/>
                  </a:lnTo>
                  <a:lnTo>
                    <a:pt x="1949" y="3133"/>
                  </a:lnTo>
                  <a:lnTo>
                    <a:pt x="1949" y="803"/>
                  </a:lnTo>
                  <a:cubicBezTo>
                    <a:pt x="1949" y="449"/>
                    <a:pt x="957" y="0"/>
                    <a:pt x="95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784;p64">
              <a:extLst>
                <a:ext uri="{FF2B5EF4-FFF2-40B4-BE49-F238E27FC236}">
                  <a16:creationId xmlns:a16="http://schemas.microsoft.com/office/drawing/2014/main" id="{C03D93BA-261C-28D2-1BED-0FBCBFD3A43D}"/>
                </a:ext>
              </a:extLst>
            </p:cNvPr>
            <p:cNvSpPr/>
            <p:nvPr/>
          </p:nvSpPr>
          <p:spPr>
            <a:xfrm>
              <a:off x="3316557" y="-1933352"/>
              <a:ext cx="1507920" cy="1570889"/>
            </a:xfrm>
            <a:custGeom>
              <a:avLst/>
              <a:gdLst/>
              <a:ahLst/>
              <a:cxnLst/>
              <a:rect l="l" t="t" r="r" b="b"/>
              <a:pathLst>
                <a:path w="10393" h="10827" extrusionOk="0">
                  <a:moveTo>
                    <a:pt x="5083" y="836"/>
                  </a:moveTo>
                  <a:cubicBezTo>
                    <a:pt x="5083" y="836"/>
                    <a:pt x="8228" y="2323"/>
                    <a:pt x="8228" y="3499"/>
                  </a:cubicBezTo>
                  <a:lnTo>
                    <a:pt x="8228" y="5954"/>
                  </a:lnTo>
                  <a:lnTo>
                    <a:pt x="2057" y="5954"/>
                  </a:lnTo>
                  <a:lnTo>
                    <a:pt x="2057" y="3632"/>
                  </a:lnTo>
                  <a:cubicBezTo>
                    <a:pt x="2057" y="2454"/>
                    <a:pt x="5083" y="836"/>
                    <a:pt x="5083" y="836"/>
                  </a:cubicBezTo>
                  <a:close/>
                  <a:moveTo>
                    <a:pt x="1408" y="1"/>
                  </a:moveTo>
                  <a:lnTo>
                    <a:pt x="1408" y="5924"/>
                  </a:lnTo>
                  <a:lnTo>
                    <a:pt x="1408" y="6446"/>
                  </a:lnTo>
                  <a:lnTo>
                    <a:pt x="1408" y="9960"/>
                  </a:lnTo>
                  <a:lnTo>
                    <a:pt x="1" y="9960"/>
                  </a:lnTo>
                  <a:lnTo>
                    <a:pt x="1" y="10827"/>
                  </a:lnTo>
                  <a:lnTo>
                    <a:pt x="2057" y="10827"/>
                  </a:lnTo>
                  <a:lnTo>
                    <a:pt x="2057" y="9969"/>
                  </a:lnTo>
                  <a:lnTo>
                    <a:pt x="2057" y="6495"/>
                  </a:lnTo>
                  <a:lnTo>
                    <a:pt x="8228" y="6495"/>
                  </a:lnTo>
                  <a:lnTo>
                    <a:pt x="8228" y="9969"/>
                  </a:lnTo>
                  <a:lnTo>
                    <a:pt x="8228" y="10827"/>
                  </a:lnTo>
                  <a:lnTo>
                    <a:pt x="10392" y="10827"/>
                  </a:lnTo>
                  <a:lnTo>
                    <a:pt x="10392" y="9960"/>
                  </a:lnTo>
                  <a:lnTo>
                    <a:pt x="8769" y="9960"/>
                  </a:lnTo>
                  <a:lnTo>
                    <a:pt x="8769" y="6446"/>
                  </a:lnTo>
                  <a:lnTo>
                    <a:pt x="8769" y="5924"/>
                  </a:lnTo>
                  <a:lnTo>
                    <a:pt x="876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785;p64">
              <a:extLst>
                <a:ext uri="{FF2B5EF4-FFF2-40B4-BE49-F238E27FC236}">
                  <a16:creationId xmlns:a16="http://schemas.microsoft.com/office/drawing/2014/main" id="{5EB150C9-F4BE-E6AF-714C-E44C5F0D3CB6}"/>
                </a:ext>
              </a:extLst>
            </p:cNvPr>
            <p:cNvSpPr/>
            <p:nvPr/>
          </p:nvSpPr>
          <p:spPr>
            <a:xfrm>
              <a:off x="4057532" y="-4219390"/>
              <a:ext cx="24230" cy="511442"/>
            </a:xfrm>
            <a:custGeom>
              <a:avLst/>
              <a:gdLst/>
              <a:ahLst/>
              <a:cxnLst/>
              <a:rect l="l" t="t" r="r" b="b"/>
              <a:pathLst>
                <a:path w="167" h="3525" extrusionOk="0">
                  <a:moveTo>
                    <a:pt x="117" y="0"/>
                  </a:moveTo>
                  <a:lnTo>
                    <a:pt x="0" y="3524"/>
                  </a:lnTo>
                  <a:lnTo>
                    <a:pt x="166" y="3524"/>
                  </a:lnTo>
                  <a:lnTo>
                    <a:pt x="11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786;p64">
              <a:extLst>
                <a:ext uri="{FF2B5EF4-FFF2-40B4-BE49-F238E27FC236}">
                  <a16:creationId xmlns:a16="http://schemas.microsoft.com/office/drawing/2014/main" id="{69688F5E-5DB2-E9BE-14C1-E5605039177D}"/>
                </a:ext>
              </a:extLst>
            </p:cNvPr>
            <p:cNvSpPr/>
            <p:nvPr/>
          </p:nvSpPr>
          <p:spPr>
            <a:xfrm>
              <a:off x="3940879" y="-4495787"/>
              <a:ext cx="359823" cy="375783"/>
            </a:xfrm>
            <a:custGeom>
              <a:avLst/>
              <a:gdLst/>
              <a:ahLst/>
              <a:cxnLst/>
              <a:rect l="l" t="t" r="r" b="b"/>
              <a:pathLst>
                <a:path w="2480" h="2590" extrusionOk="0">
                  <a:moveTo>
                    <a:pt x="997" y="1"/>
                  </a:moveTo>
                  <a:cubicBezTo>
                    <a:pt x="425" y="144"/>
                    <a:pt x="0" y="660"/>
                    <a:pt x="0" y="1277"/>
                  </a:cubicBezTo>
                  <a:cubicBezTo>
                    <a:pt x="0" y="2002"/>
                    <a:pt x="588" y="2590"/>
                    <a:pt x="1314" y="2590"/>
                  </a:cubicBezTo>
                  <a:cubicBezTo>
                    <a:pt x="1822" y="2590"/>
                    <a:pt x="2262" y="2303"/>
                    <a:pt x="2480" y="1881"/>
                  </a:cubicBezTo>
                  <a:lnTo>
                    <a:pt x="2480" y="1881"/>
                  </a:lnTo>
                  <a:cubicBezTo>
                    <a:pt x="2286" y="2015"/>
                    <a:pt x="2052" y="2092"/>
                    <a:pt x="1801" y="2092"/>
                  </a:cubicBezTo>
                  <a:cubicBezTo>
                    <a:pt x="1139" y="2092"/>
                    <a:pt x="600" y="1554"/>
                    <a:pt x="600" y="892"/>
                  </a:cubicBezTo>
                  <a:cubicBezTo>
                    <a:pt x="600" y="539"/>
                    <a:pt x="754" y="221"/>
                    <a:pt x="9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787;p64">
              <a:extLst>
                <a:ext uri="{FF2B5EF4-FFF2-40B4-BE49-F238E27FC236}">
                  <a16:creationId xmlns:a16="http://schemas.microsoft.com/office/drawing/2014/main" id="{68703873-A798-A0FF-380A-1A0ADDFF585F}"/>
                </a:ext>
              </a:extLst>
            </p:cNvPr>
            <p:cNvSpPr/>
            <p:nvPr/>
          </p:nvSpPr>
          <p:spPr>
            <a:xfrm>
              <a:off x="3097616" y="-3746832"/>
              <a:ext cx="1944641" cy="1357897"/>
            </a:xfrm>
            <a:custGeom>
              <a:avLst/>
              <a:gdLst/>
              <a:ahLst/>
              <a:cxnLst/>
              <a:rect l="l" t="t" r="r" b="b"/>
              <a:pathLst>
                <a:path w="13403" h="9359" extrusionOk="0">
                  <a:moveTo>
                    <a:pt x="6705" y="0"/>
                  </a:moveTo>
                  <a:cubicBezTo>
                    <a:pt x="6057" y="1066"/>
                    <a:pt x="5341" y="1688"/>
                    <a:pt x="3241" y="3129"/>
                  </a:cubicBezTo>
                  <a:cubicBezTo>
                    <a:pt x="0" y="5355"/>
                    <a:pt x="1330" y="8958"/>
                    <a:pt x="1330" y="8958"/>
                  </a:cubicBezTo>
                  <a:lnTo>
                    <a:pt x="1491" y="9358"/>
                  </a:lnTo>
                  <a:lnTo>
                    <a:pt x="11905" y="9358"/>
                  </a:lnTo>
                  <a:lnTo>
                    <a:pt x="12067" y="8958"/>
                  </a:lnTo>
                  <a:cubicBezTo>
                    <a:pt x="12066" y="8958"/>
                    <a:pt x="13402" y="5355"/>
                    <a:pt x="10161" y="3129"/>
                  </a:cubicBezTo>
                  <a:cubicBezTo>
                    <a:pt x="8063" y="1688"/>
                    <a:pt x="7351" y="1068"/>
                    <a:pt x="67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788;p64">
              <a:extLst>
                <a:ext uri="{FF2B5EF4-FFF2-40B4-BE49-F238E27FC236}">
                  <a16:creationId xmlns:a16="http://schemas.microsoft.com/office/drawing/2014/main" id="{F4DC86DF-F161-A8BC-B65E-1BB991142FED}"/>
                </a:ext>
              </a:extLst>
            </p:cNvPr>
            <p:cNvSpPr/>
            <p:nvPr/>
          </p:nvSpPr>
          <p:spPr>
            <a:xfrm>
              <a:off x="3685956" y="-3499018"/>
              <a:ext cx="779714" cy="98371"/>
            </a:xfrm>
            <a:custGeom>
              <a:avLst/>
              <a:gdLst/>
              <a:ahLst/>
              <a:cxnLst/>
              <a:rect l="l" t="t" r="r" b="b"/>
              <a:pathLst>
                <a:path w="5374" h="678" extrusionOk="0">
                  <a:moveTo>
                    <a:pt x="2437" y="0"/>
                  </a:moveTo>
                  <a:cubicBezTo>
                    <a:pt x="1838" y="0"/>
                    <a:pt x="1207" y="54"/>
                    <a:pt x="637" y="208"/>
                  </a:cubicBezTo>
                  <a:cubicBezTo>
                    <a:pt x="638" y="208"/>
                    <a:pt x="0" y="334"/>
                    <a:pt x="225" y="677"/>
                  </a:cubicBezTo>
                  <a:cubicBezTo>
                    <a:pt x="225" y="677"/>
                    <a:pt x="1083" y="267"/>
                    <a:pt x="2507" y="267"/>
                  </a:cubicBezTo>
                  <a:cubicBezTo>
                    <a:pt x="3218" y="267"/>
                    <a:pt x="4071" y="370"/>
                    <a:pt x="5028" y="677"/>
                  </a:cubicBezTo>
                  <a:cubicBezTo>
                    <a:pt x="5028" y="677"/>
                    <a:pt x="5374" y="344"/>
                    <a:pt x="4646" y="208"/>
                  </a:cubicBezTo>
                  <a:cubicBezTo>
                    <a:pt x="4204" y="126"/>
                    <a:pt x="3357" y="0"/>
                    <a:pt x="24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789;p64">
              <a:extLst>
                <a:ext uri="{FF2B5EF4-FFF2-40B4-BE49-F238E27FC236}">
                  <a16:creationId xmlns:a16="http://schemas.microsoft.com/office/drawing/2014/main" id="{5E8065A2-3E43-8892-8BAF-D3CAE9F44D69}"/>
                </a:ext>
              </a:extLst>
            </p:cNvPr>
            <p:cNvSpPr/>
            <p:nvPr/>
          </p:nvSpPr>
          <p:spPr>
            <a:xfrm>
              <a:off x="4016326" y="-3962871"/>
              <a:ext cx="106496" cy="148427"/>
            </a:xfrm>
            <a:custGeom>
              <a:avLst/>
              <a:gdLst/>
              <a:ahLst/>
              <a:cxnLst/>
              <a:rect l="l" t="t" r="r" b="b"/>
              <a:pathLst>
                <a:path w="734" h="1023" extrusionOk="0">
                  <a:moveTo>
                    <a:pt x="367" y="1"/>
                  </a:moveTo>
                  <a:cubicBezTo>
                    <a:pt x="163" y="1"/>
                    <a:pt x="0" y="228"/>
                    <a:pt x="0" y="512"/>
                  </a:cubicBezTo>
                  <a:cubicBezTo>
                    <a:pt x="0" y="795"/>
                    <a:pt x="165" y="1022"/>
                    <a:pt x="367" y="1022"/>
                  </a:cubicBezTo>
                  <a:cubicBezTo>
                    <a:pt x="571" y="1022"/>
                    <a:pt x="734" y="795"/>
                    <a:pt x="734" y="512"/>
                  </a:cubicBezTo>
                  <a:cubicBezTo>
                    <a:pt x="734" y="228"/>
                    <a:pt x="570" y="1"/>
                    <a:pt x="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790;p64">
              <a:extLst>
                <a:ext uri="{FF2B5EF4-FFF2-40B4-BE49-F238E27FC236}">
                  <a16:creationId xmlns:a16="http://schemas.microsoft.com/office/drawing/2014/main" id="{F96D0DE8-C063-1BBE-863E-39B08DC4B28A}"/>
                </a:ext>
              </a:extLst>
            </p:cNvPr>
            <p:cNvSpPr/>
            <p:nvPr/>
          </p:nvSpPr>
          <p:spPr>
            <a:xfrm>
              <a:off x="4036929" y="-3786587"/>
              <a:ext cx="67177" cy="78639"/>
            </a:xfrm>
            <a:custGeom>
              <a:avLst/>
              <a:gdLst/>
              <a:ahLst/>
              <a:cxnLst/>
              <a:rect l="l" t="t" r="r" b="b"/>
              <a:pathLst>
                <a:path w="463" h="542" extrusionOk="0">
                  <a:moveTo>
                    <a:pt x="37" y="0"/>
                  </a:moveTo>
                  <a:cubicBezTo>
                    <a:pt x="0" y="0"/>
                    <a:pt x="14" y="65"/>
                    <a:pt x="14" y="100"/>
                  </a:cubicBezTo>
                  <a:lnTo>
                    <a:pt x="14" y="426"/>
                  </a:lnTo>
                  <a:cubicBezTo>
                    <a:pt x="14" y="464"/>
                    <a:pt x="2" y="541"/>
                    <a:pt x="37" y="541"/>
                  </a:cubicBezTo>
                  <a:lnTo>
                    <a:pt x="425" y="541"/>
                  </a:lnTo>
                  <a:cubicBezTo>
                    <a:pt x="463" y="541"/>
                    <a:pt x="449" y="464"/>
                    <a:pt x="449" y="426"/>
                  </a:cubicBezTo>
                  <a:lnTo>
                    <a:pt x="449" y="100"/>
                  </a:lnTo>
                  <a:cubicBezTo>
                    <a:pt x="449" y="65"/>
                    <a:pt x="460" y="0"/>
                    <a:pt x="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791;p64">
              <a:extLst>
                <a:ext uri="{FF2B5EF4-FFF2-40B4-BE49-F238E27FC236}">
                  <a16:creationId xmlns:a16="http://schemas.microsoft.com/office/drawing/2014/main" id="{BBF9D4B9-F5A2-39F9-7DDE-BA1C47C47E2F}"/>
                </a:ext>
              </a:extLst>
            </p:cNvPr>
            <p:cNvSpPr/>
            <p:nvPr/>
          </p:nvSpPr>
          <p:spPr>
            <a:xfrm>
              <a:off x="3313946" y="-2565074"/>
              <a:ext cx="1562619" cy="176575"/>
            </a:xfrm>
            <a:custGeom>
              <a:avLst/>
              <a:gdLst/>
              <a:ahLst/>
              <a:cxnLst/>
              <a:rect l="l" t="t" r="r" b="b"/>
              <a:pathLst>
                <a:path w="10770" h="1217" extrusionOk="0">
                  <a:moveTo>
                    <a:pt x="5471" y="0"/>
                  </a:moveTo>
                  <a:cubicBezTo>
                    <a:pt x="5447" y="0"/>
                    <a:pt x="5422" y="0"/>
                    <a:pt x="5398" y="0"/>
                  </a:cubicBezTo>
                  <a:cubicBezTo>
                    <a:pt x="148" y="10"/>
                    <a:pt x="0" y="1216"/>
                    <a:pt x="0" y="1216"/>
                  </a:cubicBezTo>
                  <a:lnTo>
                    <a:pt x="10413" y="1216"/>
                  </a:lnTo>
                  <a:cubicBezTo>
                    <a:pt x="10413" y="1216"/>
                    <a:pt x="10770" y="0"/>
                    <a:pt x="5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792;p64">
              <a:extLst>
                <a:ext uri="{FF2B5EF4-FFF2-40B4-BE49-F238E27FC236}">
                  <a16:creationId xmlns:a16="http://schemas.microsoft.com/office/drawing/2014/main" id="{1AB8F9FB-EF4F-0293-1D24-7A50B5FB7E66}"/>
                </a:ext>
              </a:extLst>
            </p:cNvPr>
            <p:cNvSpPr/>
            <p:nvPr/>
          </p:nvSpPr>
          <p:spPr>
            <a:xfrm>
              <a:off x="4808808" y="-2546067"/>
              <a:ext cx="31485" cy="2183169"/>
            </a:xfrm>
            <a:custGeom>
              <a:avLst/>
              <a:gdLst/>
              <a:ahLst/>
              <a:cxnLst/>
              <a:rect l="l" t="t" r="r" b="b"/>
              <a:pathLst>
                <a:path w="217" h="15047" extrusionOk="0">
                  <a:moveTo>
                    <a:pt x="0" y="0"/>
                  </a:moveTo>
                  <a:lnTo>
                    <a:pt x="0" y="15047"/>
                  </a:lnTo>
                  <a:lnTo>
                    <a:pt x="217" y="15047"/>
                  </a:lnTo>
                  <a:lnTo>
                    <a:pt x="21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793;p64">
              <a:extLst>
                <a:ext uri="{FF2B5EF4-FFF2-40B4-BE49-F238E27FC236}">
                  <a16:creationId xmlns:a16="http://schemas.microsoft.com/office/drawing/2014/main" id="{B7F1873A-C80B-21AF-65F6-122B7B434D3B}"/>
                </a:ext>
              </a:extLst>
            </p:cNvPr>
            <p:cNvSpPr/>
            <p:nvPr/>
          </p:nvSpPr>
          <p:spPr>
            <a:xfrm>
              <a:off x="4785303" y="-2689851"/>
              <a:ext cx="73851" cy="74576"/>
            </a:xfrm>
            <a:custGeom>
              <a:avLst/>
              <a:gdLst/>
              <a:ahLst/>
              <a:cxnLst/>
              <a:rect l="l" t="t" r="r" b="b"/>
              <a:pathLst>
                <a:path w="509" h="514" extrusionOk="0">
                  <a:moveTo>
                    <a:pt x="255" y="0"/>
                  </a:moveTo>
                  <a:cubicBezTo>
                    <a:pt x="255" y="0"/>
                    <a:pt x="252" y="284"/>
                    <a:pt x="183" y="359"/>
                  </a:cubicBezTo>
                  <a:cubicBezTo>
                    <a:pt x="131" y="385"/>
                    <a:pt x="29" y="463"/>
                    <a:pt x="1" y="513"/>
                  </a:cubicBezTo>
                  <a:cubicBezTo>
                    <a:pt x="61" y="478"/>
                    <a:pt x="149" y="444"/>
                    <a:pt x="254" y="444"/>
                  </a:cubicBezTo>
                  <a:cubicBezTo>
                    <a:pt x="330" y="444"/>
                    <a:pt x="416" y="462"/>
                    <a:pt x="508" y="510"/>
                  </a:cubicBezTo>
                  <a:cubicBezTo>
                    <a:pt x="483" y="463"/>
                    <a:pt x="442" y="422"/>
                    <a:pt x="394" y="397"/>
                  </a:cubicBezTo>
                  <a:lnTo>
                    <a:pt x="324" y="350"/>
                  </a:lnTo>
                  <a:cubicBezTo>
                    <a:pt x="273" y="222"/>
                    <a:pt x="255" y="0"/>
                    <a:pt x="2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794;p64">
              <a:extLst>
                <a:ext uri="{FF2B5EF4-FFF2-40B4-BE49-F238E27FC236}">
                  <a16:creationId xmlns:a16="http://schemas.microsoft.com/office/drawing/2014/main" id="{84A862D9-0C2D-5B27-8F16-A71289C4A890}"/>
                </a:ext>
              </a:extLst>
            </p:cNvPr>
            <p:cNvSpPr/>
            <p:nvPr/>
          </p:nvSpPr>
          <p:spPr>
            <a:xfrm>
              <a:off x="4779790" y="-2625576"/>
              <a:ext cx="84587" cy="73270"/>
            </a:xfrm>
            <a:custGeom>
              <a:avLst/>
              <a:gdLst/>
              <a:ahLst/>
              <a:cxnLst/>
              <a:rect l="l" t="t" r="r" b="b"/>
              <a:pathLst>
                <a:path w="583" h="505" extrusionOk="0">
                  <a:moveTo>
                    <a:pt x="291" y="0"/>
                  </a:moveTo>
                  <a:cubicBezTo>
                    <a:pt x="186" y="0"/>
                    <a:pt x="98" y="35"/>
                    <a:pt x="37" y="69"/>
                  </a:cubicBezTo>
                  <a:cubicBezTo>
                    <a:pt x="13" y="111"/>
                    <a:pt x="1" y="159"/>
                    <a:pt x="1" y="211"/>
                  </a:cubicBezTo>
                  <a:cubicBezTo>
                    <a:pt x="1" y="372"/>
                    <a:pt x="130" y="505"/>
                    <a:pt x="292" y="505"/>
                  </a:cubicBezTo>
                  <a:cubicBezTo>
                    <a:pt x="453" y="505"/>
                    <a:pt x="583" y="372"/>
                    <a:pt x="583" y="211"/>
                  </a:cubicBezTo>
                  <a:cubicBezTo>
                    <a:pt x="583" y="159"/>
                    <a:pt x="569" y="110"/>
                    <a:pt x="545" y="67"/>
                  </a:cubicBezTo>
                  <a:cubicBezTo>
                    <a:pt x="453" y="18"/>
                    <a:pt x="368" y="0"/>
                    <a:pt x="2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795;p64">
              <a:extLst>
                <a:ext uri="{FF2B5EF4-FFF2-40B4-BE49-F238E27FC236}">
                  <a16:creationId xmlns:a16="http://schemas.microsoft.com/office/drawing/2014/main" id="{8585DB37-674F-8D34-DC1B-770BC586D40F}"/>
                </a:ext>
              </a:extLst>
            </p:cNvPr>
            <p:cNvSpPr/>
            <p:nvPr/>
          </p:nvSpPr>
          <p:spPr>
            <a:xfrm>
              <a:off x="4814466" y="-2701459"/>
              <a:ext cx="14799" cy="14799"/>
            </a:xfrm>
            <a:custGeom>
              <a:avLst/>
              <a:gdLst/>
              <a:ahLst/>
              <a:cxnLst/>
              <a:rect l="l" t="t" r="r" b="b"/>
              <a:pathLst>
                <a:path w="102" h="102" extrusionOk="0">
                  <a:moveTo>
                    <a:pt x="51" y="0"/>
                  </a:moveTo>
                  <a:cubicBezTo>
                    <a:pt x="23" y="0"/>
                    <a:pt x="1" y="23"/>
                    <a:pt x="1" y="51"/>
                  </a:cubicBezTo>
                  <a:cubicBezTo>
                    <a:pt x="1" y="79"/>
                    <a:pt x="23" y="101"/>
                    <a:pt x="51" y="101"/>
                  </a:cubicBezTo>
                  <a:cubicBezTo>
                    <a:pt x="79" y="101"/>
                    <a:pt x="102" y="79"/>
                    <a:pt x="102" y="51"/>
                  </a:cubicBezTo>
                  <a:cubicBezTo>
                    <a:pt x="102" y="23"/>
                    <a:pt x="79" y="0"/>
                    <a:pt x="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796;p64">
              <a:extLst>
                <a:ext uri="{FF2B5EF4-FFF2-40B4-BE49-F238E27FC236}">
                  <a16:creationId xmlns:a16="http://schemas.microsoft.com/office/drawing/2014/main" id="{D95ED14A-16BE-05C7-C60C-19DA6D3AA9C4}"/>
                </a:ext>
              </a:extLst>
            </p:cNvPr>
            <p:cNvSpPr/>
            <p:nvPr/>
          </p:nvSpPr>
          <p:spPr>
            <a:xfrm>
              <a:off x="4793138" y="-2561592"/>
              <a:ext cx="62969" cy="15815"/>
            </a:xfrm>
            <a:custGeom>
              <a:avLst/>
              <a:gdLst/>
              <a:ahLst/>
              <a:cxnLst/>
              <a:rect l="l" t="t" r="r" b="b"/>
              <a:pathLst>
                <a:path w="434" h="109" extrusionOk="0">
                  <a:moveTo>
                    <a:pt x="30" y="0"/>
                  </a:moveTo>
                  <a:cubicBezTo>
                    <a:pt x="11" y="0"/>
                    <a:pt x="0" y="13"/>
                    <a:pt x="0" y="28"/>
                  </a:cubicBezTo>
                  <a:lnTo>
                    <a:pt x="0" y="79"/>
                  </a:lnTo>
                  <a:cubicBezTo>
                    <a:pt x="0" y="97"/>
                    <a:pt x="14" y="109"/>
                    <a:pt x="30" y="109"/>
                  </a:cubicBezTo>
                  <a:lnTo>
                    <a:pt x="404" y="109"/>
                  </a:lnTo>
                  <a:cubicBezTo>
                    <a:pt x="419" y="109"/>
                    <a:pt x="433" y="96"/>
                    <a:pt x="433" y="79"/>
                  </a:cubicBezTo>
                  <a:lnTo>
                    <a:pt x="433" y="28"/>
                  </a:lnTo>
                  <a:cubicBezTo>
                    <a:pt x="433" y="13"/>
                    <a:pt x="419" y="0"/>
                    <a:pt x="4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797;p64">
              <a:extLst>
                <a:ext uri="{FF2B5EF4-FFF2-40B4-BE49-F238E27FC236}">
                  <a16:creationId xmlns:a16="http://schemas.microsoft.com/office/drawing/2014/main" id="{75E70191-9813-D9A6-D4DB-CD65E3D0418D}"/>
                </a:ext>
              </a:extLst>
            </p:cNvPr>
            <p:cNvSpPr/>
            <p:nvPr/>
          </p:nvSpPr>
          <p:spPr>
            <a:xfrm>
              <a:off x="3269403" y="-2546067"/>
              <a:ext cx="47590" cy="2183169"/>
            </a:xfrm>
            <a:custGeom>
              <a:avLst/>
              <a:gdLst/>
              <a:ahLst/>
              <a:cxnLst/>
              <a:rect l="l" t="t" r="r" b="b"/>
              <a:pathLst>
                <a:path w="328" h="15047" extrusionOk="0">
                  <a:moveTo>
                    <a:pt x="1" y="0"/>
                  </a:moveTo>
                  <a:lnTo>
                    <a:pt x="1" y="15047"/>
                  </a:lnTo>
                  <a:lnTo>
                    <a:pt x="327" y="15047"/>
                  </a:lnTo>
                  <a:lnTo>
                    <a:pt x="32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798;p64">
              <a:extLst>
                <a:ext uri="{FF2B5EF4-FFF2-40B4-BE49-F238E27FC236}">
                  <a16:creationId xmlns:a16="http://schemas.microsoft.com/office/drawing/2014/main" id="{CFFA4821-AA4C-F355-42B9-7E0E705D92C4}"/>
                </a:ext>
              </a:extLst>
            </p:cNvPr>
            <p:cNvSpPr/>
            <p:nvPr/>
          </p:nvSpPr>
          <p:spPr>
            <a:xfrm>
              <a:off x="3253733" y="-2689851"/>
              <a:ext cx="74141" cy="74576"/>
            </a:xfrm>
            <a:custGeom>
              <a:avLst/>
              <a:gdLst/>
              <a:ahLst/>
              <a:cxnLst/>
              <a:rect l="l" t="t" r="r" b="b"/>
              <a:pathLst>
                <a:path w="511" h="514" extrusionOk="0">
                  <a:moveTo>
                    <a:pt x="255" y="0"/>
                  </a:moveTo>
                  <a:cubicBezTo>
                    <a:pt x="255" y="0"/>
                    <a:pt x="252" y="284"/>
                    <a:pt x="183" y="359"/>
                  </a:cubicBezTo>
                  <a:cubicBezTo>
                    <a:pt x="133" y="385"/>
                    <a:pt x="29" y="463"/>
                    <a:pt x="1" y="513"/>
                  </a:cubicBezTo>
                  <a:cubicBezTo>
                    <a:pt x="63" y="478"/>
                    <a:pt x="151" y="444"/>
                    <a:pt x="257" y="444"/>
                  </a:cubicBezTo>
                  <a:cubicBezTo>
                    <a:pt x="334" y="444"/>
                    <a:pt x="420" y="462"/>
                    <a:pt x="511" y="510"/>
                  </a:cubicBezTo>
                  <a:cubicBezTo>
                    <a:pt x="484" y="463"/>
                    <a:pt x="444" y="422"/>
                    <a:pt x="396" y="397"/>
                  </a:cubicBezTo>
                  <a:lnTo>
                    <a:pt x="324" y="350"/>
                  </a:lnTo>
                  <a:cubicBezTo>
                    <a:pt x="275" y="222"/>
                    <a:pt x="255" y="0"/>
                    <a:pt x="2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799;p64">
              <a:extLst>
                <a:ext uri="{FF2B5EF4-FFF2-40B4-BE49-F238E27FC236}">
                  <a16:creationId xmlns:a16="http://schemas.microsoft.com/office/drawing/2014/main" id="{1BF4291E-6FA9-83DE-8218-B3060213ACD4}"/>
                </a:ext>
              </a:extLst>
            </p:cNvPr>
            <p:cNvSpPr/>
            <p:nvPr/>
          </p:nvSpPr>
          <p:spPr>
            <a:xfrm>
              <a:off x="3248655" y="-2625576"/>
              <a:ext cx="84733" cy="73270"/>
            </a:xfrm>
            <a:custGeom>
              <a:avLst/>
              <a:gdLst/>
              <a:ahLst/>
              <a:cxnLst/>
              <a:rect l="l" t="t" r="r" b="b"/>
              <a:pathLst>
                <a:path w="584" h="505" extrusionOk="0">
                  <a:moveTo>
                    <a:pt x="292" y="0"/>
                  </a:moveTo>
                  <a:cubicBezTo>
                    <a:pt x="186" y="0"/>
                    <a:pt x="98" y="35"/>
                    <a:pt x="37" y="69"/>
                  </a:cubicBezTo>
                  <a:cubicBezTo>
                    <a:pt x="15" y="111"/>
                    <a:pt x="1" y="159"/>
                    <a:pt x="1" y="211"/>
                  </a:cubicBezTo>
                  <a:cubicBezTo>
                    <a:pt x="1" y="372"/>
                    <a:pt x="131" y="505"/>
                    <a:pt x="293" y="505"/>
                  </a:cubicBezTo>
                  <a:cubicBezTo>
                    <a:pt x="455" y="505"/>
                    <a:pt x="584" y="372"/>
                    <a:pt x="584" y="211"/>
                  </a:cubicBezTo>
                  <a:cubicBezTo>
                    <a:pt x="584" y="159"/>
                    <a:pt x="570" y="110"/>
                    <a:pt x="546" y="67"/>
                  </a:cubicBezTo>
                  <a:cubicBezTo>
                    <a:pt x="454" y="18"/>
                    <a:pt x="369" y="0"/>
                    <a:pt x="2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00;p64">
              <a:extLst>
                <a:ext uri="{FF2B5EF4-FFF2-40B4-BE49-F238E27FC236}">
                  <a16:creationId xmlns:a16="http://schemas.microsoft.com/office/drawing/2014/main" id="{021F827E-8FEF-51E6-9648-E1E9CED2A569}"/>
                </a:ext>
              </a:extLst>
            </p:cNvPr>
            <p:cNvSpPr/>
            <p:nvPr/>
          </p:nvSpPr>
          <p:spPr>
            <a:xfrm>
              <a:off x="3283186" y="-2701459"/>
              <a:ext cx="14799" cy="14799"/>
            </a:xfrm>
            <a:custGeom>
              <a:avLst/>
              <a:gdLst/>
              <a:ahLst/>
              <a:cxnLst/>
              <a:rect l="l" t="t" r="r" b="b"/>
              <a:pathLst>
                <a:path w="102" h="102" extrusionOk="0">
                  <a:moveTo>
                    <a:pt x="51" y="0"/>
                  </a:moveTo>
                  <a:cubicBezTo>
                    <a:pt x="23" y="0"/>
                    <a:pt x="0" y="23"/>
                    <a:pt x="0" y="51"/>
                  </a:cubicBezTo>
                  <a:cubicBezTo>
                    <a:pt x="0" y="79"/>
                    <a:pt x="23" y="101"/>
                    <a:pt x="51" y="101"/>
                  </a:cubicBezTo>
                  <a:cubicBezTo>
                    <a:pt x="79" y="101"/>
                    <a:pt x="101" y="79"/>
                    <a:pt x="101" y="51"/>
                  </a:cubicBezTo>
                  <a:cubicBezTo>
                    <a:pt x="101" y="23"/>
                    <a:pt x="80" y="0"/>
                    <a:pt x="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01;p64">
              <a:extLst>
                <a:ext uri="{FF2B5EF4-FFF2-40B4-BE49-F238E27FC236}">
                  <a16:creationId xmlns:a16="http://schemas.microsoft.com/office/drawing/2014/main" id="{84FC24DB-C62E-38EC-7297-3E4BC9C0B6F6}"/>
                </a:ext>
              </a:extLst>
            </p:cNvPr>
            <p:cNvSpPr/>
            <p:nvPr/>
          </p:nvSpPr>
          <p:spPr>
            <a:xfrm>
              <a:off x="3264615" y="-2561592"/>
              <a:ext cx="52668" cy="17266"/>
            </a:xfrm>
            <a:custGeom>
              <a:avLst/>
              <a:gdLst/>
              <a:ahLst/>
              <a:cxnLst/>
              <a:rect l="l" t="t" r="r" b="b"/>
              <a:pathLst>
                <a:path w="363" h="119" extrusionOk="0">
                  <a:moveTo>
                    <a:pt x="17" y="0"/>
                  </a:moveTo>
                  <a:cubicBezTo>
                    <a:pt x="0" y="0"/>
                    <a:pt x="35" y="23"/>
                    <a:pt x="35" y="40"/>
                  </a:cubicBezTo>
                  <a:lnTo>
                    <a:pt x="35" y="110"/>
                  </a:lnTo>
                  <a:lnTo>
                    <a:pt x="347" y="110"/>
                  </a:lnTo>
                  <a:cubicBezTo>
                    <a:pt x="358" y="110"/>
                    <a:pt x="360" y="118"/>
                    <a:pt x="360" y="118"/>
                  </a:cubicBezTo>
                  <a:cubicBezTo>
                    <a:pt x="360" y="118"/>
                    <a:pt x="360" y="116"/>
                    <a:pt x="360" y="111"/>
                  </a:cubicBezTo>
                  <a:lnTo>
                    <a:pt x="360" y="40"/>
                  </a:lnTo>
                  <a:cubicBezTo>
                    <a:pt x="360" y="23"/>
                    <a:pt x="363" y="0"/>
                    <a:pt x="347" y="0"/>
                  </a:cubicBezTo>
                  <a:close/>
                  <a:moveTo>
                    <a:pt x="17" y="110"/>
                  </a:moveTo>
                  <a:cubicBezTo>
                    <a:pt x="7" y="110"/>
                    <a:pt x="19" y="119"/>
                    <a:pt x="28" y="119"/>
                  </a:cubicBezTo>
                  <a:cubicBezTo>
                    <a:pt x="32" y="119"/>
                    <a:pt x="35" y="117"/>
                    <a:pt x="35" y="111"/>
                  </a:cubicBezTo>
                  <a:lnTo>
                    <a:pt x="35" y="11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2364918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39"/>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Future research ?</a:t>
            </a:r>
            <a:endParaRPr dirty="0"/>
          </a:p>
        </p:txBody>
      </p:sp>
      <p:sp>
        <p:nvSpPr>
          <p:cNvPr id="668" name="Google Shape;668;p39"/>
          <p:cNvSpPr txBox="1">
            <a:spLocks noGrp="1"/>
          </p:cNvSpPr>
          <p:nvPr>
            <p:ph type="subTitle" idx="1"/>
          </p:nvPr>
        </p:nvSpPr>
        <p:spPr>
          <a:xfrm>
            <a:off x="354240" y="1442397"/>
            <a:ext cx="7704000" cy="569100"/>
          </a:xfrm>
          <a:prstGeom prst="rect">
            <a:avLst/>
          </a:prstGeom>
        </p:spPr>
        <p:txBody>
          <a:bodyPr spcFirstLastPara="1" wrap="square" lIns="91425" tIns="91425" rIns="91425" bIns="91425" anchor="t" anchorCtr="0">
            <a:noAutofit/>
          </a:bodyPr>
          <a:lstStyle/>
          <a:p>
            <a:pPr marL="342900" lvl="0" indent="-342900" algn="l" rtl="0">
              <a:spcBef>
                <a:spcPts val="0"/>
              </a:spcBef>
              <a:spcAft>
                <a:spcPts val="0"/>
              </a:spcAft>
              <a:buFont typeface="Arial" panose="020B0604020202020204" pitchFamily="34" charset="0"/>
              <a:buChar char="•"/>
            </a:pPr>
            <a:r>
              <a:rPr lang="en-US" sz="2000" dirty="0">
                <a:latin typeface="+mj-lt"/>
              </a:rPr>
              <a:t>Future research can be conducted on the same topic by adding the excluded words to the research and interpreting the results.</a:t>
            </a:r>
          </a:p>
          <a:p>
            <a:pPr marL="342900" lvl="0" indent="-342900" algn="l" rtl="0">
              <a:spcBef>
                <a:spcPts val="0"/>
              </a:spcBef>
              <a:spcAft>
                <a:spcPts val="0"/>
              </a:spcAft>
              <a:buFont typeface="Arial" panose="020B0604020202020204" pitchFamily="34" charset="0"/>
              <a:buChar char="•"/>
            </a:pPr>
            <a:r>
              <a:rPr lang="en-US" sz="2000" dirty="0">
                <a:latin typeface="+mj-lt"/>
              </a:rPr>
              <a:t>Using a different book other than Sahih Al-</a:t>
            </a:r>
            <a:r>
              <a:rPr lang="en-US" sz="2000" dirty="0" err="1">
                <a:latin typeface="+mj-lt"/>
              </a:rPr>
              <a:t>Albaini</a:t>
            </a:r>
            <a:r>
              <a:rPr lang="en-US" sz="2000" dirty="0">
                <a:latin typeface="+mj-lt"/>
              </a:rPr>
              <a:t> and compare it with the Quran</a:t>
            </a:r>
          </a:p>
          <a:p>
            <a:pPr marL="342900" lvl="0" indent="-342900" algn="l" rtl="0">
              <a:spcBef>
                <a:spcPts val="0"/>
              </a:spcBef>
              <a:spcAft>
                <a:spcPts val="0"/>
              </a:spcAft>
              <a:buFont typeface="Arial" panose="020B0604020202020204" pitchFamily="34" charset="0"/>
              <a:buChar char="•"/>
            </a:pPr>
            <a:r>
              <a:rPr lang="en-US" sz="2000" dirty="0">
                <a:latin typeface="+mj-lt"/>
              </a:rPr>
              <a:t>Introduce more analysis using the revelation order of the Quran.</a:t>
            </a:r>
          </a:p>
          <a:p>
            <a:pPr marL="342900" lvl="0" indent="-342900" algn="l" rtl="0">
              <a:spcBef>
                <a:spcPts val="0"/>
              </a:spcBef>
              <a:spcAft>
                <a:spcPts val="0"/>
              </a:spcAft>
              <a:buFont typeface="Arial" panose="020B0604020202020204" pitchFamily="34" charset="0"/>
              <a:buChar char="•"/>
            </a:pPr>
            <a:endParaRPr sz="2000" dirty="0">
              <a:latin typeface="+mj-lt"/>
            </a:endParaRPr>
          </a:p>
        </p:txBody>
      </p:sp>
    </p:spTree>
    <p:extLst>
      <p:ext uri="{BB962C8B-B14F-4D97-AF65-F5344CB8AC3E}">
        <p14:creationId xmlns:p14="http://schemas.microsoft.com/office/powerpoint/2010/main" val="12762571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347"/>
        <p:cNvGrpSpPr/>
        <p:nvPr/>
      </p:nvGrpSpPr>
      <p:grpSpPr>
        <a:xfrm>
          <a:off x="0" y="0"/>
          <a:ext cx="0" cy="0"/>
          <a:chOff x="0" y="0"/>
          <a:chExt cx="0" cy="0"/>
        </a:xfrm>
      </p:grpSpPr>
      <p:sp>
        <p:nvSpPr>
          <p:cNvPr id="2" name="Rectangle 1">
            <a:extLst>
              <a:ext uri="{FF2B5EF4-FFF2-40B4-BE49-F238E27FC236}">
                <a16:creationId xmlns:a16="http://schemas.microsoft.com/office/drawing/2014/main" id="{B83E134D-4148-5863-1ADE-B3C54942D4C6}"/>
              </a:ext>
            </a:extLst>
          </p:cNvPr>
          <p:cNvSpPr/>
          <p:nvPr/>
        </p:nvSpPr>
        <p:spPr>
          <a:xfrm>
            <a:off x="0" y="0"/>
            <a:ext cx="9144000" cy="453593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dirty="0">
              <a:solidFill>
                <a:schemeClr val="tx1"/>
              </a:solidFill>
            </a:endParaRPr>
          </a:p>
        </p:txBody>
      </p:sp>
      <p:grpSp>
        <p:nvGrpSpPr>
          <p:cNvPr id="1348" name="Google Shape;1348;p62"/>
          <p:cNvGrpSpPr/>
          <p:nvPr/>
        </p:nvGrpSpPr>
        <p:grpSpPr>
          <a:xfrm flipH="1">
            <a:off x="-4004341" y="158946"/>
            <a:ext cx="5596393" cy="4162309"/>
            <a:chOff x="-1844941" y="2432883"/>
            <a:chExt cx="5596393" cy="4162309"/>
          </a:xfrm>
        </p:grpSpPr>
        <p:sp>
          <p:nvSpPr>
            <p:cNvPr id="1349" name="Google Shape;1349;p62"/>
            <p:cNvSpPr/>
            <p:nvPr/>
          </p:nvSpPr>
          <p:spPr>
            <a:xfrm flipH="1">
              <a:off x="-1844941" y="2432883"/>
              <a:ext cx="4776134" cy="4009995"/>
            </a:xfrm>
            <a:custGeom>
              <a:avLst/>
              <a:gdLst/>
              <a:ahLst/>
              <a:cxnLst/>
              <a:rect l="l" t="t" r="r" b="b"/>
              <a:pathLst>
                <a:path w="78262" h="65708" extrusionOk="0">
                  <a:moveTo>
                    <a:pt x="58138" y="9062"/>
                  </a:moveTo>
                  <a:cubicBezTo>
                    <a:pt x="58575" y="9062"/>
                    <a:pt x="58575" y="9689"/>
                    <a:pt x="58575" y="9689"/>
                  </a:cubicBezTo>
                  <a:lnTo>
                    <a:pt x="58575" y="11484"/>
                  </a:lnTo>
                  <a:lnTo>
                    <a:pt x="57701" y="11484"/>
                  </a:lnTo>
                  <a:lnTo>
                    <a:pt x="57701" y="9779"/>
                  </a:lnTo>
                  <a:cubicBezTo>
                    <a:pt x="57701" y="9779"/>
                    <a:pt x="57701" y="9062"/>
                    <a:pt x="58138" y="9062"/>
                  </a:cubicBezTo>
                  <a:close/>
                  <a:moveTo>
                    <a:pt x="56880" y="9089"/>
                  </a:moveTo>
                  <a:cubicBezTo>
                    <a:pt x="57317" y="9089"/>
                    <a:pt x="57317" y="9716"/>
                    <a:pt x="57317" y="9716"/>
                  </a:cubicBezTo>
                  <a:lnTo>
                    <a:pt x="57317" y="11510"/>
                  </a:lnTo>
                  <a:lnTo>
                    <a:pt x="56443" y="11510"/>
                  </a:lnTo>
                  <a:lnTo>
                    <a:pt x="56443" y="9806"/>
                  </a:lnTo>
                  <a:cubicBezTo>
                    <a:pt x="56443" y="9806"/>
                    <a:pt x="56443" y="9089"/>
                    <a:pt x="56880" y="9089"/>
                  </a:cubicBezTo>
                  <a:close/>
                  <a:moveTo>
                    <a:pt x="59233" y="9091"/>
                  </a:moveTo>
                  <a:cubicBezTo>
                    <a:pt x="59507" y="9091"/>
                    <a:pt x="59507" y="9717"/>
                    <a:pt x="59507" y="9717"/>
                  </a:cubicBezTo>
                  <a:lnTo>
                    <a:pt x="59507" y="11512"/>
                  </a:lnTo>
                  <a:lnTo>
                    <a:pt x="58960" y="11512"/>
                  </a:lnTo>
                  <a:lnTo>
                    <a:pt x="58960" y="9807"/>
                  </a:lnTo>
                  <a:lnTo>
                    <a:pt x="58959" y="9807"/>
                  </a:lnTo>
                  <a:cubicBezTo>
                    <a:pt x="58959" y="9807"/>
                    <a:pt x="58959" y="9091"/>
                    <a:pt x="59233" y="9091"/>
                  </a:cubicBezTo>
                  <a:close/>
                  <a:moveTo>
                    <a:pt x="55705" y="9117"/>
                  </a:moveTo>
                  <a:cubicBezTo>
                    <a:pt x="55979" y="9117"/>
                    <a:pt x="55979" y="9744"/>
                    <a:pt x="55979" y="9744"/>
                  </a:cubicBezTo>
                  <a:lnTo>
                    <a:pt x="55979" y="11538"/>
                  </a:lnTo>
                  <a:lnTo>
                    <a:pt x="55431" y="11538"/>
                  </a:lnTo>
                  <a:lnTo>
                    <a:pt x="55431" y="9834"/>
                  </a:lnTo>
                  <a:cubicBezTo>
                    <a:pt x="55431" y="9834"/>
                    <a:pt x="55431" y="9117"/>
                    <a:pt x="55705" y="9117"/>
                  </a:cubicBezTo>
                  <a:close/>
                  <a:moveTo>
                    <a:pt x="15537" y="25977"/>
                  </a:moveTo>
                  <a:cubicBezTo>
                    <a:pt x="15838" y="25977"/>
                    <a:pt x="15838" y="26802"/>
                    <a:pt x="15838" y="26802"/>
                  </a:cubicBezTo>
                  <a:lnTo>
                    <a:pt x="15838" y="29162"/>
                  </a:lnTo>
                  <a:lnTo>
                    <a:pt x="15238" y="29162"/>
                  </a:lnTo>
                  <a:lnTo>
                    <a:pt x="15238" y="26920"/>
                  </a:lnTo>
                  <a:cubicBezTo>
                    <a:pt x="15238" y="26920"/>
                    <a:pt x="15238" y="25977"/>
                    <a:pt x="15537" y="25977"/>
                  </a:cubicBezTo>
                  <a:close/>
                  <a:moveTo>
                    <a:pt x="17847" y="25800"/>
                  </a:moveTo>
                  <a:cubicBezTo>
                    <a:pt x="18940" y="25800"/>
                    <a:pt x="18940" y="26672"/>
                    <a:pt x="18940" y="26672"/>
                  </a:cubicBezTo>
                  <a:lnTo>
                    <a:pt x="18940" y="29162"/>
                  </a:lnTo>
                  <a:lnTo>
                    <a:pt x="16752" y="29162"/>
                  </a:lnTo>
                  <a:lnTo>
                    <a:pt x="16752" y="26795"/>
                  </a:lnTo>
                  <a:cubicBezTo>
                    <a:pt x="16752" y="26795"/>
                    <a:pt x="16752" y="25800"/>
                    <a:pt x="17847" y="25800"/>
                  </a:cubicBezTo>
                  <a:close/>
                  <a:moveTo>
                    <a:pt x="20097" y="26018"/>
                  </a:moveTo>
                  <a:cubicBezTo>
                    <a:pt x="20398" y="26018"/>
                    <a:pt x="20398" y="26843"/>
                    <a:pt x="20398" y="26843"/>
                  </a:cubicBezTo>
                  <a:lnTo>
                    <a:pt x="20398" y="29203"/>
                  </a:lnTo>
                  <a:lnTo>
                    <a:pt x="19796" y="29203"/>
                  </a:lnTo>
                  <a:lnTo>
                    <a:pt x="19796" y="26961"/>
                  </a:lnTo>
                  <a:cubicBezTo>
                    <a:pt x="19796" y="26961"/>
                    <a:pt x="19796" y="26018"/>
                    <a:pt x="20097" y="26018"/>
                  </a:cubicBezTo>
                  <a:close/>
                  <a:moveTo>
                    <a:pt x="43351" y="28212"/>
                  </a:moveTo>
                  <a:cubicBezTo>
                    <a:pt x="43625" y="28212"/>
                    <a:pt x="43625" y="28489"/>
                    <a:pt x="43625" y="28489"/>
                  </a:cubicBezTo>
                  <a:lnTo>
                    <a:pt x="43625" y="29286"/>
                  </a:lnTo>
                  <a:lnTo>
                    <a:pt x="43077" y="29286"/>
                  </a:lnTo>
                  <a:lnTo>
                    <a:pt x="43077" y="28530"/>
                  </a:lnTo>
                  <a:cubicBezTo>
                    <a:pt x="43077" y="28530"/>
                    <a:pt x="43077" y="28212"/>
                    <a:pt x="43351" y="28212"/>
                  </a:cubicBezTo>
                  <a:close/>
                  <a:moveTo>
                    <a:pt x="45235" y="28221"/>
                  </a:moveTo>
                  <a:cubicBezTo>
                    <a:pt x="45509" y="28221"/>
                    <a:pt x="45509" y="28499"/>
                    <a:pt x="45509" y="28499"/>
                  </a:cubicBezTo>
                  <a:lnTo>
                    <a:pt x="45509" y="29294"/>
                  </a:lnTo>
                  <a:lnTo>
                    <a:pt x="44961" y="29294"/>
                  </a:lnTo>
                  <a:lnTo>
                    <a:pt x="44961" y="28538"/>
                  </a:lnTo>
                  <a:cubicBezTo>
                    <a:pt x="44961" y="28538"/>
                    <a:pt x="44961" y="28221"/>
                    <a:pt x="45235" y="28221"/>
                  </a:cubicBezTo>
                  <a:close/>
                  <a:moveTo>
                    <a:pt x="44306" y="28232"/>
                  </a:moveTo>
                  <a:cubicBezTo>
                    <a:pt x="44580" y="28232"/>
                    <a:pt x="44580" y="28509"/>
                    <a:pt x="44580" y="28509"/>
                  </a:cubicBezTo>
                  <a:lnTo>
                    <a:pt x="44580" y="29304"/>
                  </a:lnTo>
                  <a:lnTo>
                    <a:pt x="44032" y="29304"/>
                  </a:lnTo>
                  <a:lnTo>
                    <a:pt x="44032" y="28549"/>
                  </a:lnTo>
                  <a:cubicBezTo>
                    <a:pt x="44032" y="28549"/>
                    <a:pt x="44032" y="28232"/>
                    <a:pt x="44306" y="28232"/>
                  </a:cubicBezTo>
                  <a:close/>
                  <a:moveTo>
                    <a:pt x="40564" y="28250"/>
                  </a:moveTo>
                  <a:cubicBezTo>
                    <a:pt x="40838" y="28250"/>
                    <a:pt x="40838" y="28528"/>
                    <a:pt x="40838" y="28528"/>
                  </a:cubicBezTo>
                  <a:lnTo>
                    <a:pt x="40838" y="29324"/>
                  </a:lnTo>
                  <a:lnTo>
                    <a:pt x="40290" y="29324"/>
                  </a:lnTo>
                  <a:lnTo>
                    <a:pt x="40290" y="28569"/>
                  </a:lnTo>
                  <a:cubicBezTo>
                    <a:pt x="40290" y="28569"/>
                    <a:pt x="40290" y="28250"/>
                    <a:pt x="40564" y="28250"/>
                  </a:cubicBezTo>
                  <a:close/>
                  <a:moveTo>
                    <a:pt x="41492" y="28250"/>
                  </a:moveTo>
                  <a:cubicBezTo>
                    <a:pt x="41766" y="28250"/>
                    <a:pt x="41766" y="28528"/>
                    <a:pt x="41766" y="28528"/>
                  </a:cubicBezTo>
                  <a:lnTo>
                    <a:pt x="41766" y="29324"/>
                  </a:lnTo>
                  <a:lnTo>
                    <a:pt x="41218" y="29324"/>
                  </a:lnTo>
                  <a:lnTo>
                    <a:pt x="41218" y="28569"/>
                  </a:lnTo>
                  <a:cubicBezTo>
                    <a:pt x="41218" y="28569"/>
                    <a:pt x="41218" y="28250"/>
                    <a:pt x="41492" y="28250"/>
                  </a:cubicBezTo>
                  <a:close/>
                  <a:moveTo>
                    <a:pt x="42440" y="28250"/>
                  </a:moveTo>
                  <a:cubicBezTo>
                    <a:pt x="42714" y="28250"/>
                    <a:pt x="42714" y="28528"/>
                    <a:pt x="42714" y="28528"/>
                  </a:cubicBezTo>
                  <a:lnTo>
                    <a:pt x="42714" y="29324"/>
                  </a:lnTo>
                  <a:lnTo>
                    <a:pt x="42166" y="29324"/>
                  </a:lnTo>
                  <a:lnTo>
                    <a:pt x="42166" y="28569"/>
                  </a:lnTo>
                  <a:cubicBezTo>
                    <a:pt x="42166" y="28569"/>
                    <a:pt x="42166" y="28250"/>
                    <a:pt x="42440" y="28250"/>
                  </a:cubicBezTo>
                  <a:close/>
                  <a:moveTo>
                    <a:pt x="38603" y="28284"/>
                  </a:moveTo>
                  <a:cubicBezTo>
                    <a:pt x="38877" y="28284"/>
                    <a:pt x="38877" y="28562"/>
                    <a:pt x="38877" y="28562"/>
                  </a:cubicBezTo>
                  <a:lnTo>
                    <a:pt x="38877" y="29358"/>
                  </a:lnTo>
                  <a:lnTo>
                    <a:pt x="38329" y="29358"/>
                  </a:lnTo>
                  <a:lnTo>
                    <a:pt x="38329" y="28601"/>
                  </a:lnTo>
                  <a:cubicBezTo>
                    <a:pt x="38329" y="28601"/>
                    <a:pt x="38329" y="28284"/>
                    <a:pt x="38603" y="28284"/>
                  </a:cubicBezTo>
                  <a:close/>
                  <a:moveTo>
                    <a:pt x="39583" y="28291"/>
                  </a:moveTo>
                  <a:cubicBezTo>
                    <a:pt x="39857" y="28291"/>
                    <a:pt x="39857" y="28569"/>
                    <a:pt x="39857" y="28569"/>
                  </a:cubicBezTo>
                  <a:lnTo>
                    <a:pt x="39857" y="29365"/>
                  </a:lnTo>
                  <a:lnTo>
                    <a:pt x="39309" y="29365"/>
                  </a:lnTo>
                  <a:lnTo>
                    <a:pt x="39309" y="28608"/>
                  </a:lnTo>
                  <a:cubicBezTo>
                    <a:pt x="39309" y="28608"/>
                    <a:pt x="39309" y="28291"/>
                    <a:pt x="39583" y="28291"/>
                  </a:cubicBezTo>
                  <a:close/>
                  <a:moveTo>
                    <a:pt x="30102" y="28319"/>
                  </a:moveTo>
                  <a:cubicBezTo>
                    <a:pt x="30376" y="28319"/>
                    <a:pt x="30376" y="28597"/>
                    <a:pt x="30376" y="28597"/>
                  </a:cubicBezTo>
                  <a:lnTo>
                    <a:pt x="30376" y="29393"/>
                  </a:lnTo>
                  <a:lnTo>
                    <a:pt x="29828" y="29393"/>
                  </a:lnTo>
                  <a:lnTo>
                    <a:pt x="29828" y="28637"/>
                  </a:lnTo>
                  <a:cubicBezTo>
                    <a:pt x="29828" y="28637"/>
                    <a:pt x="29828" y="28319"/>
                    <a:pt x="30102" y="28319"/>
                  </a:cubicBezTo>
                  <a:close/>
                  <a:moveTo>
                    <a:pt x="31031" y="28319"/>
                  </a:moveTo>
                  <a:cubicBezTo>
                    <a:pt x="31305" y="28319"/>
                    <a:pt x="31305" y="28597"/>
                    <a:pt x="31305" y="28597"/>
                  </a:cubicBezTo>
                  <a:lnTo>
                    <a:pt x="31305" y="29393"/>
                  </a:lnTo>
                  <a:lnTo>
                    <a:pt x="30757" y="29393"/>
                  </a:lnTo>
                  <a:lnTo>
                    <a:pt x="30757" y="28637"/>
                  </a:lnTo>
                  <a:cubicBezTo>
                    <a:pt x="30757" y="28637"/>
                    <a:pt x="30757" y="28319"/>
                    <a:pt x="31031" y="28319"/>
                  </a:cubicBezTo>
                  <a:close/>
                  <a:moveTo>
                    <a:pt x="31960" y="28319"/>
                  </a:moveTo>
                  <a:cubicBezTo>
                    <a:pt x="32234" y="28319"/>
                    <a:pt x="32234" y="28597"/>
                    <a:pt x="32234" y="28597"/>
                  </a:cubicBezTo>
                  <a:lnTo>
                    <a:pt x="32234" y="29393"/>
                  </a:lnTo>
                  <a:lnTo>
                    <a:pt x="31686" y="29393"/>
                  </a:lnTo>
                  <a:lnTo>
                    <a:pt x="31686" y="28637"/>
                  </a:lnTo>
                  <a:cubicBezTo>
                    <a:pt x="31686" y="28637"/>
                    <a:pt x="31686" y="28319"/>
                    <a:pt x="31960" y="28319"/>
                  </a:cubicBezTo>
                  <a:close/>
                  <a:moveTo>
                    <a:pt x="37615" y="28325"/>
                  </a:moveTo>
                  <a:cubicBezTo>
                    <a:pt x="37889" y="28325"/>
                    <a:pt x="37889" y="28601"/>
                    <a:pt x="37889" y="28601"/>
                  </a:cubicBezTo>
                  <a:lnTo>
                    <a:pt x="37889" y="29398"/>
                  </a:lnTo>
                  <a:lnTo>
                    <a:pt x="37341" y="29398"/>
                  </a:lnTo>
                  <a:lnTo>
                    <a:pt x="37341" y="28642"/>
                  </a:lnTo>
                  <a:cubicBezTo>
                    <a:pt x="37341" y="28642"/>
                    <a:pt x="37341" y="28325"/>
                    <a:pt x="37615" y="28325"/>
                  </a:cubicBezTo>
                  <a:close/>
                  <a:moveTo>
                    <a:pt x="32850" y="28332"/>
                  </a:moveTo>
                  <a:cubicBezTo>
                    <a:pt x="33124" y="28332"/>
                    <a:pt x="33124" y="28608"/>
                    <a:pt x="33124" y="28608"/>
                  </a:cubicBezTo>
                  <a:lnTo>
                    <a:pt x="33124" y="29405"/>
                  </a:lnTo>
                  <a:lnTo>
                    <a:pt x="32576" y="29405"/>
                  </a:lnTo>
                  <a:lnTo>
                    <a:pt x="32576" y="28649"/>
                  </a:lnTo>
                  <a:cubicBezTo>
                    <a:pt x="32576" y="28649"/>
                    <a:pt x="32576" y="28332"/>
                    <a:pt x="32850" y="28332"/>
                  </a:cubicBezTo>
                  <a:close/>
                  <a:moveTo>
                    <a:pt x="36578" y="28334"/>
                  </a:moveTo>
                  <a:cubicBezTo>
                    <a:pt x="36852" y="28334"/>
                    <a:pt x="36852" y="28613"/>
                    <a:pt x="36852" y="28613"/>
                  </a:cubicBezTo>
                  <a:lnTo>
                    <a:pt x="36852" y="29408"/>
                  </a:lnTo>
                  <a:lnTo>
                    <a:pt x="36304" y="29408"/>
                  </a:lnTo>
                  <a:lnTo>
                    <a:pt x="36304" y="28653"/>
                  </a:lnTo>
                  <a:cubicBezTo>
                    <a:pt x="36304" y="28653"/>
                    <a:pt x="36304" y="28334"/>
                    <a:pt x="36578" y="28334"/>
                  </a:cubicBezTo>
                  <a:close/>
                  <a:moveTo>
                    <a:pt x="33767" y="28346"/>
                  </a:moveTo>
                  <a:cubicBezTo>
                    <a:pt x="34041" y="28346"/>
                    <a:pt x="34041" y="28623"/>
                    <a:pt x="34041" y="28623"/>
                  </a:cubicBezTo>
                  <a:lnTo>
                    <a:pt x="34041" y="29419"/>
                  </a:lnTo>
                  <a:lnTo>
                    <a:pt x="33492" y="29419"/>
                  </a:lnTo>
                  <a:lnTo>
                    <a:pt x="33492" y="28663"/>
                  </a:lnTo>
                  <a:cubicBezTo>
                    <a:pt x="33492" y="28663"/>
                    <a:pt x="33492" y="28346"/>
                    <a:pt x="33767" y="28346"/>
                  </a:cubicBezTo>
                  <a:close/>
                  <a:moveTo>
                    <a:pt x="35635" y="28346"/>
                  </a:moveTo>
                  <a:cubicBezTo>
                    <a:pt x="35909" y="28346"/>
                    <a:pt x="35909" y="28623"/>
                    <a:pt x="35909" y="28623"/>
                  </a:cubicBezTo>
                  <a:lnTo>
                    <a:pt x="35909" y="29419"/>
                  </a:lnTo>
                  <a:lnTo>
                    <a:pt x="35360" y="29419"/>
                  </a:lnTo>
                  <a:lnTo>
                    <a:pt x="35360" y="28663"/>
                  </a:lnTo>
                  <a:cubicBezTo>
                    <a:pt x="35360" y="28663"/>
                    <a:pt x="35360" y="28346"/>
                    <a:pt x="35635" y="28346"/>
                  </a:cubicBezTo>
                  <a:close/>
                  <a:moveTo>
                    <a:pt x="34684" y="28360"/>
                  </a:moveTo>
                  <a:cubicBezTo>
                    <a:pt x="34958" y="28360"/>
                    <a:pt x="34958" y="28637"/>
                    <a:pt x="34958" y="28637"/>
                  </a:cubicBezTo>
                  <a:lnTo>
                    <a:pt x="34958" y="29434"/>
                  </a:lnTo>
                  <a:lnTo>
                    <a:pt x="34410" y="29434"/>
                  </a:lnTo>
                  <a:lnTo>
                    <a:pt x="34410" y="28677"/>
                  </a:lnTo>
                  <a:cubicBezTo>
                    <a:pt x="34410" y="28677"/>
                    <a:pt x="34410" y="28360"/>
                    <a:pt x="34684" y="28360"/>
                  </a:cubicBezTo>
                  <a:close/>
                  <a:moveTo>
                    <a:pt x="3590" y="42479"/>
                  </a:moveTo>
                  <a:cubicBezTo>
                    <a:pt x="3742" y="42479"/>
                    <a:pt x="3742" y="42861"/>
                    <a:pt x="3742" y="42861"/>
                  </a:cubicBezTo>
                  <a:lnTo>
                    <a:pt x="3742" y="43956"/>
                  </a:lnTo>
                  <a:lnTo>
                    <a:pt x="3440" y="43956"/>
                  </a:lnTo>
                  <a:lnTo>
                    <a:pt x="3440" y="42916"/>
                  </a:lnTo>
                  <a:cubicBezTo>
                    <a:pt x="3440" y="42916"/>
                    <a:pt x="3440" y="42479"/>
                    <a:pt x="3590" y="42479"/>
                  </a:cubicBezTo>
                  <a:close/>
                  <a:moveTo>
                    <a:pt x="4743" y="42397"/>
                  </a:moveTo>
                  <a:cubicBezTo>
                    <a:pt x="5289" y="42397"/>
                    <a:pt x="5289" y="42802"/>
                    <a:pt x="5289" y="42802"/>
                  </a:cubicBezTo>
                  <a:lnTo>
                    <a:pt x="5289" y="43956"/>
                  </a:lnTo>
                  <a:lnTo>
                    <a:pt x="4197" y="43956"/>
                  </a:lnTo>
                  <a:lnTo>
                    <a:pt x="4197" y="42860"/>
                  </a:lnTo>
                  <a:cubicBezTo>
                    <a:pt x="4197" y="42860"/>
                    <a:pt x="4197" y="42397"/>
                    <a:pt x="4743" y="42397"/>
                  </a:cubicBezTo>
                  <a:close/>
                  <a:moveTo>
                    <a:pt x="5871" y="42498"/>
                  </a:moveTo>
                  <a:cubicBezTo>
                    <a:pt x="6022" y="42498"/>
                    <a:pt x="6022" y="42881"/>
                    <a:pt x="6022" y="42881"/>
                  </a:cubicBezTo>
                  <a:lnTo>
                    <a:pt x="6022" y="43976"/>
                  </a:lnTo>
                  <a:lnTo>
                    <a:pt x="5719" y="43976"/>
                  </a:lnTo>
                  <a:lnTo>
                    <a:pt x="5719" y="42936"/>
                  </a:lnTo>
                  <a:cubicBezTo>
                    <a:pt x="5719" y="42936"/>
                    <a:pt x="5719" y="42498"/>
                    <a:pt x="5871" y="42498"/>
                  </a:cubicBezTo>
                  <a:close/>
                  <a:moveTo>
                    <a:pt x="57522" y="1"/>
                  </a:moveTo>
                  <a:lnTo>
                    <a:pt x="57480" y="959"/>
                  </a:lnTo>
                  <a:cubicBezTo>
                    <a:pt x="57335" y="968"/>
                    <a:pt x="57220" y="1024"/>
                    <a:pt x="57220" y="1094"/>
                  </a:cubicBezTo>
                  <a:cubicBezTo>
                    <a:pt x="57220" y="1162"/>
                    <a:pt x="57328" y="1218"/>
                    <a:pt x="57469" y="1228"/>
                  </a:cubicBezTo>
                  <a:lnTo>
                    <a:pt x="57446" y="1718"/>
                  </a:lnTo>
                  <a:lnTo>
                    <a:pt x="57451" y="1718"/>
                  </a:lnTo>
                  <a:cubicBezTo>
                    <a:pt x="57170" y="1741"/>
                    <a:pt x="56954" y="1852"/>
                    <a:pt x="56954" y="1987"/>
                  </a:cubicBezTo>
                  <a:cubicBezTo>
                    <a:pt x="56954" y="2123"/>
                    <a:pt x="57170" y="2233"/>
                    <a:pt x="57451" y="2257"/>
                  </a:cubicBezTo>
                  <a:cubicBezTo>
                    <a:pt x="57085" y="2919"/>
                    <a:pt x="55801" y="5124"/>
                    <a:pt x="54191" y="6438"/>
                  </a:cubicBezTo>
                  <a:cubicBezTo>
                    <a:pt x="52852" y="7532"/>
                    <a:pt x="55313" y="9064"/>
                    <a:pt x="55313" y="9064"/>
                  </a:cubicBezTo>
                  <a:lnTo>
                    <a:pt x="55341" y="11580"/>
                  </a:lnTo>
                  <a:lnTo>
                    <a:pt x="54520" y="11580"/>
                  </a:lnTo>
                  <a:lnTo>
                    <a:pt x="54520" y="12238"/>
                  </a:lnTo>
                  <a:lnTo>
                    <a:pt x="55313" y="12620"/>
                  </a:lnTo>
                  <a:lnTo>
                    <a:pt x="54547" y="12620"/>
                  </a:lnTo>
                  <a:lnTo>
                    <a:pt x="54519" y="13032"/>
                  </a:lnTo>
                  <a:lnTo>
                    <a:pt x="53286" y="13032"/>
                  </a:lnTo>
                  <a:lnTo>
                    <a:pt x="53286" y="14173"/>
                  </a:lnTo>
                  <a:lnTo>
                    <a:pt x="54790" y="15521"/>
                  </a:lnTo>
                  <a:lnTo>
                    <a:pt x="54832" y="36876"/>
                  </a:lnTo>
                  <a:lnTo>
                    <a:pt x="53670" y="36876"/>
                  </a:lnTo>
                  <a:lnTo>
                    <a:pt x="53670" y="37897"/>
                  </a:lnTo>
                  <a:lnTo>
                    <a:pt x="54835" y="37897"/>
                  </a:lnTo>
                  <a:lnTo>
                    <a:pt x="54836" y="38937"/>
                  </a:lnTo>
                  <a:lnTo>
                    <a:pt x="48475" y="38937"/>
                  </a:lnTo>
                  <a:lnTo>
                    <a:pt x="48475" y="37568"/>
                  </a:lnTo>
                  <a:cubicBezTo>
                    <a:pt x="48475" y="36300"/>
                    <a:pt x="47446" y="35271"/>
                    <a:pt x="46178" y="35271"/>
                  </a:cubicBezTo>
                  <a:lnTo>
                    <a:pt x="46117" y="34397"/>
                  </a:lnTo>
                  <a:lnTo>
                    <a:pt x="46760" y="34397"/>
                  </a:lnTo>
                  <a:lnTo>
                    <a:pt x="46760" y="29259"/>
                  </a:lnTo>
                  <a:lnTo>
                    <a:pt x="45933" y="29287"/>
                  </a:lnTo>
                  <a:lnTo>
                    <a:pt x="45900" y="27959"/>
                  </a:lnTo>
                  <a:cubicBezTo>
                    <a:pt x="49828" y="22324"/>
                    <a:pt x="39348" y="18256"/>
                    <a:pt x="39348" y="18256"/>
                  </a:cubicBezTo>
                  <a:lnTo>
                    <a:pt x="39348" y="17764"/>
                  </a:lnTo>
                  <a:lnTo>
                    <a:pt x="38865" y="17764"/>
                  </a:lnTo>
                  <a:lnTo>
                    <a:pt x="38865" y="16342"/>
                  </a:lnTo>
                  <a:lnTo>
                    <a:pt x="39348" y="16342"/>
                  </a:lnTo>
                  <a:lnTo>
                    <a:pt x="39348" y="15576"/>
                  </a:lnTo>
                  <a:lnTo>
                    <a:pt x="38804" y="15576"/>
                  </a:lnTo>
                  <a:lnTo>
                    <a:pt x="38804" y="15084"/>
                  </a:lnTo>
                  <a:lnTo>
                    <a:pt x="37401" y="15084"/>
                  </a:lnTo>
                  <a:lnTo>
                    <a:pt x="37380" y="14692"/>
                  </a:lnTo>
                  <a:cubicBezTo>
                    <a:pt x="37591" y="14613"/>
                    <a:pt x="37743" y="14412"/>
                    <a:pt x="37743" y="14173"/>
                  </a:cubicBezTo>
                  <a:cubicBezTo>
                    <a:pt x="37743" y="13913"/>
                    <a:pt x="37563" y="13698"/>
                    <a:pt x="37323" y="13638"/>
                  </a:cubicBezTo>
                  <a:lnTo>
                    <a:pt x="37300" y="13234"/>
                  </a:lnTo>
                  <a:cubicBezTo>
                    <a:pt x="37479" y="13185"/>
                    <a:pt x="37612" y="13021"/>
                    <a:pt x="37612" y="12827"/>
                  </a:cubicBezTo>
                  <a:cubicBezTo>
                    <a:pt x="37612" y="12613"/>
                    <a:pt x="37456" y="12440"/>
                    <a:pt x="37254" y="12408"/>
                  </a:cubicBezTo>
                  <a:lnTo>
                    <a:pt x="37189" y="11234"/>
                  </a:lnTo>
                  <a:lnTo>
                    <a:pt x="37120" y="12408"/>
                  </a:lnTo>
                  <a:cubicBezTo>
                    <a:pt x="36918" y="12441"/>
                    <a:pt x="36763" y="12613"/>
                    <a:pt x="36763" y="12824"/>
                  </a:cubicBezTo>
                  <a:cubicBezTo>
                    <a:pt x="36763" y="13018"/>
                    <a:pt x="36894" y="13179"/>
                    <a:pt x="37071" y="13230"/>
                  </a:cubicBezTo>
                  <a:lnTo>
                    <a:pt x="37049" y="13638"/>
                  </a:lnTo>
                  <a:cubicBezTo>
                    <a:pt x="36811" y="13699"/>
                    <a:pt x="36634" y="13913"/>
                    <a:pt x="36634" y="14172"/>
                  </a:cubicBezTo>
                  <a:cubicBezTo>
                    <a:pt x="36634" y="14408"/>
                    <a:pt x="36782" y="14606"/>
                    <a:pt x="36987" y="14686"/>
                  </a:cubicBezTo>
                  <a:lnTo>
                    <a:pt x="36964" y="15080"/>
                  </a:lnTo>
                  <a:lnTo>
                    <a:pt x="35725" y="15080"/>
                  </a:lnTo>
                  <a:lnTo>
                    <a:pt x="35725" y="15572"/>
                  </a:lnTo>
                  <a:lnTo>
                    <a:pt x="35233" y="15572"/>
                  </a:lnTo>
                  <a:lnTo>
                    <a:pt x="35233" y="16338"/>
                  </a:lnTo>
                  <a:lnTo>
                    <a:pt x="35670" y="16338"/>
                  </a:lnTo>
                  <a:lnTo>
                    <a:pt x="35670" y="17762"/>
                  </a:lnTo>
                  <a:lnTo>
                    <a:pt x="35233" y="17762"/>
                  </a:lnTo>
                  <a:lnTo>
                    <a:pt x="35233" y="18254"/>
                  </a:lnTo>
                  <a:cubicBezTo>
                    <a:pt x="35233" y="18254"/>
                    <a:pt x="25767" y="22521"/>
                    <a:pt x="29323" y="28156"/>
                  </a:cubicBezTo>
                  <a:lnTo>
                    <a:pt x="29269" y="29414"/>
                  </a:lnTo>
                  <a:lnTo>
                    <a:pt x="28524" y="29414"/>
                  </a:lnTo>
                  <a:lnTo>
                    <a:pt x="28524" y="34391"/>
                  </a:lnTo>
                  <a:lnTo>
                    <a:pt x="29104" y="34391"/>
                  </a:lnTo>
                  <a:lnTo>
                    <a:pt x="29049" y="35267"/>
                  </a:lnTo>
                  <a:cubicBezTo>
                    <a:pt x="27902" y="35267"/>
                    <a:pt x="26971" y="36197"/>
                    <a:pt x="26971" y="37344"/>
                  </a:cubicBezTo>
                  <a:lnTo>
                    <a:pt x="26971" y="38931"/>
                  </a:lnTo>
                  <a:lnTo>
                    <a:pt x="20406" y="38931"/>
                  </a:lnTo>
                  <a:lnTo>
                    <a:pt x="20442" y="30125"/>
                  </a:lnTo>
                  <a:lnTo>
                    <a:pt x="21171" y="30125"/>
                  </a:lnTo>
                  <a:lnTo>
                    <a:pt x="21171" y="29240"/>
                  </a:lnTo>
                  <a:lnTo>
                    <a:pt x="20832" y="29240"/>
                  </a:lnTo>
                  <a:lnTo>
                    <a:pt x="20832" y="26643"/>
                  </a:lnTo>
                  <a:lnTo>
                    <a:pt x="21171" y="26288"/>
                  </a:lnTo>
                  <a:lnTo>
                    <a:pt x="20720" y="25934"/>
                  </a:lnTo>
                  <a:cubicBezTo>
                    <a:pt x="21002" y="23278"/>
                    <a:pt x="18571" y="22393"/>
                    <a:pt x="18571" y="22393"/>
                  </a:cubicBezTo>
                  <a:lnTo>
                    <a:pt x="18571" y="21333"/>
                  </a:lnTo>
                  <a:lnTo>
                    <a:pt x="18004" y="21333"/>
                  </a:lnTo>
                  <a:lnTo>
                    <a:pt x="17778" y="18854"/>
                  </a:lnTo>
                  <a:lnTo>
                    <a:pt x="17559" y="21333"/>
                  </a:lnTo>
                  <a:lnTo>
                    <a:pt x="17012" y="21333"/>
                  </a:lnTo>
                  <a:lnTo>
                    <a:pt x="17012" y="22396"/>
                  </a:lnTo>
                  <a:cubicBezTo>
                    <a:pt x="17012" y="22396"/>
                    <a:pt x="14659" y="23281"/>
                    <a:pt x="14933" y="25936"/>
                  </a:cubicBezTo>
                  <a:lnTo>
                    <a:pt x="14496" y="26292"/>
                  </a:lnTo>
                  <a:lnTo>
                    <a:pt x="14825" y="26646"/>
                  </a:lnTo>
                  <a:lnTo>
                    <a:pt x="14825" y="29244"/>
                  </a:lnTo>
                  <a:lnTo>
                    <a:pt x="14496" y="29244"/>
                  </a:lnTo>
                  <a:lnTo>
                    <a:pt x="14496" y="30129"/>
                  </a:lnTo>
                  <a:lnTo>
                    <a:pt x="15225" y="30129"/>
                  </a:lnTo>
                  <a:lnTo>
                    <a:pt x="15261" y="38934"/>
                  </a:lnTo>
                  <a:lnTo>
                    <a:pt x="14114" y="38934"/>
                  </a:lnTo>
                  <a:lnTo>
                    <a:pt x="14114" y="41888"/>
                  </a:lnTo>
                  <a:lnTo>
                    <a:pt x="8533" y="41888"/>
                  </a:lnTo>
                  <a:lnTo>
                    <a:pt x="8533" y="44953"/>
                  </a:lnTo>
                  <a:lnTo>
                    <a:pt x="8042" y="44953"/>
                  </a:lnTo>
                  <a:lnTo>
                    <a:pt x="8042" y="46211"/>
                  </a:lnTo>
                  <a:lnTo>
                    <a:pt x="7603" y="46211"/>
                  </a:lnTo>
                  <a:lnTo>
                    <a:pt x="7603" y="46757"/>
                  </a:lnTo>
                  <a:lnTo>
                    <a:pt x="6619" y="47632"/>
                  </a:lnTo>
                  <a:lnTo>
                    <a:pt x="6619" y="48561"/>
                  </a:lnTo>
                  <a:lnTo>
                    <a:pt x="6017" y="48561"/>
                  </a:lnTo>
                  <a:lnTo>
                    <a:pt x="6034" y="44404"/>
                  </a:lnTo>
                  <a:lnTo>
                    <a:pt x="6400" y="44404"/>
                  </a:lnTo>
                  <a:lnTo>
                    <a:pt x="6400" y="43993"/>
                  </a:lnTo>
                  <a:lnTo>
                    <a:pt x="6230" y="43993"/>
                  </a:lnTo>
                  <a:lnTo>
                    <a:pt x="6230" y="42789"/>
                  </a:lnTo>
                  <a:lnTo>
                    <a:pt x="6400" y="42626"/>
                  </a:lnTo>
                  <a:lnTo>
                    <a:pt x="6173" y="42463"/>
                  </a:lnTo>
                  <a:cubicBezTo>
                    <a:pt x="6314" y="41231"/>
                    <a:pt x="5100" y="40822"/>
                    <a:pt x="5100" y="40822"/>
                  </a:cubicBezTo>
                  <a:lnTo>
                    <a:pt x="5100" y="40330"/>
                  </a:lnTo>
                  <a:lnTo>
                    <a:pt x="4817" y="40330"/>
                  </a:lnTo>
                  <a:lnTo>
                    <a:pt x="4705" y="39181"/>
                  </a:lnTo>
                  <a:lnTo>
                    <a:pt x="4595" y="40330"/>
                  </a:lnTo>
                  <a:lnTo>
                    <a:pt x="4321" y="40330"/>
                  </a:lnTo>
                  <a:lnTo>
                    <a:pt x="4321" y="40822"/>
                  </a:lnTo>
                  <a:cubicBezTo>
                    <a:pt x="4321" y="40822"/>
                    <a:pt x="3146" y="41233"/>
                    <a:pt x="3281" y="42463"/>
                  </a:cubicBezTo>
                  <a:lnTo>
                    <a:pt x="3062" y="42626"/>
                  </a:lnTo>
                  <a:lnTo>
                    <a:pt x="3225" y="42789"/>
                  </a:lnTo>
                  <a:lnTo>
                    <a:pt x="3225" y="43993"/>
                  </a:lnTo>
                  <a:lnTo>
                    <a:pt x="3062" y="43993"/>
                  </a:lnTo>
                  <a:lnTo>
                    <a:pt x="3062" y="44404"/>
                  </a:lnTo>
                  <a:lnTo>
                    <a:pt x="3427" y="44404"/>
                  </a:lnTo>
                  <a:lnTo>
                    <a:pt x="3444" y="48561"/>
                  </a:lnTo>
                  <a:lnTo>
                    <a:pt x="0" y="48561"/>
                  </a:lnTo>
                  <a:lnTo>
                    <a:pt x="0" y="65707"/>
                  </a:lnTo>
                  <a:lnTo>
                    <a:pt x="78262" y="65707"/>
                  </a:lnTo>
                  <a:lnTo>
                    <a:pt x="78262" y="48561"/>
                  </a:lnTo>
                  <a:lnTo>
                    <a:pt x="77203" y="48561"/>
                  </a:lnTo>
                  <a:lnTo>
                    <a:pt x="77203" y="40268"/>
                  </a:lnTo>
                  <a:cubicBezTo>
                    <a:pt x="75981" y="36227"/>
                    <a:pt x="72891" y="34915"/>
                    <a:pt x="72891" y="34915"/>
                  </a:cubicBezTo>
                  <a:cubicBezTo>
                    <a:pt x="72891" y="34915"/>
                    <a:pt x="73065" y="34411"/>
                    <a:pt x="72891" y="33096"/>
                  </a:cubicBezTo>
                  <a:cubicBezTo>
                    <a:pt x="72717" y="31784"/>
                    <a:pt x="71464" y="31278"/>
                    <a:pt x="71464" y="31278"/>
                  </a:cubicBezTo>
                  <a:lnTo>
                    <a:pt x="71961" y="31278"/>
                  </a:lnTo>
                  <a:lnTo>
                    <a:pt x="71961" y="30773"/>
                  </a:lnTo>
                  <a:lnTo>
                    <a:pt x="71553" y="30773"/>
                  </a:lnTo>
                  <a:lnTo>
                    <a:pt x="71553" y="30067"/>
                  </a:lnTo>
                  <a:lnTo>
                    <a:pt x="71287" y="30067"/>
                  </a:lnTo>
                  <a:cubicBezTo>
                    <a:pt x="71311" y="29963"/>
                    <a:pt x="71327" y="29845"/>
                    <a:pt x="71327" y="29717"/>
                  </a:cubicBezTo>
                  <a:cubicBezTo>
                    <a:pt x="71327" y="29374"/>
                    <a:pt x="71224" y="29091"/>
                    <a:pt x="71086" y="29015"/>
                  </a:cubicBezTo>
                  <a:lnTo>
                    <a:pt x="71001" y="26636"/>
                  </a:lnTo>
                  <a:lnTo>
                    <a:pt x="70915" y="29036"/>
                  </a:lnTo>
                  <a:cubicBezTo>
                    <a:pt x="70791" y="29133"/>
                    <a:pt x="70701" y="29400"/>
                    <a:pt x="70701" y="29717"/>
                  </a:cubicBezTo>
                  <a:cubicBezTo>
                    <a:pt x="70701" y="29845"/>
                    <a:pt x="70718" y="29963"/>
                    <a:pt x="70742" y="30067"/>
                  </a:cubicBezTo>
                  <a:lnTo>
                    <a:pt x="70458" y="30067"/>
                  </a:lnTo>
                  <a:lnTo>
                    <a:pt x="70458" y="30766"/>
                  </a:lnTo>
                  <a:lnTo>
                    <a:pt x="70067" y="30766"/>
                  </a:lnTo>
                  <a:lnTo>
                    <a:pt x="70067" y="31265"/>
                  </a:lnTo>
                  <a:lnTo>
                    <a:pt x="70539" y="31265"/>
                  </a:lnTo>
                  <a:cubicBezTo>
                    <a:pt x="70539" y="31265"/>
                    <a:pt x="69343" y="31764"/>
                    <a:pt x="69176" y="33063"/>
                  </a:cubicBezTo>
                  <a:cubicBezTo>
                    <a:pt x="69010" y="34362"/>
                    <a:pt x="69176" y="34860"/>
                    <a:pt x="69176" y="34860"/>
                  </a:cubicBezTo>
                  <a:cubicBezTo>
                    <a:pt x="69176" y="34860"/>
                    <a:pt x="66227" y="36159"/>
                    <a:pt x="65058" y="40151"/>
                  </a:cubicBezTo>
                  <a:lnTo>
                    <a:pt x="65058" y="41888"/>
                  </a:lnTo>
                  <a:lnTo>
                    <a:pt x="62686" y="41888"/>
                  </a:lnTo>
                  <a:lnTo>
                    <a:pt x="62686" y="38935"/>
                  </a:lnTo>
                  <a:lnTo>
                    <a:pt x="57563" y="38935"/>
                  </a:lnTo>
                  <a:lnTo>
                    <a:pt x="57563" y="38925"/>
                  </a:lnTo>
                  <a:lnTo>
                    <a:pt x="60071" y="38925"/>
                  </a:lnTo>
                  <a:lnTo>
                    <a:pt x="60072" y="37897"/>
                  </a:lnTo>
                  <a:lnTo>
                    <a:pt x="61174" y="37897"/>
                  </a:lnTo>
                  <a:lnTo>
                    <a:pt x="61174" y="36876"/>
                  </a:lnTo>
                  <a:lnTo>
                    <a:pt x="60073" y="36876"/>
                  </a:lnTo>
                  <a:lnTo>
                    <a:pt x="60113" y="15513"/>
                  </a:lnTo>
                  <a:lnTo>
                    <a:pt x="61520" y="14165"/>
                  </a:lnTo>
                  <a:lnTo>
                    <a:pt x="61520" y="13023"/>
                  </a:lnTo>
                  <a:lnTo>
                    <a:pt x="60367" y="13023"/>
                  </a:lnTo>
                  <a:lnTo>
                    <a:pt x="60341" y="12612"/>
                  </a:lnTo>
                  <a:lnTo>
                    <a:pt x="59624" y="12612"/>
                  </a:lnTo>
                  <a:lnTo>
                    <a:pt x="60367" y="12229"/>
                  </a:lnTo>
                  <a:lnTo>
                    <a:pt x="60367" y="11571"/>
                  </a:lnTo>
                  <a:lnTo>
                    <a:pt x="59600" y="11571"/>
                  </a:lnTo>
                  <a:lnTo>
                    <a:pt x="59625" y="9055"/>
                  </a:lnTo>
                  <a:cubicBezTo>
                    <a:pt x="59625" y="9055"/>
                    <a:pt x="61929" y="7523"/>
                    <a:pt x="60675" y="6428"/>
                  </a:cubicBezTo>
                  <a:cubicBezTo>
                    <a:pt x="59178" y="5124"/>
                    <a:pt x="57979" y="2934"/>
                    <a:pt x="57629" y="2259"/>
                  </a:cubicBezTo>
                  <a:cubicBezTo>
                    <a:pt x="57930" y="2244"/>
                    <a:pt x="58162" y="2130"/>
                    <a:pt x="58162" y="1990"/>
                  </a:cubicBezTo>
                  <a:cubicBezTo>
                    <a:pt x="58162" y="1853"/>
                    <a:pt x="57948" y="1744"/>
                    <a:pt x="57667" y="1720"/>
                  </a:cubicBezTo>
                  <a:lnTo>
                    <a:pt x="57670" y="1720"/>
                  </a:lnTo>
                  <a:lnTo>
                    <a:pt x="57628" y="1223"/>
                  </a:lnTo>
                  <a:cubicBezTo>
                    <a:pt x="57742" y="1204"/>
                    <a:pt x="57825" y="1155"/>
                    <a:pt x="57825" y="1094"/>
                  </a:cubicBezTo>
                  <a:cubicBezTo>
                    <a:pt x="57825" y="1031"/>
                    <a:pt x="57732" y="980"/>
                    <a:pt x="57605" y="963"/>
                  </a:cubicBezTo>
                  <a:lnTo>
                    <a:pt x="5752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0" name="Google Shape;1350;p62"/>
            <p:cNvGrpSpPr/>
            <p:nvPr/>
          </p:nvGrpSpPr>
          <p:grpSpPr>
            <a:xfrm>
              <a:off x="2723482" y="5604979"/>
              <a:ext cx="1027969" cy="990213"/>
              <a:chOff x="3870075" y="3720225"/>
              <a:chExt cx="873975" cy="841875"/>
            </a:xfrm>
          </p:grpSpPr>
          <p:sp>
            <p:nvSpPr>
              <p:cNvPr id="1351" name="Google Shape;1351;p62"/>
              <p:cNvSpPr/>
              <p:nvPr/>
            </p:nvSpPr>
            <p:spPr>
              <a:xfrm>
                <a:off x="3870075" y="3720225"/>
                <a:ext cx="521100" cy="8418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62"/>
              <p:cNvSpPr/>
              <p:nvPr/>
            </p:nvSpPr>
            <p:spPr>
              <a:xfrm>
                <a:off x="4222950" y="4220400"/>
                <a:ext cx="521100" cy="341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62"/>
              <p:cNvSpPr/>
              <p:nvPr/>
            </p:nvSpPr>
            <p:spPr>
              <a:xfrm>
                <a:off x="4025700" y="3930900"/>
                <a:ext cx="521100" cy="6312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54" name="Google Shape;1354;p62"/>
          <p:cNvSpPr/>
          <p:nvPr/>
        </p:nvSpPr>
        <p:spPr>
          <a:xfrm>
            <a:off x="1668376" y="2025562"/>
            <a:ext cx="1119871" cy="2074772"/>
          </a:xfrm>
          <a:custGeom>
            <a:avLst/>
            <a:gdLst/>
            <a:ahLst/>
            <a:cxnLst/>
            <a:rect l="l" t="t" r="r" b="b"/>
            <a:pathLst>
              <a:path w="15918" h="29489" extrusionOk="0">
                <a:moveTo>
                  <a:pt x="7788" y="1"/>
                </a:moveTo>
                <a:lnTo>
                  <a:pt x="7675" y="2402"/>
                </a:lnTo>
                <a:cubicBezTo>
                  <a:pt x="7514" y="2499"/>
                  <a:pt x="7397" y="2766"/>
                  <a:pt x="7397" y="3083"/>
                </a:cubicBezTo>
                <a:cubicBezTo>
                  <a:pt x="7397" y="3211"/>
                  <a:pt x="7418" y="3329"/>
                  <a:pt x="7449" y="3433"/>
                </a:cubicBezTo>
                <a:lnTo>
                  <a:pt x="7076" y="3433"/>
                </a:lnTo>
                <a:lnTo>
                  <a:pt x="7076" y="4132"/>
                </a:lnTo>
                <a:lnTo>
                  <a:pt x="6565" y="4132"/>
                </a:lnTo>
                <a:lnTo>
                  <a:pt x="6565" y="4631"/>
                </a:lnTo>
                <a:lnTo>
                  <a:pt x="7186" y="4631"/>
                </a:lnTo>
                <a:cubicBezTo>
                  <a:pt x="7186" y="4631"/>
                  <a:pt x="5616" y="5130"/>
                  <a:pt x="5398" y="6429"/>
                </a:cubicBezTo>
                <a:cubicBezTo>
                  <a:pt x="5179" y="7727"/>
                  <a:pt x="5398" y="8226"/>
                  <a:pt x="5398" y="8226"/>
                </a:cubicBezTo>
                <a:cubicBezTo>
                  <a:pt x="5398" y="8226"/>
                  <a:pt x="1533" y="9524"/>
                  <a:pt x="1" y="13516"/>
                </a:cubicBezTo>
                <a:lnTo>
                  <a:pt x="1" y="29489"/>
                </a:lnTo>
                <a:lnTo>
                  <a:pt x="7806" y="29314"/>
                </a:lnTo>
                <a:lnTo>
                  <a:pt x="7806" y="29489"/>
                </a:lnTo>
                <a:lnTo>
                  <a:pt x="15918" y="29489"/>
                </a:lnTo>
                <a:lnTo>
                  <a:pt x="15918" y="13635"/>
                </a:lnTo>
                <a:cubicBezTo>
                  <a:pt x="14317" y="9593"/>
                  <a:pt x="10271" y="8280"/>
                  <a:pt x="10271" y="8280"/>
                </a:cubicBezTo>
                <a:cubicBezTo>
                  <a:pt x="10271" y="8280"/>
                  <a:pt x="10499" y="7777"/>
                  <a:pt x="10271" y="6462"/>
                </a:cubicBezTo>
                <a:cubicBezTo>
                  <a:pt x="10042" y="5150"/>
                  <a:pt x="8399" y="4644"/>
                  <a:pt x="8399" y="4644"/>
                </a:cubicBezTo>
                <a:lnTo>
                  <a:pt x="9048" y="4644"/>
                </a:lnTo>
                <a:lnTo>
                  <a:pt x="9048" y="4139"/>
                </a:lnTo>
                <a:lnTo>
                  <a:pt x="8514" y="4139"/>
                </a:lnTo>
                <a:lnTo>
                  <a:pt x="8514" y="3433"/>
                </a:lnTo>
                <a:lnTo>
                  <a:pt x="8166" y="3433"/>
                </a:lnTo>
                <a:cubicBezTo>
                  <a:pt x="8199" y="3329"/>
                  <a:pt x="8219" y="3211"/>
                  <a:pt x="8219" y="3083"/>
                </a:cubicBezTo>
                <a:cubicBezTo>
                  <a:pt x="8219" y="2740"/>
                  <a:pt x="8083" y="2456"/>
                  <a:pt x="7903" y="2381"/>
                </a:cubicBezTo>
                <a:lnTo>
                  <a:pt x="778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62"/>
          <p:cNvSpPr txBox="1">
            <a:spLocks noGrp="1"/>
          </p:cNvSpPr>
          <p:nvPr>
            <p:ph type="title"/>
          </p:nvPr>
        </p:nvSpPr>
        <p:spPr>
          <a:xfrm>
            <a:off x="4667683" y="1056726"/>
            <a:ext cx="4093200" cy="105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mj-lt"/>
              </a:rPr>
              <a:t>Thanks</a:t>
            </a:r>
            <a:r>
              <a:rPr lang="en" dirty="0"/>
              <a:t>!</a:t>
            </a:r>
            <a:endParaRPr dirty="0"/>
          </a:p>
        </p:txBody>
      </p:sp>
      <p:sp>
        <p:nvSpPr>
          <p:cNvPr id="1356" name="Google Shape;1356;p62"/>
          <p:cNvSpPr txBox="1">
            <a:spLocks noGrp="1"/>
          </p:cNvSpPr>
          <p:nvPr>
            <p:ph type="subTitle" idx="1"/>
          </p:nvPr>
        </p:nvSpPr>
        <p:spPr>
          <a:xfrm>
            <a:off x="4394891" y="1907812"/>
            <a:ext cx="4638785" cy="2074772"/>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500" b="1" dirty="0">
                <a:latin typeface="+mj-lt"/>
                <a:ea typeface="Philosopher"/>
                <a:cs typeface="Philosopher"/>
                <a:sym typeface="Philosopher"/>
              </a:rPr>
              <a:t>Do you have any questions?</a:t>
            </a:r>
          </a:p>
          <a:p>
            <a:pPr marL="0" lvl="0" indent="0" algn="l" rtl="0">
              <a:spcBef>
                <a:spcPts val="0"/>
              </a:spcBef>
              <a:spcAft>
                <a:spcPts val="0"/>
              </a:spcAft>
              <a:buNone/>
            </a:pPr>
            <a:r>
              <a:rPr lang="en-US" sz="2500" b="1" dirty="0">
                <a:latin typeface="+mj-lt"/>
                <a:ea typeface="Philosopher"/>
                <a:cs typeface="Philosopher"/>
                <a:sym typeface="Philosopher"/>
              </a:rPr>
              <a:t>            F</a:t>
            </a:r>
            <a:r>
              <a:rPr lang="en" sz="2500" b="1" dirty="0">
                <a:latin typeface="+mj-lt"/>
                <a:ea typeface="Philosopher"/>
                <a:cs typeface="Philosopher"/>
                <a:sym typeface="Philosopher"/>
              </a:rPr>
              <a:t>eel free to ask!</a:t>
            </a:r>
            <a:endParaRPr sz="2500" b="1" dirty="0">
              <a:latin typeface="+mj-lt"/>
              <a:ea typeface="Philosopher"/>
              <a:cs typeface="Philosopher"/>
              <a:sym typeface="Philosopher"/>
            </a:endParaRPr>
          </a:p>
        </p:txBody>
      </p:sp>
      <p:sp>
        <p:nvSpPr>
          <p:cNvPr id="1374" name="Google Shape;1374;p62"/>
          <p:cNvSpPr/>
          <p:nvPr/>
        </p:nvSpPr>
        <p:spPr>
          <a:xfrm flipH="1">
            <a:off x="1407781" y="451777"/>
            <a:ext cx="1006171" cy="1209899"/>
          </a:xfrm>
          <a:custGeom>
            <a:avLst/>
            <a:gdLst/>
            <a:ahLst/>
            <a:cxnLst/>
            <a:rect l="l" t="t" r="r" b="b"/>
            <a:pathLst>
              <a:path w="15256" h="18345" extrusionOk="0">
                <a:moveTo>
                  <a:pt x="8596" y="1"/>
                </a:moveTo>
                <a:cubicBezTo>
                  <a:pt x="6911" y="1"/>
                  <a:pt x="4401" y="519"/>
                  <a:pt x="2337" y="3098"/>
                </a:cubicBezTo>
                <a:cubicBezTo>
                  <a:pt x="1191" y="4527"/>
                  <a:pt x="1" y="6908"/>
                  <a:pt x="169" y="9986"/>
                </a:cubicBezTo>
                <a:cubicBezTo>
                  <a:pt x="300" y="12356"/>
                  <a:pt x="1445" y="14205"/>
                  <a:pt x="2542" y="15526"/>
                </a:cubicBezTo>
                <a:cubicBezTo>
                  <a:pt x="4160" y="17477"/>
                  <a:pt x="6470" y="18345"/>
                  <a:pt x="8715" y="18345"/>
                </a:cubicBezTo>
                <a:cubicBezTo>
                  <a:pt x="11443" y="18345"/>
                  <a:pt x="14075" y="17064"/>
                  <a:pt x="15255" y="14892"/>
                </a:cubicBezTo>
                <a:lnTo>
                  <a:pt x="15255" y="14892"/>
                </a:lnTo>
                <a:cubicBezTo>
                  <a:pt x="15255" y="14892"/>
                  <a:pt x="13744" y="16347"/>
                  <a:pt x="11330" y="16548"/>
                </a:cubicBezTo>
                <a:cubicBezTo>
                  <a:pt x="11162" y="16561"/>
                  <a:pt x="10991" y="16568"/>
                  <a:pt x="10818" y="16568"/>
                </a:cubicBezTo>
                <a:cubicBezTo>
                  <a:pt x="9513" y="16568"/>
                  <a:pt x="8059" y="16181"/>
                  <a:pt x="6773" y="15423"/>
                </a:cubicBezTo>
                <a:cubicBezTo>
                  <a:pt x="5581" y="14722"/>
                  <a:pt x="3706" y="12909"/>
                  <a:pt x="3235" y="9658"/>
                </a:cubicBezTo>
                <a:cubicBezTo>
                  <a:pt x="2494" y="4527"/>
                  <a:pt x="5353" y="2011"/>
                  <a:pt x="7703" y="909"/>
                </a:cubicBezTo>
                <a:cubicBezTo>
                  <a:pt x="9090" y="258"/>
                  <a:pt x="10492" y="236"/>
                  <a:pt x="10492" y="236"/>
                </a:cubicBezTo>
                <a:cubicBezTo>
                  <a:pt x="10492" y="236"/>
                  <a:pt x="9731" y="1"/>
                  <a:pt x="85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62"/>
          <p:cNvSpPr/>
          <p:nvPr/>
        </p:nvSpPr>
        <p:spPr>
          <a:xfrm flipH="1">
            <a:off x="1267775" y="643264"/>
            <a:ext cx="423141" cy="432306"/>
          </a:xfrm>
          <a:custGeom>
            <a:avLst/>
            <a:gdLst/>
            <a:ahLst/>
            <a:cxnLst/>
            <a:rect l="l" t="t" r="r" b="b"/>
            <a:pathLst>
              <a:path w="4565" h="4664" extrusionOk="0">
                <a:moveTo>
                  <a:pt x="3082" y="0"/>
                </a:moveTo>
                <a:lnTo>
                  <a:pt x="1839" y="1064"/>
                </a:lnTo>
                <a:lnTo>
                  <a:pt x="259" y="645"/>
                </a:lnTo>
                <a:lnTo>
                  <a:pt x="889" y="2155"/>
                </a:lnTo>
                <a:lnTo>
                  <a:pt x="1" y="3527"/>
                </a:lnTo>
                <a:lnTo>
                  <a:pt x="1630" y="3394"/>
                </a:lnTo>
                <a:lnTo>
                  <a:pt x="2662" y="4664"/>
                </a:lnTo>
                <a:lnTo>
                  <a:pt x="3041" y="3074"/>
                </a:lnTo>
                <a:lnTo>
                  <a:pt x="4565" y="2485"/>
                </a:lnTo>
                <a:lnTo>
                  <a:pt x="3170" y="1633"/>
                </a:lnTo>
                <a:lnTo>
                  <a:pt x="308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76" name="Google Shape;1376;p62"/>
          <p:cNvGrpSpPr/>
          <p:nvPr/>
        </p:nvGrpSpPr>
        <p:grpSpPr>
          <a:xfrm>
            <a:off x="-2002669" y="775533"/>
            <a:ext cx="5596308" cy="4162309"/>
            <a:chOff x="-1844856" y="2432883"/>
            <a:chExt cx="5596308" cy="4162309"/>
          </a:xfrm>
        </p:grpSpPr>
        <p:sp>
          <p:nvSpPr>
            <p:cNvPr id="1377" name="Google Shape;1377;p62"/>
            <p:cNvSpPr/>
            <p:nvPr/>
          </p:nvSpPr>
          <p:spPr>
            <a:xfrm flipH="1">
              <a:off x="-1844856" y="2432883"/>
              <a:ext cx="4776049" cy="4009924"/>
            </a:xfrm>
            <a:custGeom>
              <a:avLst/>
              <a:gdLst/>
              <a:ahLst/>
              <a:cxnLst/>
              <a:rect l="l" t="t" r="r" b="b"/>
              <a:pathLst>
                <a:path w="78262" h="65708" extrusionOk="0">
                  <a:moveTo>
                    <a:pt x="58138" y="9062"/>
                  </a:moveTo>
                  <a:cubicBezTo>
                    <a:pt x="58575" y="9062"/>
                    <a:pt x="58575" y="9689"/>
                    <a:pt x="58575" y="9689"/>
                  </a:cubicBezTo>
                  <a:lnTo>
                    <a:pt x="58575" y="11484"/>
                  </a:lnTo>
                  <a:lnTo>
                    <a:pt x="57701" y="11484"/>
                  </a:lnTo>
                  <a:lnTo>
                    <a:pt x="57701" y="9779"/>
                  </a:lnTo>
                  <a:cubicBezTo>
                    <a:pt x="57701" y="9779"/>
                    <a:pt x="57701" y="9062"/>
                    <a:pt x="58138" y="9062"/>
                  </a:cubicBezTo>
                  <a:close/>
                  <a:moveTo>
                    <a:pt x="56880" y="9089"/>
                  </a:moveTo>
                  <a:cubicBezTo>
                    <a:pt x="57317" y="9089"/>
                    <a:pt x="57317" y="9716"/>
                    <a:pt x="57317" y="9716"/>
                  </a:cubicBezTo>
                  <a:lnTo>
                    <a:pt x="57317" y="11510"/>
                  </a:lnTo>
                  <a:lnTo>
                    <a:pt x="56443" y="11510"/>
                  </a:lnTo>
                  <a:lnTo>
                    <a:pt x="56443" y="9806"/>
                  </a:lnTo>
                  <a:cubicBezTo>
                    <a:pt x="56443" y="9806"/>
                    <a:pt x="56443" y="9089"/>
                    <a:pt x="56880" y="9089"/>
                  </a:cubicBezTo>
                  <a:close/>
                  <a:moveTo>
                    <a:pt x="59233" y="9091"/>
                  </a:moveTo>
                  <a:cubicBezTo>
                    <a:pt x="59507" y="9091"/>
                    <a:pt x="59507" y="9717"/>
                    <a:pt x="59507" y="9717"/>
                  </a:cubicBezTo>
                  <a:lnTo>
                    <a:pt x="59507" y="11512"/>
                  </a:lnTo>
                  <a:lnTo>
                    <a:pt x="58960" y="11512"/>
                  </a:lnTo>
                  <a:lnTo>
                    <a:pt x="58960" y="9807"/>
                  </a:lnTo>
                  <a:lnTo>
                    <a:pt x="58959" y="9807"/>
                  </a:lnTo>
                  <a:cubicBezTo>
                    <a:pt x="58959" y="9807"/>
                    <a:pt x="58959" y="9091"/>
                    <a:pt x="59233" y="9091"/>
                  </a:cubicBezTo>
                  <a:close/>
                  <a:moveTo>
                    <a:pt x="55705" y="9117"/>
                  </a:moveTo>
                  <a:cubicBezTo>
                    <a:pt x="55979" y="9117"/>
                    <a:pt x="55979" y="9744"/>
                    <a:pt x="55979" y="9744"/>
                  </a:cubicBezTo>
                  <a:lnTo>
                    <a:pt x="55979" y="11538"/>
                  </a:lnTo>
                  <a:lnTo>
                    <a:pt x="55431" y="11538"/>
                  </a:lnTo>
                  <a:lnTo>
                    <a:pt x="55431" y="9834"/>
                  </a:lnTo>
                  <a:cubicBezTo>
                    <a:pt x="55431" y="9834"/>
                    <a:pt x="55431" y="9117"/>
                    <a:pt x="55705" y="9117"/>
                  </a:cubicBezTo>
                  <a:close/>
                  <a:moveTo>
                    <a:pt x="15537" y="25977"/>
                  </a:moveTo>
                  <a:cubicBezTo>
                    <a:pt x="15838" y="25977"/>
                    <a:pt x="15838" y="26802"/>
                    <a:pt x="15838" y="26802"/>
                  </a:cubicBezTo>
                  <a:lnTo>
                    <a:pt x="15838" y="29162"/>
                  </a:lnTo>
                  <a:lnTo>
                    <a:pt x="15238" y="29162"/>
                  </a:lnTo>
                  <a:lnTo>
                    <a:pt x="15238" y="26920"/>
                  </a:lnTo>
                  <a:cubicBezTo>
                    <a:pt x="15238" y="26920"/>
                    <a:pt x="15238" y="25977"/>
                    <a:pt x="15537" y="25977"/>
                  </a:cubicBezTo>
                  <a:close/>
                  <a:moveTo>
                    <a:pt x="17847" y="25800"/>
                  </a:moveTo>
                  <a:cubicBezTo>
                    <a:pt x="18940" y="25800"/>
                    <a:pt x="18940" y="26672"/>
                    <a:pt x="18940" y="26672"/>
                  </a:cubicBezTo>
                  <a:lnTo>
                    <a:pt x="18940" y="29162"/>
                  </a:lnTo>
                  <a:lnTo>
                    <a:pt x="16752" y="29162"/>
                  </a:lnTo>
                  <a:lnTo>
                    <a:pt x="16752" y="26795"/>
                  </a:lnTo>
                  <a:cubicBezTo>
                    <a:pt x="16752" y="26795"/>
                    <a:pt x="16752" y="25800"/>
                    <a:pt x="17847" y="25800"/>
                  </a:cubicBezTo>
                  <a:close/>
                  <a:moveTo>
                    <a:pt x="20097" y="26018"/>
                  </a:moveTo>
                  <a:cubicBezTo>
                    <a:pt x="20398" y="26018"/>
                    <a:pt x="20398" y="26843"/>
                    <a:pt x="20398" y="26843"/>
                  </a:cubicBezTo>
                  <a:lnTo>
                    <a:pt x="20398" y="29203"/>
                  </a:lnTo>
                  <a:lnTo>
                    <a:pt x="19796" y="29203"/>
                  </a:lnTo>
                  <a:lnTo>
                    <a:pt x="19796" y="26961"/>
                  </a:lnTo>
                  <a:cubicBezTo>
                    <a:pt x="19796" y="26961"/>
                    <a:pt x="19796" y="26018"/>
                    <a:pt x="20097" y="26018"/>
                  </a:cubicBezTo>
                  <a:close/>
                  <a:moveTo>
                    <a:pt x="43351" y="28212"/>
                  </a:moveTo>
                  <a:cubicBezTo>
                    <a:pt x="43625" y="28212"/>
                    <a:pt x="43625" y="28489"/>
                    <a:pt x="43625" y="28489"/>
                  </a:cubicBezTo>
                  <a:lnTo>
                    <a:pt x="43625" y="29286"/>
                  </a:lnTo>
                  <a:lnTo>
                    <a:pt x="43077" y="29286"/>
                  </a:lnTo>
                  <a:lnTo>
                    <a:pt x="43077" y="28530"/>
                  </a:lnTo>
                  <a:cubicBezTo>
                    <a:pt x="43077" y="28530"/>
                    <a:pt x="43077" y="28212"/>
                    <a:pt x="43351" y="28212"/>
                  </a:cubicBezTo>
                  <a:close/>
                  <a:moveTo>
                    <a:pt x="45235" y="28221"/>
                  </a:moveTo>
                  <a:cubicBezTo>
                    <a:pt x="45509" y="28221"/>
                    <a:pt x="45509" y="28499"/>
                    <a:pt x="45509" y="28499"/>
                  </a:cubicBezTo>
                  <a:lnTo>
                    <a:pt x="45509" y="29294"/>
                  </a:lnTo>
                  <a:lnTo>
                    <a:pt x="44961" y="29294"/>
                  </a:lnTo>
                  <a:lnTo>
                    <a:pt x="44961" y="28538"/>
                  </a:lnTo>
                  <a:cubicBezTo>
                    <a:pt x="44961" y="28538"/>
                    <a:pt x="44961" y="28221"/>
                    <a:pt x="45235" y="28221"/>
                  </a:cubicBezTo>
                  <a:close/>
                  <a:moveTo>
                    <a:pt x="44306" y="28232"/>
                  </a:moveTo>
                  <a:cubicBezTo>
                    <a:pt x="44580" y="28232"/>
                    <a:pt x="44580" y="28509"/>
                    <a:pt x="44580" y="28509"/>
                  </a:cubicBezTo>
                  <a:lnTo>
                    <a:pt x="44580" y="29304"/>
                  </a:lnTo>
                  <a:lnTo>
                    <a:pt x="44032" y="29304"/>
                  </a:lnTo>
                  <a:lnTo>
                    <a:pt x="44032" y="28549"/>
                  </a:lnTo>
                  <a:cubicBezTo>
                    <a:pt x="44032" y="28549"/>
                    <a:pt x="44032" y="28232"/>
                    <a:pt x="44306" y="28232"/>
                  </a:cubicBezTo>
                  <a:close/>
                  <a:moveTo>
                    <a:pt x="40564" y="28250"/>
                  </a:moveTo>
                  <a:cubicBezTo>
                    <a:pt x="40838" y="28250"/>
                    <a:pt x="40838" y="28528"/>
                    <a:pt x="40838" y="28528"/>
                  </a:cubicBezTo>
                  <a:lnTo>
                    <a:pt x="40838" y="29324"/>
                  </a:lnTo>
                  <a:lnTo>
                    <a:pt x="40290" y="29324"/>
                  </a:lnTo>
                  <a:lnTo>
                    <a:pt x="40290" y="28569"/>
                  </a:lnTo>
                  <a:cubicBezTo>
                    <a:pt x="40290" y="28569"/>
                    <a:pt x="40290" y="28250"/>
                    <a:pt x="40564" y="28250"/>
                  </a:cubicBezTo>
                  <a:close/>
                  <a:moveTo>
                    <a:pt x="41492" y="28250"/>
                  </a:moveTo>
                  <a:cubicBezTo>
                    <a:pt x="41766" y="28250"/>
                    <a:pt x="41766" y="28528"/>
                    <a:pt x="41766" y="28528"/>
                  </a:cubicBezTo>
                  <a:lnTo>
                    <a:pt x="41766" y="29324"/>
                  </a:lnTo>
                  <a:lnTo>
                    <a:pt x="41218" y="29324"/>
                  </a:lnTo>
                  <a:lnTo>
                    <a:pt x="41218" y="28569"/>
                  </a:lnTo>
                  <a:cubicBezTo>
                    <a:pt x="41218" y="28569"/>
                    <a:pt x="41218" y="28250"/>
                    <a:pt x="41492" y="28250"/>
                  </a:cubicBezTo>
                  <a:close/>
                  <a:moveTo>
                    <a:pt x="42440" y="28250"/>
                  </a:moveTo>
                  <a:cubicBezTo>
                    <a:pt x="42714" y="28250"/>
                    <a:pt x="42714" y="28528"/>
                    <a:pt x="42714" y="28528"/>
                  </a:cubicBezTo>
                  <a:lnTo>
                    <a:pt x="42714" y="29324"/>
                  </a:lnTo>
                  <a:lnTo>
                    <a:pt x="42166" y="29324"/>
                  </a:lnTo>
                  <a:lnTo>
                    <a:pt x="42166" y="28569"/>
                  </a:lnTo>
                  <a:cubicBezTo>
                    <a:pt x="42166" y="28569"/>
                    <a:pt x="42166" y="28250"/>
                    <a:pt x="42440" y="28250"/>
                  </a:cubicBezTo>
                  <a:close/>
                  <a:moveTo>
                    <a:pt x="38603" y="28284"/>
                  </a:moveTo>
                  <a:cubicBezTo>
                    <a:pt x="38877" y="28284"/>
                    <a:pt x="38877" y="28562"/>
                    <a:pt x="38877" y="28562"/>
                  </a:cubicBezTo>
                  <a:lnTo>
                    <a:pt x="38877" y="29358"/>
                  </a:lnTo>
                  <a:lnTo>
                    <a:pt x="38329" y="29358"/>
                  </a:lnTo>
                  <a:lnTo>
                    <a:pt x="38329" y="28601"/>
                  </a:lnTo>
                  <a:cubicBezTo>
                    <a:pt x="38329" y="28601"/>
                    <a:pt x="38329" y="28284"/>
                    <a:pt x="38603" y="28284"/>
                  </a:cubicBezTo>
                  <a:close/>
                  <a:moveTo>
                    <a:pt x="39583" y="28291"/>
                  </a:moveTo>
                  <a:cubicBezTo>
                    <a:pt x="39857" y="28291"/>
                    <a:pt x="39857" y="28569"/>
                    <a:pt x="39857" y="28569"/>
                  </a:cubicBezTo>
                  <a:lnTo>
                    <a:pt x="39857" y="29365"/>
                  </a:lnTo>
                  <a:lnTo>
                    <a:pt x="39309" y="29365"/>
                  </a:lnTo>
                  <a:lnTo>
                    <a:pt x="39309" y="28608"/>
                  </a:lnTo>
                  <a:cubicBezTo>
                    <a:pt x="39309" y="28608"/>
                    <a:pt x="39309" y="28291"/>
                    <a:pt x="39583" y="28291"/>
                  </a:cubicBezTo>
                  <a:close/>
                  <a:moveTo>
                    <a:pt x="30102" y="28319"/>
                  </a:moveTo>
                  <a:cubicBezTo>
                    <a:pt x="30376" y="28319"/>
                    <a:pt x="30376" y="28597"/>
                    <a:pt x="30376" y="28597"/>
                  </a:cubicBezTo>
                  <a:lnTo>
                    <a:pt x="30376" y="29393"/>
                  </a:lnTo>
                  <a:lnTo>
                    <a:pt x="29828" y="29393"/>
                  </a:lnTo>
                  <a:lnTo>
                    <a:pt x="29828" y="28637"/>
                  </a:lnTo>
                  <a:cubicBezTo>
                    <a:pt x="29828" y="28637"/>
                    <a:pt x="29828" y="28319"/>
                    <a:pt x="30102" y="28319"/>
                  </a:cubicBezTo>
                  <a:close/>
                  <a:moveTo>
                    <a:pt x="31031" y="28319"/>
                  </a:moveTo>
                  <a:cubicBezTo>
                    <a:pt x="31305" y="28319"/>
                    <a:pt x="31305" y="28597"/>
                    <a:pt x="31305" y="28597"/>
                  </a:cubicBezTo>
                  <a:lnTo>
                    <a:pt x="31305" y="29393"/>
                  </a:lnTo>
                  <a:lnTo>
                    <a:pt x="30757" y="29393"/>
                  </a:lnTo>
                  <a:lnTo>
                    <a:pt x="30757" y="28637"/>
                  </a:lnTo>
                  <a:cubicBezTo>
                    <a:pt x="30757" y="28637"/>
                    <a:pt x="30757" y="28319"/>
                    <a:pt x="31031" y="28319"/>
                  </a:cubicBezTo>
                  <a:close/>
                  <a:moveTo>
                    <a:pt x="31960" y="28319"/>
                  </a:moveTo>
                  <a:cubicBezTo>
                    <a:pt x="32234" y="28319"/>
                    <a:pt x="32234" y="28597"/>
                    <a:pt x="32234" y="28597"/>
                  </a:cubicBezTo>
                  <a:lnTo>
                    <a:pt x="32234" y="29393"/>
                  </a:lnTo>
                  <a:lnTo>
                    <a:pt x="31686" y="29393"/>
                  </a:lnTo>
                  <a:lnTo>
                    <a:pt x="31686" y="28637"/>
                  </a:lnTo>
                  <a:cubicBezTo>
                    <a:pt x="31686" y="28637"/>
                    <a:pt x="31686" y="28319"/>
                    <a:pt x="31960" y="28319"/>
                  </a:cubicBezTo>
                  <a:close/>
                  <a:moveTo>
                    <a:pt x="37615" y="28325"/>
                  </a:moveTo>
                  <a:cubicBezTo>
                    <a:pt x="37889" y="28325"/>
                    <a:pt x="37889" y="28601"/>
                    <a:pt x="37889" y="28601"/>
                  </a:cubicBezTo>
                  <a:lnTo>
                    <a:pt x="37889" y="29398"/>
                  </a:lnTo>
                  <a:lnTo>
                    <a:pt x="37341" y="29398"/>
                  </a:lnTo>
                  <a:lnTo>
                    <a:pt x="37341" y="28642"/>
                  </a:lnTo>
                  <a:cubicBezTo>
                    <a:pt x="37341" y="28642"/>
                    <a:pt x="37341" y="28325"/>
                    <a:pt x="37615" y="28325"/>
                  </a:cubicBezTo>
                  <a:close/>
                  <a:moveTo>
                    <a:pt x="32850" y="28332"/>
                  </a:moveTo>
                  <a:cubicBezTo>
                    <a:pt x="33124" y="28332"/>
                    <a:pt x="33124" y="28608"/>
                    <a:pt x="33124" y="28608"/>
                  </a:cubicBezTo>
                  <a:lnTo>
                    <a:pt x="33124" y="29405"/>
                  </a:lnTo>
                  <a:lnTo>
                    <a:pt x="32576" y="29405"/>
                  </a:lnTo>
                  <a:lnTo>
                    <a:pt x="32576" y="28649"/>
                  </a:lnTo>
                  <a:cubicBezTo>
                    <a:pt x="32576" y="28649"/>
                    <a:pt x="32576" y="28332"/>
                    <a:pt x="32850" y="28332"/>
                  </a:cubicBezTo>
                  <a:close/>
                  <a:moveTo>
                    <a:pt x="36578" y="28334"/>
                  </a:moveTo>
                  <a:cubicBezTo>
                    <a:pt x="36852" y="28334"/>
                    <a:pt x="36852" y="28613"/>
                    <a:pt x="36852" y="28613"/>
                  </a:cubicBezTo>
                  <a:lnTo>
                    <a:pt x="36852" y="29408"/>
                  </a:lnTo>
                  <a:lnTo>
                    <a:pt x="36304" y="29408"/>
                  </a:lnTo>
                  <a:lnTo>
                    <a:pt x="36304" y="28653"/>
                  </a:lnTo>
                  <a:cubicBezTo>
                    <a:pt x="36304" y="28653"/>
                    <a:pt x="36304" y="28334"/>
                    <a:pt x="36578" y="28334"/>
                  </a:cubicBezTo>
                  <a:close/>
                  <a:moveTo>
                    <a:pt x="33767" y="28346"/>
                  </a:moveTo>
                  <a:cubicBezTo>
                    <a:pt x="34041" y="28346"/>
                    <a:pt x="34041" y="28623"/>
                    <a:pt x="34041" y="28623"/>
                  </a:cubicBezTo>
                  <a:lnTo>
                    <a:pt x="34041" y="29419"/>
                  </a:lnTo>
                  <a:lnTo>
                    <a:pt x="33492" y="29419"/>
                  </a:lnTo>
                  <a:lnTo>
                    <a:pt x="33492" y="28663"/>
                  </a:lnTo>
                  <a:cubicBezTo>
                    <a:pt x="33492" y="28663"/>
                    <a:pt x="33492" y="28346"/>
                    <a:pt x="33767" y="28346"/>
                  </a:cubicBezTo>
                  <a:close/>
                  <a:moveTo>
                    <a:pt x="35635" y="28346"/>
                  </a:moveTo>
                  <a:cubicBezTo>
                    <a:pt x="35909" y="28346"/>
                    <a:pt x="35909" y="28623"/>
                    <a:pt x="35909" y="28623"/>
                  </a:cubicBezTo>
                  <a:lnTo>
                    <a:pt x="35909" y="29419"/>
                  </a:lnTo>
                  <a:lnTo>
                    <a:pt x="35360" y="29419"/>
                  </a:lnTo>
                  <a:lnTo>
                    <a:pt x="35360" y="28663"/>
                  </a:lnTo>
                  <a:cubicBezTo>
                    <a:pt x="35360" y="28663"/>
                    <a:pt x="35360" y="28346"/>
                    <a:pt x="35635" y="28346"/>
                  </a:cubicBezTo>
                  <a:close/>
                  <a:moveTo>
                    <a:pt x="34684" y="28360"/>
                  </a:moveTo>
                  <a:cubicBezTo>
                    <a:pt x="34958" y="28360"/>
                    <a:pt x="34958" y="28637"/>
                    <a:pt x="34958" y="28637"/>
                  </a:cubicBezTo>
                  <a:lnTo>
                    <a:pt x="34958" y="29434"/>
                  </a:lnTo>
                  <a:lnTo>
                    <a:pt x="34410" y="29434"/>
                  </a:lnTo>
                  <a:lnTo>
                    <a:pt x="34410" y="28677"/>
                  </a:lnTo>
                  <a:cubicBezTo>
                    <a:pt x="34410" y="28677"/>
                    <a:pt x="34410" y="28360"/>
                    <a:pt x="34684" y="28360"/>
                  </a:cubicBezTo>
                  <a:close/>
                  <a:moveTo>
                    <a:pt x="3590" y="42479"/>
                  </a:moveTo>
                  <a:cubicBezTo>
                    <a:pt x="3742" y="42479"/>
                    <a:pt x="3742" y="42861"/>
                    <a:pt x="3742" y="42861"/>
                  </a:cubicBezTo>
                  <a:lnTo>
                    <a:pt x="3742" y="43956"/>
                  </a:lnTo>
                  <a:lnTo>
                    <a:pt x="3440" y="43956"/>
                  </a:lnTo>
                  <a:lnTo>
                    <a:pt x="3440" y="42916"/>
                  </a:lnTo>
                  <a:cubicBezTo>
                    <a:pt x="3440" y="42916"/>
                    <a:pt x="3440" y="42479"/>
                    <a:pt x="3590" y="42479"/>
                  </a:cubicBezTo>
                  <a:close/>
                  <a:moveTo>
                    <a:pt x="4743" y="42397"/>
                  </a:moveTo>
                  <a:cubicBezTo>
                    <a:pt x="5289" y="42397"/>
                    <a:pt x="5289" y="42802"/>
                    <a:pt x="5289" y="42802"/>
                  </a:cubicBezTo>
                  <a:lnTo>
                    <a:pt x="5289" y="43956"/>
                  </a:lnTo>
                  <a:lnTo>
                    <a:pt x="4197" y="43956"/>
                  </a:lnTo>
                  <a:lnTo>
                    <a:pt x="4197" y="42860"/>
                  </a:lnTo>
                  <a:cubicBezTo>
                    <a:pt x="4197" y="42860"/>
                    <a:pt x="4197" y="42397"/>
                    <a:pt x="4743" y="42397"/>
                  </a:cubicBezTo>
                  <a:close/>
                  <a:moveTo>
                    <a:pt x="5871" y="42498"/>
                  </a:moveTo>
                  <a:cubicBezTo>
                    <a:pt x="6022" y="42498"/>
                    <a:pt x="6022" y="42881"/>
                    <a:pt x="6022" y="42881"/>
                  </a:cubicBezTo>
                  <a:lnTo>
                    <a:pt x="6022" y="43976"/>
                  </a:lnTo>
                  <a:lnTo>
                    <a:pt x="5719" y="43976"/>
                  </a:lnTo>
                  <a:lnTo>
                    <a:pt x="5719" y="42936"/>
                  </a:lnTo>
                  <a:cubicBezTo>
                    <a:pt x="5719" y="42936"/>
                    <a:pt x="5719" y="42498"/>
                    <a:pt x="5871" y="42498"/>
                  </a:cubicBezTo>
                  <a:close/>
                  <a:moveTo>
                    <a:pt x="57522" y="1"/>
                  </a:moveTo>
                  <a:lnTo>
                    <a:pt x="57480" y="959"/>
                  </a:lnTo>
                  <a:cubicBezTo>
                    <a:pt x="57335" y="968"/>
                    <a:pt x="57220" y="1024"/>
                    <a:pt x="57220" y="1094"/>
                  </a:cubicBezTo>
                  <a:cubicBezTo>
                    <a:pt x="57220" y="1162"/>
                    <a:pt x="57328" y="1218"/>
                    <a:pt x="57469" y="1228"/>
                  </a:cubicBezTo>
                  <a:lnTo>
                    <a:pt x="57446" y="1718"/>
                  </a:lnTo>
                  <a:lnTo>
                    <a:pt x="57451" y="1718"/>
                  </a:lnTo>
                  <a:cubicBezTo>
                    <a:pt x="57170" y="1741"/>
                    <a:pt x="56954" y="1852"/>
                    <a:pt x="56954" y="1987"/>
                  </a:cubicBezTo>
                  <a:cubicBezTo>
                    <a:pt x="56954" y="2123"/>
                    <a:pt x="57170" y="2233"/>
                    <a:pt x="57451" y="2257"/>
                  </a:cubicBezTo>
                  <a:cubicBezTo>
                    <a:pt x="57085" y="2919"/>
                    <a:pt x="55801" y="5124"/>
                    <a:pt x="54191" y="6438"/>
                  </a:cubicBezTo>
                  <a:cubicBezTo>
                    <a:pt x="52852" y="7532"/>
                    <a:pt x="55313" y="9064"/>
                    <a:pt x="55313" y="9064"/>
                  </a:cubicBezTo>
                  <a:lnTo>
                    <a:pt x="55341" y="11580"/>
                  </a:lnTo>
                  <a:lnTo>
                    <a:pt x="54520" y="11580"/>
                  </a:lnTo>
                  <a:lnTo>
                    <a:pt x="54520" y="12238"/>
                  </a:lnTo>
                  <a:lnTo>
                    <a:pt x="55313" y="12620"/>
                  </a:lnTo>
                  <a:lnTo>
                    <a:pt x="54547" y="12620"/>
                  </a:lnTo>
                  <a:lnTo>
                    <a:pt x="54519" y="13032"/>
                  </a:lnTo>
                  <a:lnTo>
                    <a:pt x="53286" y="13032"/>
                  </a:lnTo>
                  <a:lnTo>
                    <a:pt x="53286" y="14173"/>
                  </a:lnTo>
                  <a:lnTo>
                    <a:pt x="54790" y="15521"/>
                  </a:lnTo>
                  <a:lnTo>
                    <a:pt x="54832" y="36876"/>
                  </a:lnTo>
                  <a:lnTo>
                    <a:pt x="53670" y="36876"/>
                  </a:lnTo>
                  <a:lnTo>
                    <a:pt x="53670" y="37897"/>
                  </a:lnTo>
                  <a:lnTo>
                    <a:pt x="54835" y="37897"/>
                  </a:lnTo>
                  <a:lnTo>
                    <a:pt x="54836" y="38937"/>
                  </a:lnTo>
                  <a:lnTo>
                    <a:pt x="48475" y="38937"/>
                  </a:lnTo>
                  <a:lnTo>
                    <a:pt x="48475" y="37568"/>
                  </a:lnTo>
                  <a:cubicBezTo>
                    <a:pt x="48475" y="36300"/>
                    <a:pt x="47446" y="35271"/>
                    <a:pt x="46178" y="35271"/>
                  </a:cubicBezTo>
                  <a:lnTo>
                    <a:pt x="46117" y="34397"/>
                  </a:lnTo>
                  <a:lnTo>
                    <a:pt x="46760" y="34397"/>
                  </a:lnTo>
                  <a:lnTo>
                    <a:pt x="46760" y="29259"/>
                  </a:lnTo>
                  <a:lnTo>
                    <a:pt x="45933" y="29287"/>
                  </a:lnTo>
                  <a:lnTo>
                    <a:pt x="45900" y="27959"/>
                  </a:lnTo>
                  <a:cubicBezTo>
                    <a:pt x="49828" y="22324"/>
                    <a:pt x="39348" y="18256"/>
                    <a:pt x="39348" y="18256"/>
                  </a:cubicBezTo>
                  <a:lnTo>
                    <a:pt x="39348" y="17764"/>
                  </a:lnTo>
                  <a:lnTo>
                    <a:pt x="38865" y="17764"/>
                  </a:lnTo>
                  <a:lnTo>
                    <a:pt x="38865" y="16342"/>
                  </a:lnTo>
                  <a:lnTo>
                    <a:pt x="39348" y="16342"/>
                  </a:lnTo>
                  <a:lnTo>
                    <a:pt x="39348" y="15576"/>
                  </a:lnTo>
                  <a:lnTo>
                    <a:pt x="38804" y="15576"/>
                  </a:lnTo>
                  <a:lnTo>
                    <a:pt x="38804" y="15084"/>
                  </a:lnTo>
                  <a:lnTo>
                    <a:pt x="37401" y="15084"/>
                  </a:lnTo>
                  <a:lnTo>
                    <a:pt x="37380" y="14692"/>
                  </a:lnTo>
                  <a:cubicBezTo>
                    <a:pt x="37591" y="14613"/>
                    <a:pt x="37743" y="14412"/>
                    <a:pt x="37743" y="14173"/>
                  </a:cubicBezTo>
                  <a:cubicBezTo>
                    <a:pt x="37743" y="13913"/>
                    <a:pt x="37563" y="13698"/>
                    <a:pt x="37323" y="13638"/>
                  </a:cubicBezTo>
                  <a:lnTo>
                    <a:pt x="37300" y="13234"/>
                  </a:lnTo>
                  <a:cubicBezTo>
                    <a:pt x="37479" y="13185"/>
                    <a:pt x="37612" y="13021"/>
                    <a:pt x="37612" y="12827"/>
                  </a:cubicBezTo>
                  <a:cubicBezTo>
                    <a:pt x="37612" y="12613"/>
                    <a:pt x="37456" y="12440"/>
                    <a:pt x="37254" y="12408"/>
                  </a:cubicBezTo>
                  <a:lnTo>
                    <a:pt x="37189" y="11234"/>
                  </a:lnTo>
                  <a:lnTo>
                    <a:pt x="37120" y="12408"/>
                  </a:lnTo>
                  <a:cubicBezTo>
                    <a:pt x="36918" y="12441"/>
                    <a:pt x="36763" y="12613"/>
                    <a:pt x="36763" y="12824"/>
                  </a:cubicBezTo>
                  <a:cubicBezTo>
                    <a:pt x="36763" y="13018"/>
                    <a:pt x="36894" y="13179"/>
                    <a:pt x="37071" y="13230"/>
                  </a:cubicBezTo>
                  <a:lnTo>
                    <a:pt x="37049" y="13638"/>
                  </a:lnTo>
                  <a:cubicBezTo>
                    <a:pt x="36811" y="13699"/>
                    <a:pt x="36634" y="13913"/>
                    <a:pt x="36634" y="14172"/>
                  </a:cubicBezTo>
                  <a:cubicBezTo>
                    <a:pt x="36634" y="14408"/>
                    <a:pt x="36782" y="14606"/>
                    <a:pt x="36987" y="14686"/>
                  </a:cubicBezTo>
                  <a:lnTo>
                    <a:pt x="36964" y="15080"/>
                  </a:lnTo>
                  <a:lnTo>
                    <a:pt x="35725" y="15080"/>
                  </a:lnTo>
                  <a:lnTo>
                    <a:pt x="35725" y="15572"/>
                  </a:lnTo>
                  <a:lnTo>
                    <a:pt x="35233" y="15572"/>
                  </a:lnTo>
                  <a:lnTo>
                    <a:pt x="35233" y="16338"/>
                  </a:lnTo>
                  <a:lnTo>
                    <a:pt x="35670" y="16338"/>
                  </a:lnTo>
                  <a:lnTo>
                    <a:pt x="35670" y="17762"/>
                  </a:lnTo>
                  <a:lnTo>
                    <a:pt x="35233" y="17762"/>
                  </a:lnTo>
                  <a:lnTo>
                    <a:pt x="35233" y="18254"/>
                  </a:lnTo>
                  <a:cubicBezTo>
                    <a:pt x="35233" y="18254"/>
                    <a:pt x="25767" y="22521"/>
                    <a:pt x="29323" y="28156"/>
                  </a:cubicBezTo>
                  <a:lnTo>
                    <a:pt x="29269" y="29414"/>
                  </a:lnTo>
                  <a:lnTo>
                    <a:pt x="28524" y="29414"/>
                  </a:lnTo>
                  <a:lnTo>
                    <a:pt x="28524" y="34391"/>
                  </a:lnTo>
                  <a:lnTo>
                    <a:pt x="29104" y="34391"/>
                  </a:lnTo>
                  <a:lnTo>
                    <a:pt x="29049" y="35267"/>
                  </a:lnTo>
                  <a:cubicBezTo>
                    <a:pt x="27902" y="35267"/>
                    <a:pt x="26971" y="36197"/>
                    <a:pt x="26971" y="37344"/>
                  </a:cubicBezTo>
                  <a:lnTo>
                    <a:pt x="26971" y="38931"/>
                  </a:lnTo>
                  <a:lnTo>
                    <a:pt x="20406" y="38931"/>
                  </a:lnTo>
                  <a:lnTo>
                    <a:pt x="20442" y="30125"/>
                  </a:lnTo>
                  <a:lnTo>
                    <a:pt x="21171" y="30125"/>
                  </a:lnTo>
                  <a:lnTo>
                    <a:pt x="21171" y="29240"/>
                  </a:lnTo>
                  <a:lnTo>
                    <a:pt x="20832" y="29240"/>
                  </a:lnTo>
                  <a:lnTo>
                    <a:pt x="20832" y="26643"/>
                  </a:lnTo>
                  <a:lnTo>
                    <a:pt x="21171" y="26288"/>
                  </a:lnTo>
                  <a:lnTo>
                    <a:pt x="20720" y="25934"/>
                  </a:lnTo>
                  <a:cubicBezTo>
                    <a:pt x="21002" y="23278"/>
                    <a:pt x="18571" y="22393"/>
                    <a:pt x="18571" y="22393"/>
                  </a:cubicBezTo>
                  <a:lnTo>
                    <a:pt x="18571" y="21333"/>
                  </a:lnTo>
                  <a:lnTo>
                    <a:pt x="18004" y="21333"/>
                  </a:lnTo>
                  <a:lnTo>
                    <a:pt x="17778" y="18854"/>
                  </a:lnTo>
                  <a:lnTo>
                    <a:pt x="17559" y="21333"/>
                  </a:lnTo>
                  <a:lnTo>
                    <a:pt x="17012" y="21333"/>
                  </a:lnTo>
                  <a:lnTo>
                    <a:pt x="17012" y="22396"/>
                  </a:lnTo>
                  <a:cubicBezTo>
                    <a:pt x="17012" y="22396"/>
                    <a:pt x="14659" y="23281"/>
                    <a:pt x="14933" y="25936"/>
                  </a:cubicBezTo>
                  <a:lnTo>
                    <a:pt x="14496" y="26292"/>
                  </a:lnTo>
                  <a:lnTo>
                    <a:pt x="14825" y="26646"/>
                  </a:lnTo>
                  <a:lnTo>
                    <a:pt x="14825" y="29244"/>
                  </a:lnTo>
                  <a:lnTo>
                    <a:pt x="14496" y="29244"/>
                  </a:lnTo>
                  <a:lnTo>
                    <a:pt x="14496" y="30129"/>
                  </a:lnTo>
                  <a:lnTo>
                    <a:pt x="15225" y="30129"/>
                  </a:lnTo>
                  <a:lnTo>
                    <a:pt x="15261" y="38934"/>
                  </a:lnTo>
                  <a:lnTo>
                    <a:pt x="14114" y="38934"/>
                  </a:lnTo>
                  <a:lnTo>
                    <a:pt x="14114" y="41888"/>
                  </a:lnTo>
                  <a:lnTo>
                    <a:pt x="8533" y="41888"/>
                  </a:lnTo>
                  <a:lnTo>
                    <a:pt x="8533" y="44953"/>
                  </a:lnTo>
                  <a:lnTo>
                    <a:pt x="8042" y="44953"/>
                  </a:lnTo>
                  <a:lnTo>
                    <a:pt x="8042" y="46211"/>
                  </a:lnTo>
                  <a:lnTo>
                    <a:pt x="7603" y="46211"/>
                  </a:lnTo>
                  <a:lnTo>
                    <a:pt x="7603" y="46757"/>
                  </a:lnTo>
                  <a:lnTo>
                    <a:pt x="6619" y="47632"/>
                  </a:lnTo>
                  <a:lnTo>
                    <a:pt x="6619" y="48561"/>
                  </a:lnTo>
                  <a:lnTo>
                    <a:pt x="6017" y="48561"/>
                  </a:lnTo>
                  <a:lnTo>
                    <a:pt x="6034" y="44404"/>
                  </a:lnTo>
                  <a:lnTo>
                    <a:pt x="6400" y="44404"/>
                  </a:lnTo>
                  <a:lnTo>
                    <a:pt x="6400" y="43993"/>
                  </a:lnTo>
                  <a:lnTo>
                    <a:pt x="6230" y="43993"/>
                  </a:lnTo>
                  <a:lnTo>
                    <a:pt x="6230" y="42789"/>
                  </a:lnTo>
                  <a:lnTo>
                    <a:pt x="6400" y="42626"/>
                  </a:lnTo>
                  <a:lnTo>
                    <a:pt x="6173" y="42463"/>
                  </a:lnTo>
                  <a:cubicBezTo>
                    <a:pt x="6314" y="41231"/>
                    <a:pt x="5100" y="40822"/>
                    <a:pt x="5100" y="40822"/>
                  </a:cubicBezTo>
                  <a:lnTo>
                    <a:pt x="5100" y="40330"/>
                  </a:lnTo>
                  <a:lnTo>
                    <a:pt x="4817" y="40330"/>
                  </a:lnTo>
                  <a:lnTo>
                    <a:pt x="4705" y="39181"/>
                  </a:lnTo>
                  <a:lnTo>
                    <a:pt x="4595" y="40330"/>
                  </a:lnTo>
                  <a:lnTo>
                    <a:pt x="4321" y="40330"/>
                  </a:lnTo>
                  <a:lnTo>
                    <a:pt x="4321" y="40822"/>
                  </a:lnTo>
                  <a:cubicBezTo>
                    <a:pt x="4321" y="40822"/>
                    <a:pt x="3146" y="41233"/>
                    <a:pt x="3281" y="42463"/>
                  </a:cubicBezTo>
                  <a:lnTo>
                    <a:pt x="3062" y="42626"/>
                  </a:lnTo>
                  <a:lnTo>
                    <a:pt x="3225" y="42789"/>
                  </a:lnTo>
                  <a:lnTo>
                    <a:pt x="3225" y="43993"/>
                  </a:lnTo>
                  <a:lnTo>
                    <a:pt x="3062" y="43993"/>
                  </a:lnTo>
                  <a:lnTo>
                    <a:pt x="3062" y="44404"/>
                  </a:lnTo>
                  <a:lnTo>
                    <a:pt x="3427" y="44404"/>
                  </a:lnTo>
                  <a:lnTo>
                    <a:pt x="3444" y="48561"/>
                  </a:lnTo>
                  <a:lnTo>
                    <a:pt x="0" y="48561"/>
                  </a:lnTo>
                  <a:lnTo>
                    <a:pt x="0" y="65707"/>
                  </a:lnTo>
                  <a:lnTo>
                    <a:pt x="78262" y="65707"/>
                  </a:lnTo>
                  <a:lnTo>
                    <a:pt x="78262" y="48561"/>
                  </a:lnTo>
                  <a:lnTo>
                    <a:pt x="77203" y="48561"/>
                  </a:lnTo>
                  <a:lnTo>
                    <a:pt x="77203" y="40268"/>
                  </a:lnTo>
                  <a:cubicBezTo>
                    <a:pt x="75981" y="36227"/>
                    <a:pt x="72891" y="34915"/>
                    <a:pt x="72891" y="34915"/>
                  </a:cubicBezTo>
                  <a:cubicBezTo>
                    <a:pt x="72891" y="34915"/>
                    <a:pt x="73065" y="34411"/>
                    <a:pt x="72891" y="33096"/>
                  </a:cubicBezTo>
                  <a:cubicBezTo>
                    <a:pt x="72717" y="31784"/>
                    <a:pt x="71464" y="31278"/>
                    <a:pt x="71464" y="31278"/>
                  </a:cubicBezTo>
                  <a:lnTo>
                    <a:pt x="71961" y="31278"/>
                  </a:lnTo>
                  <a:lnTo>
                    <a:pt x="71961" y="30773"/>
                  </a:lnTo>
                  <a:lnTo>
                    <a:pt x="71553" y="30773"/>
                  </a:lnTo>
                  <a:lnTo>
                    <a:pt x="71553" y="30067"/>
                  </a:lnTo>
                  <a:lnTo>
                    <a:pt x="71287" y="30067"/>
                  </a:lnTo>
                  <a:cubicBezTo>
                    <a:pt x="71311" y="29963"/>
                    <a:pt x="71327" y="29845"/>
                    <a:pt x="71327" y="29717"/>
                  </a:cubicBezTo>
                  <a:cubicBezTo>
                    <a:pt x="71327" y="29374"/>
                    <a:pt x="71224" y="29091"/>
                    <a:pt x="71086" y="29015"/>
                  </a:cubicBezTo>
                  <a:lnTo>
                    <a:pt x="71001" y="26636"/>
                  </a:lnTo>
                  <a:lnTo>
                    <a:pt x="70915" y="29036"/>
                  </a:lnTo>
                  <a:cubicBezTo>
                    <a:pt x="70791" y="29133"/>
                    <a:pt x="70701" y="29400"/>
                    <a:pt x="70701" y="29717"/>
                  </a:cubicBezTo>
                  <a:cubicBezTo>
                    <a:pt x="70701" y="29845"/>
                    <a:pt x="70718" y="29963"/>
                    <a:pt x="70742" y="30067"/>
                  </a:cubicBezTo>
                  <a:lnTo>
                    <a:pt x="70458" y="30067"/>
                  </a:lnTo>
                  <a:lnTo>
                    <a:pt x="70458" y="30766"/>
                  </a:lnTo>
                  <a:lnTo>
                    <a:pt x="70067" y="30766"/>
                  </a:lnTo>
                  <a:lnTo>
                    <a:pt x="70067" y="31265"/>
                  </a:lnTo>
                  <a:lnTo>
                    <a:pt x="70539" y="31265"/>
                  </a:lnTo>
                  <a:cubicBezTo>
                    <a:pt x="70539" y="31265"/>
                    <a:pt x="69343" y="31764"/>
                    <a:pt x="69176" y="33063"/>
                  </a:cubicBezTo>
                  <a:cubicBezTo>
                    <a:pt x="69010" y="34362"/>
                    <a:pt x="69176" y="34860"/>
                    <a:pt x="69176" y="34860"/>
                  </a:cubicBezTo>
                  <a:cubicBezTo>
                    <a:pt x="69176" y="34860"/>
                    <a:pt x="66227" y="36159"/>
                    <a:pt x="65058" y="40151"/>
                  </a:cubicBezTo>
                  <a:lnTo>
                    <a:pt x="65058" y="41888"/>
                  </a:lnTo>
                  <a:lnTo>
                    <a:pt x="62686" y="41888"/>
                  </a:lnTo>
                  <a:lnTo>
                    <a:pt x="62686" y="38935"/>
                  </a:lnTo>
                  <a:lnTo>
                    <a:pt x="57563" y="38935"/>
                  </a:lnTo>
                  <a:lnTo>
                    <a:pt x="57563" y="38925"/>
                  </a:lnTo>
                  <a:lnTo>
                    <a:pt x="60071" y="38925"/>
                  </a:lnTo>
                  <a:lnTo>
                    <a:pt x="60072" y="37897"/>
                  </a:lnTo>
                  <a:lnTo>
                    <a:pt x="61174" y="37897"/>
                  </a:lnTo>
                  <a:lnTo>
                    <a:pt x="61174" y="36876"/>
                  </a:lnTo>
                  <a:lnTo>
                    <a:pt x="60073" y="36876"/>
                  </a:lnTo>
                  <a:lnTo>
                    <a:pt x="60113" y="15513"/>
                  </a:lnTo>
                  <a:lnTo>
                    <a:pt x="61520" y="14165"/>
                  </a:lnTo>
                  <a:lnTo>
                    <a:pt x="61520" y="13023"/>
                  </a:lnTo>
                  <a:lnTo>
                    <a:pt x="60367" y="13023"/>
                  </a:lnTo>
                  <a:lnTo>
                    <a:pt x="60341" y="12612"/>
                  </a:lnTo>
                  <a:lnTo>
                    <a:pt x="59624" y="12612"/>
                  </a:lnTo>
                  <a:lnTo>
                    <a:pt x="60367" y="12229"/>
                  </a:lnTo>
                  <a:lnTo>
                    <a:pt x="60367" y="11571"/>
                  </a:lnTo>
                  <a:lnTo>
                    <a:pt x="59600" y="11571"/>
                  </a:lnTo>
                  <a:lnTo>
                    <a:pt x="59625" y="9055"/>
                  </a:lnTo>
                  <a:cubicBezTo>
                    <a:pt x="59625" y="9055"/>
                    <a:pt x="61929" y="7523"/>
                    <a:pt x="60675" y="6428"/>
                  </a:cubicBezTo>
                  <a:cubicBezTo>
                    <a:pt x="59178" y="5124"/>
                    <a:pt x="57979" y="2934"/>
                    <a:pt x="57629" y="2259"/>
                  </a:cubicBezTo>
                  <a:cubicBezTo>
                    <a:pt x="57930" y="2244"/>
                    <a:pt x="58162" y="2130"/>
                    <a:pt x="58162" y="1990"/>
                  </a:cubicBezTo>
                  <a:cubicBezTo>
                    <a:pt x="58162" y="1853"/>
                    <a:pt x="57948" y="1744"/>
                    <a:pt x="57667" y="1720"/>
                  </a:cubicBezTo>
                  <a:lnTo>
                    <a:pt x="57670" y="1720"/>
                  </a:lnTo>
                  <a:lnTo>
                    <a:pt x="57628" y="1223"/>
                  </a:lnTo>
                  <a:cubicBezTo>
                    <a:pt x="57742" y="1204"/>
                    <a:pt x="57825" y="1155"/>
                    <a:pt x="57825" y="1094"/>
                  </a:cubicBezTo>
                  <a:cubicBezTo>
                    <a:pt x="57825" y="1031"/>
                    <a:pt x="57732" y="980"/>
                    <a:pt x="57605" y="963"/>
                  </a:cubicBezTo>
                  <a:lnTo>
                    <a:pt x="575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78" name="Google Shape;1378;p62"/>
            <p:cNvGrpSpPr/>
            <p:nvPr/>
          </p:nvGrpSpPr>
          <p:grpSpPr>
            <a:xfrm>
              <a:off x="2723482" y="5604979"/>
              <a:ext cx="1027969" cy="990213"/>
              <a:chOff x="3870075" y="3720225"/>
              <a:chExt cx="873975" cy="841875"/>
            </a:xfrm>
          </p:grpSpPr>
          <p:sp>
            <p:nvSpPr>
              <p:cNvPr id="1379" name="Google Shape;1379;p62"/>
              <p:cNvSpPr/>
              <p:nvPr/>
            </p:nvSpPr>
            <p:spPr>
              <a:xfrm>
                <a:off x="3870075" y="3720225"/>
                <a:ext cx="521100" cy="841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62"/>
              <p:cNvSpPr/>
              <p:nvPr/>
            </p:nvSpPr>
            <p:spPr>
              <a:xfrm>
                <a:off x="4222950" y="4220400"/>
                <a:ext cx="521100" cy="341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62"/>
              <p:cNvSpPr/>
              <p:nvPr/>
            </p:nvSpPr>
            <p:spPr>
              <a:xfrm>
                <a:off x="4025700" y="3930900"/>
                <a:ext cx="521100" cy="631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82" name="Google Shape;1382;p62"/>
          <p:cNvGrpSpPr/>
          <p:nvPr/>
        </p:nvGrpSpPr>
        <p:grpSpPr>
          <a:xfrm>
            <a:off x="481800" y="1963460"/>
            <a:ext cx="795248" cy="3196584"/>
            <a:chOff x="2686950" y="3466825"/>
            <a:chExt cx="94350" cy="379250"/>
          </a:xfrm>
        </p:grpSpPr>
        <p:sp>
          <p:nvSpPr>
            <p:cNvPr id="1383" name="Google Shape;1383;p62"/>
            <p:cNvSpPr/>
            <p:nvPr/>
          </p:nvSpPr>
          <p:spPr>
            <a:xfrm>
              <a:off x="2686950" y="3466825"/>
              <a:ext cx="94350" cy="379250"/>
            </a:xfrm>
            <a:custGeom>
              <a:avLst/>
              <a:gdLst/>
              <a:ahLst/>
              <a:cxnLst/>
              <a:rect l="l" t="t" r="r" b="b"/>
              <a:pathLst>
                <a:path w="3774" h="15170" extrusionOk="0">
                  <a:moveTo>
                    <a:pt x="1942" y="1"/>
                  </a:moveTo>
                  <a:lnTo>
                    <a:pt x="1925" y="375"/>
                  </a:lnTo>
                  <a:cubicBezTo>
                    <a:pt x="1865" y="379"/>
                    <a:pt x="1817" y="400"/>
                    <a:pt x="1817" y="425"/>
                  </a:cubicBezTo>
                  <a:cubicBezTo>
                    <a:pt x="1817" y="452"/>
                    <a:pt x="1863" y="473"/>
                    <a:pt x="1921" y="477"/>
                  </a:cubicBezTo>
                  <a:lnTo>
                    <a:pt x="1912" y="668"/>
                  </a:lnTo>
                  <a:lnTo>
                    <a:pt x="1914" y="668"/>
                  </a:lnTo>
                  <a:cubicBezTo>
                    <a:pt x="1796" y="677"/>
                    <a:pt x="1709" y="720"/>
                    <a:pt x="1709" y="774"/>
                  </a:cubicBezTo>
                  <a:cubicBezTo>
                    <a:pt x="1709" y="826"/>
                    <a:pt x="1799" y="869"/>
                    <a:pt x="1914" y="879"/>
                  </a:cubicBezTo>
                  <a:cubicBezTo>
                    <a:pt x="1763" y="1135"/>
                    <a:pt x="1229" y="1994"/>
                    <a:pt x="557" y="2507"/>
                  </a:cubicBezTo>
                  <a:cubicBezTo>
                    <a:pt x="1" y="2934"/>
                    <a:pt x="1026" y="3530"/>
                    <a:pt x="1026" y="3530"/>
                  </a:cubicBezTo>
                  <a:lnTo>
                    <a:pt x="1035" y="4510"/>
                  </a:lnTo>
                  <a:lnTo>
                    <a:pt x="695" y="4510"/>
                  </a:lnTo>
                  <a:lnTo>
                    <a:pt x="695" y="4767"/>
                  </a:lnTo>
                  <a:lnTo>
                    <a:pt x="1026" y="4916"/>
                  </a:lnTo>
                  <a:lnTo>
                    <a:pt x="706" y="4916"/>
                  </a:lnTo>
                  <a:lnTo>
                    <a:pt x="697" y="5076"/>
                  </a:lnTo>
                  <a:lnTo>
                    <a:pt x="185" y="5076"/>
                  </a:lnTo>
                  <a:lnTo>
                    <a:pt x="185" y="5520"/>
                  </a:lnTo>
                  <a:lnTo>
                    <a:pt x="811" y="6046"/>
                  </a:lnTo>
                  <a:lnTo>
                    <a:pt x="830" y="15170"/>
                  </a:lnTo>
                  <a:lnTo>
                    <a:pt x="1960" y="15170"/>
                  </a:lnTo>
                  <a:lnTo>
                    <a:pt x="1960" y="15167"/>
                  </a:lnTo>
                  <a:lnTo>
                    <a:pt x="3003" y="15167"/>
                  </a:lnTo>
                  <a:lnTo>
                    <a:pt x="3021" y="6043"/>
                  </a:lnTo>
                  <a:lnTo>
                    <a:pt x="3606" y="5518"/>
                  </a:lnTo>
                  <a:lnTo>
                    <a:pt x="3606" y="5073"/>
                  </a:lnTo>
                  <a:lnTo>
                    <a:pt x="3123" y="5073"/>
                  </a:lnTo>
                  <a:lnTo>
                    <a:pt x="3123" y="5075"/>
                  </a:lnTo>
                  <a:lnTo>
                    <a:pt x="3113" y="4915"/>
                  </a:lnTo>
                  <a:lnTo>
                    <a:pt x="2813" y="4915"/>
                  </a:lnTo>
                  <a:lnTo>
                    <a:pt x="3123" y="4766"/>
                  </a:lnTo>
                  <a:lnTo>
                    <a:pt x="3123" y="4508"/>
                  </a:lnTo>
                  <a:lnTo>
                    <a:pt x="2804" y="4508"/>
                  </a:lnTo>
                  <a:lnTo>
                    <a:pt x="2813" y="3529"/>
                  </a:lnTo>
                  <a:cubicBezTo>
                    <a:pt x="2813" y="3529"/>
                    <a:pt x="3773" y="2931"/>
                    <a:pt x="3251" y="2505"/>
                  </a:cubicBezTo>
                  <a:cubicBezTo>
                    <a:pt x="2628" y="1997"/>
                    <a:pt x="2129" y="1142"/>
                    <a:pt x="1984" y="881"/>
                  </a:cubicBezTo>
                  <a:cubicBezTo>
                    <a:pt x="2109" y="875"/>
                    <a:pt x="2206" y="830"/>
                    <a:pt x="2206" y="775"/>
                  </a:cubicBezTo>
                  <a:cubicBezTo>
                    <a:pt x="2206" y="723"/>
                    <a:pt x="2116" y="681"/>
                    <a:pt x="2000" y="670"/>
                  </a:cubicBezTo>
                  <a:lnTo>
                    <a:pt x="2002" y="670"/>
                  </a:lnTo>
                  <a:lnTo>
                    <a:pt x="1984" y="477"/>
                  </a:lnTo>
                  <a:cubicBezTo>
                    <a:pt x="2032" y="470"/>
                    <a:pt x="2067" y="451"/>
                    <a:pt x="2067" y="428"/>
                  </a:cubicBezTo>
                  <a:cubicBezTo>
                    <a:pt x="2067" y="403"/>
                    <a:pt x="2028" y="383"/>
                    <a:pt x="1976" y="376"/>
                  </a:cubicBezTo>
                  <a:lnTo>
                    <a:pt x="194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62"/>
            <p:cNvSpPr/>
            <p:nvPr/>
          </p:nvSpPr>
          <p:spPr>
            <a:xfrm>
              <a:off x="2695425" y="3826025"/>
              <a:ext cx="78000" cy="10000"/>
            </a:xfrm>
            <a:custGeom>
              <a:avLst/>
              <a:gdLst/>
              <a:ahLst/>
              <a:cxnLst/>
              <a:rect l="l" t="t" r="r" b="b"/>
              <a:pathLst>
                <a:path w="3120" h="400" extrusionOk="0">
                  <a:moveTo>
                    <a:pt x="1" y="1"/>
                  </a:moveTo>
                  <a:lnTo>
                    <a:pt x="1" y="400"/>
                  </a:lnTo>
                  <a:lnTo>
                    <a:pt x="3120" y="400"/>
                  </a:lnTo>
                  <a:lnTo>
                    <a:pt x="312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62"/>
            <p:cNvSpPr/>
            <p:nvPr/>
          </p:nvSpPr>
          <p:spPr>
            <a:xfrm>
              <a:off x="2713675" y="3555625"/>
              <a:ext cx="5700" cy="23650"/>
            </a:xfrm>
            <a:custGeom>
              <a:avLst/>
              <a:gdLst/>
              <a:ahLst/>
              <a:cxnLst/>
              <a:rect l="l" t="t" r="r" b="b"/>
              <a:pathLst>
                <a:path w="228" h="946" extrusionOk="0">
                  <a:moveTo>
                    <a:pt x="114" y="1"/>
                  </a:moveTo>
                  <a:cubicBezTo>
                    <a:pt x="0" y="1"/>
                    <a:pt x="0" y="280"/>
                    <a:pt x="0" y="280"/>
                  </a:cubicBezTo>
                  <a:lnTo>
                    <a:pt x="0" y="945"/>
                  </a:lnTo>
                  <a:lnTo>
                    <a:pt x="228" y="945"/>
                  </a:lnTo>
                  <a:lnTo>
                    <a:pt x="228" y="245"/>
                  </a:lnTo>
                  <a:cubicBezTo>
                    <a:pt x="228" y="245"/>
                    <a:pt x="228" y="1"/>
                    <a:pt x="1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62"/>
            <p:cNvSpPr/>
            <p:nvPr/>
          </p:nvSpPr>
          <p:spPr>
            <a:xfrm>
              <a:off x="2724200" y="3555375"/>
              <a:ext cx="9175" cy="23600"/>
            </a:xfrm>
            <a:custGeom>
              <a:avLst/>
              <a:gdLst/>
              <a:ahLst/>
              <a:cxnLst/>
              <a:rect l="l" t="t" r="r" b="b"/>
              <a:pathLst>
                <a:path w="367" h="944" extrusionOk="0">
                  <a:moveTo>
                    <a:pt x="184" y="1"/>
                  </a:moveTo>
                  <a:cubicBezTo>
                    <a:pt x="1" y="1"/>
                    <a:pt x="1" y="281"/>
                    <a:pt x="1" y="281"/>
                  </a:cubicBezTo>
                  <a:lnTo>
                    <a:pt x="1" y="944"/>
                  </a:lnTo>
                  <a:lnTo>
                    <a:pt x="366" y="944"/>
                  </a:lnTo>
                  <a:lnTo>
                    <a:pt x="366" y="245"/>
                  </a:lnTo>
                  <a:cubicBezTo>
                    <a:pt x="366" y="245"/>
                    <a:pt x="366" y="1"/>
                    <a:pt x="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62"/>
            <p:cNvSpPr/>
            <p:nvPr/>
          </p:nvSpPr>
          <p:spPr>
            <a:xfrm>
              <a:off x="2737250" y="3555100"/>
              <a:ext cx="9150" cy="23650"/>
            </a:xfrm>
            <a:custGeom>
              <a:avLst/>
              <a:gdLst/>
              <a:ahLst/>
              <a:cxnLst/>
              <a:rect l="l" t="t" r="r" b="b"/>
              <a:pathLst>
                <a:path w="366" h="946" extrusionOk="0">
                  <a:moveTo>
                    <a:pt x="183" y="1"/>
                  </a:moveTo>
                  <a:cubicBezTo>
                    <a:pt x="0" y="1"/>
                    <a:pt x="0" y="280"/>
                    <a:pt x="0" y="280"/>
                  </a:cubicBezTo>
                  <a:lnTo>
                    <a:pt x="0" y="945"/>
                  </a:lnTo>
                  <a:lnTo>
                    <a:pt x="366" y="945"/>
                  </a:lnTo>
                  <a:lnTo>
                    <a:pt x="366" y="245"/>
                  </a:lnTo>
                  <a:cubicBezTo>
                    <a:pt x="366" y="245"/>
                    <a:pt x="366" y="1"/>
                    <a:pt x="1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62"/>
            <p:cNvSpPr/>
            <p:nvPr/>
          </p:nvSpPr>
          <p:spPr>
            <a:xfrm>
              <a:off x="2750350" y="3555375"/>
              <a:ext cx="5725" cy="23600"/>
            </a:xfrm>
            <a:custGeom>
              <a:avLst/>
              <a:gdLst/>
              <a:ahLst/>
              <a:cxnLst/>
              <a:rect l="l" t="t" r="r" b="b"/>
              <a:pathLst>
                <a:path w="229" h="944" extrusionOk="0">
                  <a:moveTo>
                    <a:pt x="114" y="1"/>
                  </a:moveTo>
                  <a:cubicBezTo>
                    <a:pt x="1" y="1"/>
                    <a:pt x="1" y="281"/>
                    <a:pt x="1" y="281"/>
                  </a:cubicBezTo>
                  <a:lnTo>
                    <a:pt x="1" y="944"/>
                  </a:lnTo>
                  <a:lnTo>
                    <a:pt x="228" y="944"/>
                  </a:lnTo>
                  <a:lnTo>
                    <a:pt x="228" y="245"/>
                  </a:lnTo>
                  <a:cubicBezTo>
                    <a:pt x="228" y="245"/>
                    <a:pt x="228" y="1"/>
                    <a:pt x="1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9" name="Google Shape;1389;p62"/>
          <p:cNvGrpSpPr/>
          <p:nvPr/>
        </p:nvGrpSpPr>
        <p:grpSpPr>
          <a:xfrm>
            <a:off x="2283473" y="2526811"/>
            <a:ext cx="544399" cy="2635789"/>
            <a:chOff x="-3225365" y="-1924789"/>
            <a:chExt cx="544399" cy="2635789"/>
          </a:xfrm>
        </p:grpSpPr>
        <p:grpSp>
          <p:nvGrpSpPr>
            <p:cNvPr id="1390" name="Google Shape;1390;p62"/>
            <p:cNvGrpSpPr/>
            <p:nvPr/>
          </p:nvGrpSpPr>
          <p:grpSpPr>
            <a:xfrm>
              <a:off x="-3225365" y="-1924789"/>
              <a:ext cx="544399" cy="1583958"/>
              <a:chOff x="2871700" y="3513775"/>
              <a:chExt cx="83475" cy="242875"/>
            </a:xfrm>
          </p:grpSpPr>
          <p:sp>
            <p:nvSpPr>
              <p:cNvPr id="1391" name="Google Shape;1391;p62"/>
              <p:cNvSpPr/>
              <p:nvPr/>
            </p:nvSpPr>
            <p:spPr>
              <a:xfrm>
                <a:off x="2871700" y="3513775"/>
                <a:ext cx="83475" cy="242875"/>
              </a:xfrm>
              <a:custGeom>
                <a:avLst/>
                <a:gdLst/>
                <a:ahLst/>
                <a:cxnLst/>
                <a:rect l="l" t="t" r="r" b="b"/>
                <a:pathLst>
                  <a:path w="3339" h="9715" extrusionOk="0">
                    <a:moveTo>
                      <a:pt x="1643" y="1"/>
                    </a:moveTo>
                    <a:lnTo>
                      <a:pt x="1535" y="1190"/>
                    </a:lnTo>
                    <a:lnTo>
                      <a:pt x="1261" y="1190"/>
                    </a:lnTo>
                    <a:lnTo>
                      <a:pt x="1261" y="1700"/>
                    </a:lnTo>
                    <a:cubicBezTo>
                      <a:pt x="1261" y="1700"/>
                      <a:pt x="83" y="2124"/>
                      <a:pt x="221" y="3399"/>
                    </a:cubicBezTo>
                    <a:lnTo>
                      <a:pt x="0" y="3569"/>
                    </a:lnTo>
                    <a:lnTo>
                      <a:pt x="165" y="3739"/>
                    </a:lnTo>
                    <a:lnTo>
                      <a:pt x="165" y="4985"/>
                    </a:lnTo>
                    <a:lnTo>
                      <a:pt x="0" y="4985"/>
                    </a:lnTo>
                    <a:lnTo>
                      <a:pt x="0" y="5411"/>
                    </a:lnTo>
                    <a:lnTo>
                      <a:pt x="366" y="5411"/>
                    </a:lnTo>
                    <a:lnTo>
                      <a:pt x="384" y="9715"/>
                    </a:lnTo>
                    <a:lnTo>
                      <a:pt x="2955" y="9715"/>
                    </a:lnTo>
                    <a:lnTo>
                      <a:pt x="2971" y="5411"/>
                    </a:lnTo>
                    <a:lnTo>
                      <a:pt x="3337" y="5411"/>
                    </a:lnTo>
                    <a:lnTo>
                      <a:pt x="3337" y="4985"/>
                    </a:lnTo>
                    <a:lnTo>
                      <a:pt x="3167" y="4985"/>
                    </a:lnTo>
                    <a:lnTo>
                      <a:pt x="3167" y="3739"/>
                    </a:lnTo>
                    <a:lnTo>
                      <a:pt x="3168" y="3739"/>
                    </a:lnTo>
                    <a:lnTo>
                      <a:pt x="3338" y="3569"/>
                    </a:lnTo>
                    <a:lnTo>
                      <a:pt x="3112" y="3399"/>
                    </a:lnTo>
                    <a:cubicBezTo>
                      <a:pt x="3253" y="2124"/>
                      <a:pt x="2038" y="1700"/>
                      <a:pt x="2038" y="1700"/>
                    </a:cubicBezTo>
                    <a:lnTo>
                      <a:pt x="2038" y="1190"/>
                    </a:lnTo>
                    <a:lnTo>
                      <a:pt x="1756" y="1190"/>
                    </a:lnTo>
                    <a:lnTo>
                      <a:pt x="164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62"/>
              <p:cNvSpPr/>
              <p:nvPr/>
            </p:nvSpPr>
            <p:spPr>
              <a:xfrm>
                <a:off x="2899725" y="3597100"/>
                <a:ext cx="27325" cy="40400"/>
              </a:xfrm>
              <a:custGeom>
                <a:avLst/>
                <a:gdLst/>
                <a:ahLst/>
                <a:cxnLst/>
                <a:rect l="l" t="t" r="r" b="b"/>
                <a:pathLst>
                  <a:path w="1093" h="1616" extrusionOk="0">
                    <a:moveTo>
                      <a:pt x="547" y="0"/>
                    </a:moveTo>
                    <a:cubicBezTo>
                      <a:pt x="1" y="0"/>
                      <a:pt x="1" y="478"/>
                      <a:pt x="1" y="478"/>
                    </a:cubicBezTo>
                    <a:lnTo>
                      <a:pt x="1" y="1615"/>
                    </a:lnTo>
                    <a:lnTo>
                      <a:pt x="1093" y="1615"/>
                    </a:lnTo>
                    <a:lnTo>
                      <a:pt x="1093" y="419"/>
                    </a:lnTo>
                    <a:cubicBezTo>
                      <a:pt x="1093" y="419"/>
                      <a:pt x="1093" y="0"/>
                      <a:pt x="5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62"/>
              <p:cNvSpPr/>
              <p:nvPr/>
            </p:nvSpPr>
            <p:spPr>
              <a:xfrm>
                <a:off x="2880800" y="3599275"/>
                <a:ext cx="7575" cy="38250"/>
              </a:xfrm>
              <a:custGeom>
                <a:avLst/>
                <a:gdLst/>
                <a:ahLst/>
                <a:cxnLst/>
                <a:rect l="l" t="t" r="r" b="b"/>
                <a:pathLst>
                  <a:path w="303" h="1530" extrusionOk="0">
                    <a:moveTo>
                      <a:pt x="152" y="0"/>
                    </a:moveTo>
                    <a:cubicBezTo>
                      <a:pt x="0" y="0"/>
                      <a:pt x="0" y="453"/>
                      <a:pt x="0" y="453"/>
                    </a:cubicBezTo>
                    <a:lnTo>
                      <a:pt x="0" y="1528"/>
                    </a:lnTo>
                    <a:lnTo>
                      <a:pt x="0" y="1530"/>
                    </a:lnTo>
                    <a:lnTo>
                      <a:pt x="302" y="1530"/>
                    </a:lnTo>
                    <a:lnTo>
                      <a:pt x="302" y="397"/>
                    </a:lnTo>
                    <a:cubicBezTo>
                      <a:pt x="302" y="397"/>
                      <a:pt x="302" y="0"/>
                      <a:pt x="1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62"/>
              <p:cNvSpPr/>
              <p:nvPr/>
            </p:nvSpPr>
            <p:spPr>
              <a:xfrm>
                <a:off x="2937825" y="3599700"/>
                <a:ext cx="7575" cy="38275"/>
              </a:xfrm>
              <a:custGeom>
                <a:avLst/>
                <a:gdLst/>
                <a:ahLst/>
                <a:cxnLst/>
                <a:rect l="l" t="t" r="r" b="b"/>
                <a:pathLst>
                  <a:path w="303" h="1531" extrusionOk="0">
                    <a:moveTo>
                      <a:pt x="151" y="0"/>
                    </a:moveTo>
                    <a:cubicBezTo>
                      <a:pt x="0" y="0"/>
                      <a:pt x="0" y="454"/>
                      <a:pt x="0" y="454"/>
                    </a:cubicBezTo>
                    <a:lnTo>
                      <a:pt x="0" y="1530"/>
                    </a:lnTo>
                    <a:lnTo>
                      <a:pt x="0" y="1531"/>
                    </a:lnTo>
                    <a:lnTo>
                      <a:pt x="303" y="1531"/>
                    </a:lnTo>
                    <a:lnTo>
                      <a:pt x="303" y="398"/>
                    </a:lnTo>
                    <a:cubicBezTo>
                      <a:pt x="303" y="398"/>
                      <a:pt x="303" y="0"/>
                      <a:pt x="1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5" name="Google Shape;1395;p62"/>
            <p:cNvSpPr/>
            <p:nvPr/>
          </p:nvSpPr>
          <p:spPr>
            <a:xfrm>
              <a:off x="-3163200" y="-348600"/>
              <a:ext cx="420000" cy="1059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626993087"/>
      </p:ext>
    </p:extLst>
  </p:cSld>
  <p:clrMapOvr>
    <a:masterClrMapping/>
  </p:clrMapOvr>
</p:sld>
</file>

<file path=ppt/theme/theme1.xml><?xml version="1.0" encoding="utf-8"?>
<a:theme xmlns:a="http://schemas.openxmlformats.org/drawingml/2006/main" name="Al-Aqsa Mosque History Thesis Defense by Slidesgo">
  <a:themeElements>
    <a:clrScheme name="Simple Light">
      <a:dk1>
        <a:srgbClr val="333333"/>
      </a:dk1>
      <a:lt1>
        <a:srgbClr val="FFFAF5"/>
      </a:lt1>
      <a:dk2>
        <a:srgbClr val="FFEFDB"/>
      </a:dk2>
      <a:lt2>
        <a:srgbClr val="FFE4C2"/>
      </a:lt2>
      <a:accent1>
        <a:srgbClr val="FFD8A8"/>
      </a:accent1>
      <a:accent2>
        <a:srgbClr val="FFCD8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1282</Words>
  <Application>Microsoft Office PowerPoint</Application>
  <PresentationFormat>On-screen Show (16:9)</PresentationFormat>
  <Paragraphs>280</Paragraphs>
  <Slides>27</Slides>
  <Notes>27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Asap</vt:lpstr>
      <vt:lpstr>Asap Light</vt:lpstr>
      <vt:lpstr>Bebas Neue</vt:lpstr>
      <vt:lpstr>Calibri</vt:lpstr>
      <vt:lpstr>Nunito Light</vt:lpstr>
      <vt:lpstr>Philosopher</vt:lpstr>
      <vt:lpstr>Al-Aqsa Mosque History Thesis Defense by Slidesgo</vt:lpstr>
      <vt:lpstr>The Representation of the Islamic prayer (الصلاة) between the Quran and Hadith</vt:lpstr>
      <vt:lpstr>Table of contents</vt:lpstr>
      <vt:lpstr>Overview</vt:lpstr>
      <vt:lpstr>Topic :</vt:lpstr>
      <vt:lpstr>Dataset and Tools</vt:lpstr>
      <vt:lpstr>Dataset :</vt:lpstr>
      <vt:lpstr>Tools used in the process : </vt:lpstr>
      <vt:lpstr>Methodology</vt:lpstr>
      <vt:lpstr>Workflow for the Quran : </vt:lpstr>
      <vt:lpstr>Workflow for the Hadith: </vt:lpstr>
      <vt:lpstr>Limitation and challenges : </vt:lpstr>
      <vt:lpstr>Results and Interpretation</vt:lpstr>
      <vt:lpstr>PowerPoint Presentation</vt:lpstr>
      <vt:lpstr>Results : </vt:lpstr>
      <vt:lpstr>Results : </vt:lpstr>
      <vt:lpstr>PowerPoint Presentation</vt:lpstr>
      <vt:lpstr>PowerPoint Presentation</vt:lpstr>
      <vt:lpstr>PowerPoint Presentation</vt:lpstr>
      <vt:lpstr>PowerPoint Presentation</vt:lpstr>
      <vt:lpstr>PowerPoint Presentation</vt:lpstr>
      <vt:lpstr>PowerPoint Presentation</vt:lpstr>
      <vt:lpstr>Interpretation</vt:lpstr>
      <vt:lpstr>PowerPoint Presentation</vt:lpstr>
      <vt:lpstr>Conclusion</vt:lpstr>
      <vt:lpstr>PowerPoint Presentation</vt:lpstr>
      <vt:lpstr>Future research ?</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Representation of the Islamic prayer (الصلاة) between the Quran and Hadith</dc:title>
  <dc:creator>Kareem Essam</dc:creator>
  <cp:lastModifiedBy>Kareem Mahmoud</cp:lastModifiedBy>
  <cp:revision>4</cp:revision>
  <dcterms:modified xsi:type="dcterms:W3CDTF">2024-05-14T09:43:04Z</dcterms:modified>
</cp:coreProperties>
</file>